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E0517-243D-475A-A053-71000FD378BA}" v="22" dt="2025-11-21T15:03:02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lde Annette Nicole Roulleau" userId="4ab294c6-1984-4b16-bc43-8e77deede0e4" providerId="ADAL" clId="{79810BCC-BAA2-4D46-8788-90936CCE2327}"/>
    <pc:docChg chg="undo custSel addSld modSld">
      <pc:chgData name="Mathilde Annette Nicole Roulleau" userId="4ab294c6-1984-4b16-bc43-8e77deede0e4" providerId="ADAL" clId="{79810BCC-BAA2-4D46-8788-90936CCE2327}" dt="2025-11-21T15:03:09.435" v="120" actId="1076"/>
      <pc:docMkLst>
        <pc:docMk/>
      </pc:docMkLst>
      <pc:sldChg chg="addSp delSp modSp add mod">
        <pc:chgData name="Mathilde Annette Nicole Roulleau" userId="4ab294c6-1984-4b16-bc43-8e77deede0e4" providerId="ADAL" clId="{79810BCC-BAA2-4D46-8788-90936CCE2327}" dt="2025-11-21T14:48:21.409" v="15" actId="478"/>
        <pc:sldMkLst>
          <pc:docMk/>
          <pc:sldMk cId="2249458728" sldId="266"/>
        </pc:sldMkLst>
        <pc:spChg chg="mod">
          <ac:chgData name="Mathilde Annette Nicole Roulleau" userId="4ab294c6-1984-4b16-bc43-8e77deede0e4" providerId="ADAL" clId="{79810BCC-BAA2-4D46-8788-90936CCE2327}" dt="2025-11-21T14:47:22.414" v="4" actId="404"/>
          <ac:spMkLst>
            <pc:docMk/>
            <pc:sldMk cId="2249458728" sldId="266"/>
            <ac:spMk id="2" creationId="{113A2FCB-5D72-D97E-530A-4A6BA4A8297A}"/>
          </ac:spMkLst>
        </pc:spChg>
        <pc:spChg chg="mod">
          <ac:chgData name="Mathilde Annette Nicole Roulleau" userId="4ab294c6-1984-4b16-bc43-8e77deede0e4" providerId="ADAL" clId="{79810BCC-BAA2-4D46-8788-90936CCE2327}" dt="2025-11-21T14:48:14.311" v="13" actId="207"/>
          <ac:spMkLst>
            <pc:docMk/>
            <pc:sldMk cId="2249458728" sldId="266"/>
            <ac:spMk id="5" creationId="{6596DE06-2D03-7DDC-B90B-23D7FA839607}"/>
          </ac:spMkLst>
        </pc:spChg>
        <pc:picChg chg="del">
          <ac:chgData name="Mathilde Annette Nicole Roulleau" userId="4ab294c6-1984-4b16-bc43-8e77deede0e4" providerId="ADAL" clId="{79810BCC-BAA2-4D46-8788-90936CCE2327}" dt="2025-11-21T14:47:50.341" v="5" actId="478"/>
          <ac:picMkLst>
            <pc:docMk/>
            <pc:sldMk cId="2249458728" sldId="266"/>
            <ac:picMk id="4" creationId="{80394EB7-F52D-912C-898A-8F8A514D6A12}"/>
          </ac:picMkLst>
        </pc:picChg>
        <pc:picChg chg="add del mod">
          <ac:chgData name="Mathilde Annette Nicole Roulleau" userId="4ab294c6-1984-4b16-bc43-8e77deede0e4" providerId="ADAL" clId="{79810BCC-BAA2-4D46-8788-90936CCE2327}" dt="2025-11-21T14:48:21.409" v="15" actId="478"/>
          <ac:picMkLst>
            <pc:docMk/>
            <pc:sldMk cId="2249458728" sldId="266"/>
            <ac:picMk id="6" creationId="{3A558692-680F-A677-DCCE-807E48033A3B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5-11-21T14:48:48.926" v="23" actId="1076"/>
        <pc:sldMkLst>
          <pc:docMk/>
          <pc:sldMk cId="1012626902" sldId="267"/>
        </pc:sldMkLst>
        <pc:picChg chg="add mod">
          <ac:chgData name="Mathilde Annette Nicole Roulleau" userId="4ab294c6-1984-4b16-bc43-8e77deede0e4" providerId="ADAL" clId="{79810BCC-BAA2-4D46-8788-90936CCE2327}" dt="2025-11-21T14:48:48.926" v="23" actId="1076"/>
          <ac:picMkLst>
            <pc:docMk/>
            <pc:sldMk cId="1012626902" sldId="267"/>
            <ac:picMk id="4" creationId="{ADF5F0D5-2E88-03E4-F048-455E87DF9974}"/>
          </ac:picMkLst>
        </pc:picChg>
        <pc:picChg chg="del">
          <ac:chgData name="Mathilde Annette Nicole Roulleau" userId="4ab294c6-1984-4b16-bc43-8e77deede0e4" providerId="ADAL" clId="{79810BCC-BAA2-4D46-8788-90936CCE2327}" dt="2025-11-21T14:48:43.086" v="17" actId="478"/>
          <ac:picMkLst>
            <pc:docMk/>
            <pc:sldMk cId="1012626902" sldId="267"/>
            <ac:picMk id="6" creationId="{F196AAFA-5EFE-B30B-C5DC-E64A0381A2F4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5-11-21T14:50:16.173" v="38" actId="1076"/>
        <pc:sldMkLst>
          <pc:docMk/>
          <pc:sldMk cId="589899994" sldId="268"/>
        </pc:sldMkLst>
        <pc:spChg chg="mod">
          <ac:chgData name="Mathilde Annette Nicole Roulleau" userId="4ab294c6-1984-4b16-bc43-8e77deede0e4" providerId="ADAL" clId="{79810BCC-BAA2-4D46-8788-90936CCE2327}" dt="2025-11-21T14:49:37.087" v="29" actId="404"/>
          <ac:spMkLst>
            <pc:docMk/>
            <pc:sldMk cId="589899994" sldId="268"/>
            <ac:spMk id="2" creationId="{4703943F-8D01-DA90-C67D-24C739F306B7}"/>
          </ac:spMkLst>
        </pc:spChg>
        <pc:spChg chg="mod">
          <ac:chgData name="Mathilde Annette Nicole Roulleau" userId="4ab294c6-1984-4b16-bc43-8e77deede0e4" providerId="ADAL" clId="{79810BCC-BAA2-4D46-8788-90936CCE2327}" dt="2025-11-21T14:49:50.096" v="32" actId="404"/>
          <ac:spMkLst>
            <pc:docMk/>
            <pc:sldMk cId="589899994" sldId="268"/>
            <ac:spMk id="5" creationId="{3FDFA5F4-5D83-7D31-D7C4-171A4926D79C}"/>
          </ac:spMkLst>
        </pc:spChg>
        <pc:picChg chg="del">
          <ac:chgData name="Mathilde Annette Nicole Roulleau" userId="4ab294c6-1984-4b16-bc43-8e77deede0e4" providerId="ADAL" clId="{79810BCC-BAA2-4D46-8788-90936CCE2327}" dt="2025-11-21T14:50:06.842" v="33" actId="478"/>
          <ac:picMkLst>
            <pc:docMk/>
            <pc:sldMk cId="589899994" sldId="268"/>
            <ac:picMk id="4" creationId="{F9F18BFB-B0F2-F7F1-6F31-9D1326B094A6}"/>
          </ac:picMkLst>
        </pc:picChg>
        <pc:picChg chg="add mod">
          <ac:chgData name="Mathilde Annette Nicole Roulleau" userId="4ab294c6-1984-4b16-bc43-8e77deede0e4" providerId="ADAL" clId="{79810BCC-BAA2-4D46-8788-90936CCE2327}" dt="2025-11-21T14:50:16.173" v="38" actId="1076"/>
          <ac:picMkLst>
            <pc:docMk/>
            <pc:sldMk cId="589899994" sldId="268"/>
            <ac:picMk id="6" creationId="{38648C94-7FD3-EB16-E170-57C981912969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5-11-21T14:51:32.826" v="55" actId="1076"/>
        <pc:sldMkLst>
          <pc:docMk/>
          <pc:sldMk cId="1840397502" sldId="269"/>
        </pc:sldMkLst>
        <pc:picChg chg="add mod modCrop">
          <ac:chgData name="Mathilde Annette Nicole Roulleau" userId="4ab294c6-1984-4b16-bc43-8e77deede0e4" providerId="ADAL" clId="{79810BCC-BAA2-4D46-8788-90936CCE2327}" dt="2025-11-21T14:51:32.826" v="55" actId="1076"/>
          <ac:picMkLst>
            <pc:docMk/>
            <pc:sldMk cId="1840397502" sldId="269"/>
            <ac:picMk id="4" creationId="{374F3464-AC17-1460-00EF-221B42D35751}"/>
          </ac:picMkLst>
        </pc:picChg>
        <pc:picChg chg="del">
          <ac:chgData name="Mathilde Annette Nicole Roulleau" userId="4ab294c6-1984-4b16-bc43-8e77deede0e4" providerId="ADAL" clId="{79810BCC-BAA2-4D46-8788-90936CCE2327}" dt="2025-11-21T14:50:36.739" v="40" actId="478"/>
          <ac:picMkLst>
            <pc:docMk/>
            <pc:sldMk cId="1840397502" sldId="269"/>
            <ac:picMk id="6" creationId="{3983262F-4ECE-3972-06CA-98486DC394D3}"/>
          </ac:picMkLst>
        </pc:picChg>
        <pc:picChg chg="add mod modCrop">
          <ac:chgData name="Mathilde Annette Nicole Roulleau" userId="4ab294c6-1984-4b16-bc43-8e77deede0e4" providerId="ADAL" clId="{79810BCC-BAA2-4D46-8788-90936CCE2327}" dt="2025-11-21T14:51:28.715" v="54" actId="1076"/>
          <ac:picMkLst>
            <pc:docMk/>
            <pc:sldMk cId="1840397502" sldId="269"/>
            <ac:picMk id="7" creationId="{B2D346FD-C4E5-3C8C-93F2-2070452AB058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5-11-21T15:00:08.106" v="86" actId="1076"/>
        <pc:sldMkLst>
          <pc:docMk/>
          <pc:sldMk cId="2010887680" sldId="270"/>
        </pc:sldMkLst>
        <pc:spChg chg="mod">
          <ac:chgData name="Mathilde Annette Nicole Roulleau" userId="4ab294c6-1984-4b16-bc43-8e77deede0e4" providerId="ADAL" clId="{79810BCC-BAA2-4D46-8788-90936CCE2327}" dt="2025-11-21T14:52:29.966" v="63" actId="404"/>
          <ac:spMkLst>
            <pc:docMk/>
            <pc:sldMk cId="2010887680" sldId="270"/>
            <ac:spMk id="2" creationId="{2FBC1F83-1263-96F3-5EE5-C1EB42A08A4B}"/>
          </ac:spMkLst>
        </pc:spChg>
        <pc:spChg chg="mod">
          <ac:chgData name="Mathilde Annette Nicole Roulleau" userId="4ab294c6-1984-4b16-bc43-8e77deede0e4" providerId="ADAL" clId="{79810BCC-BAA2-4D46-8788-90936CCE2327}" dt="2025-11-21T14:52:55.636" v="68" actId="1076"/>
          <ac:spMkLst>
            <pc:docMk/>
            <pc:sldMk cId="2010887680" sldId="270"/>
            <ac:spMk id="5" creationId="{68AF9771-C05B-0D46-07A4-8F38406C5A0C}"/>
          </ac:spMkLst>
        </pc:spChg>
        <pc:picChg chg="del">
          <ac:chgData name="Mathilde Annette Nicole Roulleau" userId="4ab294c6-1984-4b16-bc43-8e77deede0e4" providerId="ADAL" clId="{79810BCC-BAA2-4D46-8788-90936CCE2327}" dt="2025-11-21T14:52:35.689" v="64" actId="478"/>
          <ac:picMkLst>
            <pc:docMk/>
            <pc:sldMk cId="2010887680" sldId="270"/>
            <ac:picMk id="4" creationId="{DF04DC2B-ABA5-0E93-DA5A-4897977B99AF}"/>
          </ac:picMkLst>
        </pc:picChg>
        <pc:picChg chg="add mod">
          <ac:chgData name="Mathilde Annette Nicole Roulleau" userId="4ab294c6-1984-4b16-bc43-8e77deede0e4" providerId="ADAL" clId="{79810BCC-BAA2-4D46-8788-90936CCE2327}" dt="2025-11-21T15:00:08.106" v="86" actId="1076"/>
          <ac:picMkLst>
            <pc:docMk/>
            <pc:sldMk cId="2010887680" sldId="270"/>
            <ac:picMk id="6" creationId="{697B1360-6F4E-22E5-28D4-769F9049DFFA}"/>
          </ac:picMkLst>
        </pc:picChg>
        <pc:picChg chg="del">
          <ac:chgData name="Mathilde Annette Nicole Roulleau" userId="4ab294c6-1984-4b16-bc43-8e77deede0e4" providerId="ADAL" clId="{79810BCC-BAA2-4D46-8788-90936CCE2327}" dt="2025-11-21T14:52:35.689" v="64" actId="478"/>
          <ac:picMkLst>
            <pc:docMk/>
            <pc:sldMk cId="2010887680" sldId="270"/>
            <ac:picMk id="7" creationId="{393B3160-0560-5794-BD9E-F65E0DFE7B45}"/>
          </ac:picMkLst>
        </pc:picChg>
        <pc:picChg chg="add mod">
          <ac:chgData name="Mathilde Annette Nicole Roulleau" userId="4ab294c6-1984-4b16-bc43-8e77deede0e4" providerId="ADAL" clId="{79810BCC-BAA2-4D46-8788-90936CCE2327}" dt="2025-11-21T14:59:34.945" v="79" actId="1076"/>
          <ac:picMkLst>
            <pc:docMk/>
            <pc:sldMk cId="2010887680" sldId="270"/>
            <ac:picMk id="9" creationId="{763D2C98-6CB4-C864-DAB2-03D1C38C0185}"/>
          </ac:picMkLst>
        </pc:picChg>
        <pc:picChg chg="add mod">
          <ac:chgData name="Mathilde Annette Nicole Roulleau" userId="4ab294c6-1984-4b16-bc43-8e77deede0e4" providerId="ADAL" clId="{79810BCC-BAA2-4D46-8788-90936CCE2327}" dt="2025-11-21T14:59:36.678" v="80" actId="1076"/>
          <ac:picMkLst>
            <pc:docMk/>
            <pc:sldMk cId="2010887680" sldId="270"/>
            <ac:picMk id="11" creationId="{423FC7A2-FBE7-A963-6226-5E1E0229BFAD}"/>
          </ac:picMkLst>
        </pc:picChg>
        <pc:picChg chg="add mod">
          <ac:chgData name="Mathilde Annette Nicole Roulleau" userId="4ab294c6-1984-4b16-bc43-8e77deede0e4" providerId="ADAL" clId="{79810BCC-BAA2-4D46-8788-90936CCE2327}" dt="2025-11-21T14:59:40.720" v="81" actId="1076"/>
          <ac:picMkLst>
            <pc:docMk/>
            <pc:sldMk cId="2010887680" sldId="270"/>
            <ac:picMk id="13" creationId="{82E0A127-800A-4A07-3090-BA7024757E56}"/>
          </ac:picMkLst>
        </pc:picChg>
        <pc:picChg chg="add mod">
          <ac:chgData name="Mathilde Annette Nicole Roulleau" userId="4ab294c6-1984-4b16-bc43-8e77deede0e4" providerId="ADAL" clId="{79810BCC-BAA2-4D46-8788-90936CCE2327}" dt="2025-11-21T14:59:49.092" v="82" actId="1076"/>
          <ac:picMkLst>
            <pc:docMk/>
            <pc:sldMk cId="2010887680" sldId="270"/>
            <ac:picMk id="15" creationId="{9AB0EE44-B812-7C2E-69FD-844FFBE8BF66}"/>
          </ac:picMkLst>
        </pc:picChg>
        <pc:picChg chg="add mod">
          <ac:chgData name="Mathilde Annette Nicole Roulleau" userId="4ab294c6-1984-4b16-bc43-8e77deede0e4" providerId="ADAL" clId="{79810BCC-BAA2-4D46-8788-90936CCE2327}" dt="2025-11-21T14:59:59.250" v="84" actId="1076"/>
          <ac:picMkLst>
            <pc:docMk/>
            <pc:sldMk cId="2010887680" sldId="270"/>
            <ac:picMk id="17" creationId="{FE4CE634-2659-0192-8B8B-F07183B79FF6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5-11-21T15:02:35.317" v="113" actId="1076"/>
        <pc:sldMkLst>
          <pc:docMk/>
          <pc:sldMk cId="265596694" sldId="271"/>
        </pc:sldMkLst>
        <pc:picChg chg="add mod modCrop">
          <ac:chgData name="Mathilde Annette Nicole Roulleau" userId="4ab294c6-1984-4b16-bc43-8e77deede0e4" providerId="ADAL" clId="{79810BCC-BAA2-4D46-8788-90936CCE2327}" dt="2025-11-21T15:02:23.850" v="110" actId="1076"/>
          <ac:picMkLst>
            <pc:docMk/>
            <pc:sldMk cId="265596694" sldId="271"/>
            <ac:picMk id="4" creationId="{6C2E43F9-F562-CE0D-B49A-72F80830DE14}"/>
          </ac:picMkLst>
        </pc:picChg>
        <pc:picChg chg="del">
          <ac:chgData name="Mathilde Annette Nicole Roulleau" userId="4ab294c6-1984-4b16-bc43-8e77deede0e4" providerId="ADAL" clId="{79810BCC-BAA2-4D46-8788-90936CCE2327}" dt="2025-11-21T15:00:20.484" v="88" actId="478"/>
          <ac:picMkLst>
            <pc:docMk/>
            <pc:sldMk cId="265596694" sldId="271"/>
            <ac:picMk id="6" creationId="{79082F38-F3FB-F672-89FA-64AE701C5FBF}"/>
          </ac:picMkLst>
        </pc:picChg>
        <pc:picChg chg="add mod modCrop">
          <ac:chgData name="Mathilde Annette Nicole Roulleau" userId="4ab294c6-1984-4b16-bc43-8e77deede0e4" providerId="ADAL" clId="{79810BCC-BAA2-4D46-8788-90936CCE2327}" dt="2025-11-21T15:02:35.317" v="113" actId="1076"/>
          <ac:picMkLst>
            <pc:docMk/>
            <pc:sldMk cId="265596694" sldId="271"/>
            <ac:picMk id="8" creationId="{939CD8FF-6BD3-EF36-0F7B-528C0C3AD0FB}"/>
          </ac:picMkLst>
        </pc:picChg>
        <pc:picChg chg="del">
          <ac:chgData name="Mathilde Annette Nicole Roulleau" userId="4ab294c6-1984-4b16-bc43-8e77deede0e4" providerId="ADAL" clId="{79810BCC-BAA2-4D46-8788-90936CCE2327}" dt="2025-11-21T15:00:20.484" v="88" actId="478"/>
          <ac:picMkLst>
            <pc:docMk/>
            <pc:sldMk cId="265596694" sldId="271"/>
            <ac:picMk id="9" creationId="{39559F39-F467-CF16-DC63-F0B2BB3E42D8}"/>
          </ac:picMkLst>
        </pc:picChg>
        <pc:picChg chg="del">
          <ac:chgData name="Mathilde Annette Nicole Roulleau" userId="4ab294c6-1984-4b16-bc43-8e77deede0e4" providerId="ADAL" clId="{79810BCC-BAA2-4D46-8788-90936CCE2327}" dt="2025-11-21T15:00:20.484" v="88" actId="478"/>
          <ac:picMkLst>
            <pc:docMk/>
            <pc:sldMk cId="265596694" sldId="271"/>
            <ac:picMk id="11" creationId="{28072E67-0BEF-D535-E617-2E7DB8DCA9E8}"/>
          </ac:picMkLst>
        </pc:picChg>
        <pc:picChg chg="add mod modCrop">
          <ac:chgData name="Mathilde Annette Nicole Roulleau" userId="4ab294c6-1984-4b16-bc43-8e77deede0e4" providerId="ADAL" clId="{79810BCC-BAA2-4D46-8788-90936CCE2327}" dt="2025-11-21T15:02:32.147" v="112" actId="1076"/>
          <ac:picMkLst>
            <pc:docMk/>
            <pc:sldMk cId="265596694" sldId="271"/>
            <ac:picMk id="12" creationId="{E15D52CF-931A-73BC-A834-E1F15FCBE68C}"/>
          </ac:picMkLst>
        </pc:picChg>
        <pc:picChg chg="del">
          <ac:chgData name="Mathilde Annette Nicole Roulleau" userId="4ab294c6-1984-4b16-bc43-8e77deede0e4" providerId="ADAL" clId="{79810BCC-BAA2-4D46-8788-90936CCE2327}" dt="2025-11-21T15:00:20.484" v="88" actId="478"/>
          <ac:picMkLst>
            <pc:docMk/>
            <pc:sldMk cId="265596694" sldId="271"/>
            <ac:picMk id="13" creationId="{DB44D50B-D6AA-2B33-FAEB-4B414657EB23}"/>
          </ac:picMkLst>
        </pc:picChg>
        <pc:picChg chg="del">
          <ac:chgData name="Mathilde Annette Nicole Roulleau" userId="4ab294c6-1984-4b16-bc43-8e77deede0e4" providerId="ADAL" clId="{79810BCC-BAA2-4D46-8788-90936CCE2327}" dt="2025-11-21T15:00:20.484" v="88" actId="478"/>
          <ac:picMkLst>
            <pc:docMk/>
            <pc:sldMk cId="265596694" sldId="271"/>
            <ac:picMk id="15" creationId="{B918E08E-A644-3A70-9AE2-2E70C102C09B}"/>
          </ac:picMkLst>
        </pc:picChg>
        <pc:picChg chg="del">
          <ac:chgData name="Mathilde Annette Nicole Roulleau" userId="4ab294c6-1984-4b16-bc43-8e77deede0e4" providerId="ADAL" clId="{79810BCC-BAA2-4D46-8788-90936CCE2327}" dt="2025-11-21T15:00:20.484" v="88" actId="478"/>
          <ac:picMkLst>
            <pc:docMk/>
            <pc:sldMk cId="265596694" sldId="271"/>
            <ac:picMk id="17" creationId="{054EC739-BF39-BE09-BAC8-55EC0AC7938A}"/>
          </ac:picMkLst>
        </pc:picChg>
      </pc:sldChg>
      <pc:sldChg chg="addSp delSp modSp add mod">
        <pc:chgData name="Mathilde Annette Nicole Roulleau" userId="4ab294c6-1984-4b16-bc43-8e77deede0e4" providerId="ADAL" clId="{79810BCC-BAA2-4D46-8788-90936CCE2327}" dt="2025-11-21T15:03:09.435" v="120" actId="1076"/>
        <pc:sldMkLst>
          <pc:docMk/>
          <pc:sldMk cId="2257833140" sldId="272"/>
        </pc:sldMkLst>
        <pc:picChg chg="del">
          <ac:chgData name="Mathilde Annette Nicole Roulleau" userId="4ab294c6-1984-4b16-bc43-8e77deede0e4" providerId="ADAL" clId="{79810BCC-BAA2-4D46-8788-90936CCE2327}" dt="2025-11-21T15:02:52.054" v="115" actId="478"/>
          <ac:picMkLst>
            <pc:docMk/>
            <pc:sldMk cId="2257833140" sldId="272"/>
            <ac:picMk id="4" creationId="{441012A1-EC1F-E9FF-4B3B-A705A2030435}"/>
          </ac:picMkLst>
        </pc:picChg>
        <pc:picChg chg="add mod">
          <ac:chgData name="Mathilde Annette Nicole Roulleau" userId="4ab294c6-1984-4b16-bc43-8e77deede0e4" providerId="ADAL" clId="{79810BCC-BAA2-4D46-8788-90936CCE2327}" dt="2025-11-21T15:03:09.435" v="120" actId="1076"/>
          <ac:picMkLst>
            <pc:docMk/>
            <pc:sldMk cId="2257833140" sldId="272"/>
            <ac:picMk id="6" creationId="{8A1F034B-968E-C16D-3BA8-B392AB348362}"/>
          </ac:picMkLst>
        </pc:picChg>
        <pc:picChg chg="del">
          <ac:chgData name="Mathilde Annette Nicole Roulleau" userId="4ab294c6-1984-4b16-bc43-8e77deede0e4" providerId="ADAL" clId="{79810BCC-BAA2-4D46-8788-90936CCE2327}" dt="2025-11-21T15:02:52.054" v="115" actId="478"/>
          <ac:picMkLst>
            <pc:docMk/>
            <pc:sldMk cId="2257833140" sldId="272"/>
            <ac:picMk id="8" creationId="{3A49C377-0BD5-F383-33E9-7FEEBDAEB10A}"/>
          </ac:picMkLst>
        </pc:picChg>
        <pc:picChg chg="del">
          <ac:chgData name="Mathilde Annette Nicole Roulleau" userId="4ab294c6-1984-4b16-bc43-8e77deede0e4" providerId="ADAL" clId="{79810BCC-BAA2-4D46-8788-90936CCE2327}" dt="2025-11-21T15:02:52.054" v="115" actId="478"/>
          <ac:picMkLst>
            <pc:docMk/>
            <pc:sldMk cId="2257833140" sldId="272"/>
            <ac:picMk id="12" creationId="{4E716BBC-4914-09D1-65C5-01EC81CA86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1185E-4E35-58F4-F9F9-384BB888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9A1BDD-370B-685C-A168-96D71FEED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85558F-413F-45DA-97AC-4AAA903B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DF4190-1D38-D7E2-910A-6F610040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922F6-8E7C-36D7-BC27-ACDDEB8E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3AA04-984F-F0B9-408C-C8DF3C99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D12680-0EE6-6CBA-7F93-3D0AAE66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B29DF8-ED83-A342-2612-F36503F4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8A1CD8-B37C-FB8E-F16B-0F03916B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9C62F-836C-6250-A56E-42643EF6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16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F37137-D9A9-1E23-114C-70C8F53D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079734-0FA4-2D2C-C6AA-2B32528B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0DB7F5-AA19-EA26-E6A8-3BBEE421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3DA66E-B282-5A22-F1B5-B4BB7D81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43FEE9-BF12-4EAB-1D87-CBAAB872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14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4AB80-20B6-078A-362C-5991E8FD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6ED3D-2AD6-27EC-146A-ED6C7BA9B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01A28D-594E-D642-8501-2C8E30920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CFC2D3-925B-897E-EA8E-E821E5AB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181294-970D-A547-361C-89E0AA86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4F1DF7-4D74-DC36-3E71-0B5C71DB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743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73901-94B2-1CA0-AC90-F2A42B9A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268F68-612C-2E0A-B5A5-4168499FA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C8BE72-2AD0-4F38-F08A-CF22B5B73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2AC999-93EA-AEA0-2E3B-D1880D3E6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F9EAA6B-CE3C-DB84-2CD5-14EEA4BF4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2407338-CFD2-3021-D124-062E43D1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1E5106-3EDF-154E-7266-EB31A033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9F6746-77E6-4EB9-6E2F-B1AFD8B6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34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066F0-116C-C198-6EB0-8AAB110B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7BC66A-1005-A0FE-583A-F71E7C3C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BF34EF-23FC-E64E-720D-5FE8A176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F71FF5-107A-5457-28FD-A64E65DB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9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3DD10F-6236-9664-BC1B-580C9F9E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442798-97B9-81A6-0940-93237FEA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675B03-A30D-C2C4-37FE-FF647775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65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D6ADE-6DA9-E0E2-AC6A-98D5CAEF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DB9D6B-D3E9-27AE-28F2-CD2CD35B5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A6C63A-723F-028F-5C9E-BD4FF05CA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4D1A9A-D08E-75B3-0DD9-3C5BC43B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F245D5-548D-B86B-54E2-2CF4DF6F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9204DE-6174-E898-B234-B28AC811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58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0FCFB-0B18-65D7-50DA-6AC56E58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AE91F83-7BCD-A138-3A17-C3A418FA1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17B511-6770-77DE-0129-A43060DE3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B7D277-7793-2871-5623-C51551F9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72E845-3E33-4DD2-8055-96CF1D34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1ADF2-5ABA-0696-A220-DEA3BADF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21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20124-093B-052D-F244-AEE364CE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C6B351-2445-6F0E-6573-CECCAD7A7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938F57-1ABE-0191-E735-301CFA11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C3106-612D-2E72-1252-04A51CD4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949A6E-F6D5-A4AE-843A-79C09AA8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57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FF922E5-212D-94FB-81A2-3E5947AB7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E729B3-E12C-F30D-383A-1FD2CD7D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6EE58D-90F9-F513-0BC6-53292B61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247B6A-A579-6B14-B395-FE784FA7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5697CB-3839-90C9-A9D7-0BE44B39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75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A862AF-038B-289F-2612-120FECAF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BED8E4-5CB5-2B36-E9FC-1BC014FD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23173A-0D02-9523-7C44-10DC8EEE8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8AEC6-9F74-4A80-A949-73593805F453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B3BB3F-A6EC-D62B-4EC4-33DD08946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1053D6-CB00-9AD4-6D74-DBB342A24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94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cbi.nlm.nih.gov/bioproject/PRJNA868713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cbi.nlm.nih.gov/bioproject/PRJNA868713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cbi.nlm.nih.gov/bioproject/PRJNA804221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ncbi.nlm.nih.gov/bioproject/PRJNA804221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ncbi.nlm.nih.gov/bioproject/PRJNA252740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ncbi.nlm.nih.gov/bioproject/PRJNA252740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ncbi.nlm.nih.gov/bioproject/PRJNA687267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ncbi.nlm.nih.gov/bioproject/PRJNA687267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ncbi.nlm.nih.gov/bioproject/PRJNA681237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ncbi.nlm.nih.gov/bioproject/PRJNA681237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hyperlink" Target="https://www.ncbi.nlm.nih.gov/bioproject/PRJNA1025116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ncbi.nlm.nih.gov/bioproject/PRJNA1025116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ncbi.nlm.nih.gov/bioproject/PRJNA102511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DF29D2-4C32-DF17-5FE2-846F3BD91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400" i="1" dirty="0"/>
              <a:t>Escherichia coli VS Escherichia phage T4</a:t>
            </a:r>
            <a:endParaRPr lang="fr-FR" sz="4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E85DE0E-08AE-838D-714A-1BC1D1F9DC24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PRJNA868713</a:t>
            </a:r>
            <a:endParaRPr lang="fr-FR" sz="1600" dirty="0"/>
          </a:p>
        </p:txBody>
      </p:sp>
      <p:pic>
        <p:nvPicPr>
          <p:cNvPr id="7" name="Image 6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E74A6F08-824F-E589-E985-66D235E07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1014333" y="991615"/>
            <a:ext cx="9178977" cy="573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ACBA-B607-D26C-9D12-1DE73537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B4FBB-F161-6BD0-0160-1A3E29E27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400" i="1" dirty="0"/>
              <a:t>Escherichia coli VS Escherichia phage T4</a:t>
            </a:r>
            <a:endParaRPr lang="fr-FR" sz="4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9C9C4E7-DCA2-EDF2-4FD8-F3AEDCD0AEF3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PRJNA868713</a:t>
            </a:r>
            <a:endParaRPr lang="fr-FR" sz="1600" dirty="0"/>
          </a:p>
        </p:txBody>
      </p:sp>
      <p:pic>
        <p:nvPicPr>
          <p:cNvPr id="4" name="Image 3" descr="Une image contenant texte, diagramme, nombre, Tracé&#10;&#10;Le contenu généré par l’IA peut être incorrect.">
            <a:extLst>
              <a:ext uri="{FF2B5EF4-FFF2-40B4-BE49-F238E27FC236}">
                <a16:creationId xmlns:a16="http://schemas.microsoft.com/office/drawing/2014/main" id="{3BDE9DFE-7E2B-CA59-0964-F80C39B73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41" y="991615"/>
            <a:ext cx="9262823" cy="57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2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1F109-0BC6-5CAD-7B09-59BE740A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7B3BA-4376-E7B2-B372-A392FA8E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400" i="1" dirty="0" err="1"/>
              <a:t>Liquorilactobacillus</a:t>
            </a:r>
            <a:r>
              <a:rPr lang="fr-FR" sz="4400" i="1" dirty="0"/>
              <a:t> mali VS </a:t>
            </a:r>
            <a:r>
              <a:rPr lang="fr-FR" sz="4400" dirty="0"/>
              <a:t>UCMA21115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66D62F-26D9-5805-9758-056E11DDEA3D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PRJNA804221</a:t>
            </a:r>
            <a:endParaRPr lang="fr-FR" sz="1400" dirty="0"/>
          </a:p>
        </p:txBody>
      </p:sp>
      <p:pic>
        <p:nvPicPr>
          <p:cNvPr id="6" name="Image 5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875CD74C-DFFB-677E-D32D-24AC505BD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389" y="1013823"/>
            <a:ext cx="7305221" cy="584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5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9F5E-B0BB-EEE1-4305-562CB94D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B5323-FCD6-A4FA-14CF-440CC0D84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400" i="1" dirty="0" err="1"/>
              <a:t>Liquorilactobacillus</a:t>
            </a:r>
            <a:r>
              <a:rPr lang="fr-FR" sz="4400" i="1" dirty="0"/>
              <a:t> mali VS </a:t>
            </a:r>
            <a:r>
              <a:rPr lang="fr-FR" sz="4400" dirty="0"/>
              <a:t>UCMA21115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CA873A-0624-2EB1-0046-CCE952DA3E67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PRJNA804221</a:t>
            </a:r>
            <a:endParaRPr lang="fr-FR" sz="1400" dirty="0"/>
          </a:p>
        </p:txBody>
      </p:sp>
      <p:pic>
        <p:nvPicPr>
          <p:cNvPr id="4" name="Image 3" descr="Une image contenant texte, Tracé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D1240C10-CACD-B87A-EF61-5453CE86A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575" y="893644"/>
            <a:ext cx="6065425" cy="3743233"/>
          </a:xfrm>
          <a:prstGeom prst="rect">
            <a:avLst/>
          </a:prstGeom>
        </p:spPr>
      </p:pic>
      <p:pic>
        <p:nvPicPr>
          <p:cNvPr id="8" name="Image 7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BBCFECFD-974C-1B8F-8EF0-BB8C55A1FE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77028"/>
            <a:ext cx="6126574" cy="378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81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1C32-253E-AB8D-1A57-B15C0D4A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42722-A0D4-710C-0FC1-D20736AF3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000" i="1" dirty="0"/>
              <a:t>Pseudomonas </a:t>
            </a:r>
            <a:r>
              <a:rPr lang="fr-FR" sz="4000" i="1" dirty="0" err="1"/>
              <a:t>aeruginosa</a:t>
            </a:r>
            <a:r>
              <a:rPr lang="fr-FR" sz="4000" i="1" dirty="0"/>
              <a:t> VS </a:t>
            </a:r>
            <a:r>
              <a:rPr lang="fr-FR" sz="4000" dirty="0"/>
              <a:t>Pseudomonas phage </a:t>
            </a:r>
            <a:r>
              <a:rPr lang="fr-FR" sz="4000" dirty="0" err="1"/>
              <a:t>phiKZ</a:t>
            </a:r>
            <a:endParaRPr lang="fr-FR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5E304A-7C03-4403-946E-C9FDE758AD36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PRJNA252740</a:t>
            </a:r>
            <a:endParaRPr lang="fr-FR" sz="1200" dirty="0"/>
          </a:p>
        </p:txBody>
      </p:sp>
      <p:pic>
        <p:nvPicPr>
          <p:cNvPr id="4" name="Image 3" descr="Une image contenant diagramme, texte, ligne, Dessin technique&#10;&#10;Le contenu généré par l’IA peut être incorrect.">
            <a:extLst>
              <a:ext uri="{FF2B5EF4-FFF2-40B4-BE49-F238E27FC236}">
                <a16:creationId xmlns:a16="http://schemas.microsoft.com/office/drawing/2014/main" id="{E6D5BC09-095C-2D23-E563-45B4EBE76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5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42AE-AE7F-C5D4-AFFB-FE15438D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495CD-404E-1A84-9338-5DBB51229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000" i="1" dirty="0"/>
              <a:t>Pseudomonas </a:t>
            </a:r>
            <a:r>
              <a:rPr lang="fr-FR" sz="4000" i="1" dirty="0" err="1"/>
              <a:t>aeruginosa</a:t>
            </a:r>
            <a:r>
              <a:rPr lang="fr-FR" sz="4000" i="1" dirty="0"/>
              <a:t> VS </a:t>
            </a:r>
            <a:r>
              <a:rPr lang="fr-FR" sz="4000" dirty="0"/>
              <a:t>Pseudomonas phage </a:t>
            </a:r>
            <a:r>
              <a:rPr lang="fr-FR" sz="4000" dirty="0" err="1"/>
              <a:t>phiKZ</a:t>
            </a:r>
            <a:endParaRPr lang="fr-FR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EDE0FF-71F5-5DA2-C9CA-78BBF7F28375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PRJNA252740</a:t>
            </a:r>
            <a:endParaRPr lang="fr-FR" sz="1200" dirty="0"/>
          </a:p>
        </p:txBody>
      </p:sp>
      <p:pic>
        <p:nvPicPr>
          <p:cNvPr id="6" name="Image 5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A07A1DF1-93B6-F696-1312-720CBD2D1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241" y="1221412"/>
            <a:ext cx="8890466" cy="54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6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352B-00BA-D54E-26A4-1D259B63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A5621-3A74-1B0A-8E68-AE8357FC0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Newman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092A84-3BF9-023D-E5BD-8253C971494B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4" name="Image 3" descr="Une image contenant texte, diagramme, ligne, nombre&#10;&#10;Le contenu généré par l’IA peut être incorrect.">
            <a:extLst>
              <a:ext uri="{FF2B5EF4-FFF2-40B4-BE49-F238E27FC236}">
                <a16:creationId xmlns:a16="http://schemas.microsoft.com/office/drawing/2014/main" id="{A081D9EB-A7CA-B437-38C8-FA7B5F3E5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7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A517-CC06-B9E8-C6B9-3A82E752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4F219-C5D7-AE18-D30D-9B097FE61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Newman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97354A-2061-3A9C-4E3A-A953FE0F7E89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6" name="Image 5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7052C976-FDA7-B6A0-71A8-412717E78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577" y="1121201"/>
            <a:ext cx="9052845" cy="558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13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9A8A-A9ED-9B8A-2165-D683F74C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FC6C5-75D4-06ED-690C-31D6B438B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SH1000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F5CB6E-3BF3-4F80-D5FA-27757CB576C7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CFDE9D0E-811B-6DFF-D439-135BFA09E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0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98D8-71C9-3234-B9E2-A58BDBEB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76399-C872-96F2-337F-7D6D022FE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Newman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B480C1-58AC-7D48-B0F9-3BEDD0078C54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4" name="Image 3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298B03B8-75D4-857A-85B4-4939187F6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767" y="1202036"/>
            <a:ext cx="8890466" cy="54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84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9B56-1213-90D3-7746-C0180B75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A2FCB-5D72-D97E-530A-4A6BA4A82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Escherichia coli C </a:t>
            </a:r>
            <a:r>
              <a:rPr lang="fr-FR" sz="3600" i="1" dirty="0" err="1"/>
              <a:t>strain</a:t>
            </a:r>
            <a:r>
              <a:rPr lang="fr-FR" sz="3600" i="1" dirty="0"/>
              <a:t> VS </a:t>
            </a:r>
            <a:r>
              <a:rPr lang="fr-FR" sz="3600" dirty="0" err="1"/>
              <a:t>Enterobacteria</a:t>
            </a:r>
            <a:r>
              <a:rPr lang="fr-FR" sz="3600" dirty="0"/>
              <a:t> phage phiX174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96DE06-2D03-7DDC-B90B-23D7FA839607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PRJNA687267</a:t>
            </a:r>
            <a:endParaRPr lang="fr-FR" sz="1050" dirty="0"/>
          </a:p>
        </p:txBody>
      </p:sp>
      <p:pic>
        <p:nvPicPr>
          <p:cNvPr id="6" name="Image 5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3A558692-680F-A677-DCCE-807E48033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464" y="1161143"/>
            <a:ext cx="7121071" cy="569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5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C54B-3136-57A0-F87D-A45D529D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20CBA-F61F-D8F1-564F-6A3D92675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Escherichia coli C </a:t>
            </a:r>
            <a:r>
              <a:rPr lang="fr-FR" sz="3600" i="1" dirty="0" err="1"/>
              <a:t>strain</a:t>
            </a:r>
            <a:r>
              <a:rPr lang="fr-FR" sz="3600" i="1" dirty="0"/>
              <a:t> VS </a:t>
            </a:r>
            <a:r>
              <a:rPr lang="fr-FR" sz="3600" dirty="0" err="1"/>
              <a:t>Enterobacteria</a:t>
            </a:r>
            <a:r>
              <a:rPr lang="fr-FR" sz="3600" dirty="0"/>
              <a:t> phage phiX174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D9001C-F612-3C9B-638F-8F603AE6C05A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PRJNA687267</a:t>
            </a:r>
            <a:endParaRPr lang="fr-FR" sz="1050" dirty="0"/>
          </a:p>
        </p:txBody>
      </p:sp>
      <p:pic>
        <p:nvPicPr>
          <p:cNvPr id="4" name="Image 3" descr="Une image contenant texte, Tracé, diagramme, ligne&#10;&#10;Le contenu généré par l’IA peut être incorrect.">
            <a:extLst>
              <a:ext uri="{FF2B5EF4-FFF2-40B4-BE49-F238E27FC236}">
                <a16:creationId xmlns:a16="http://schemas.microsoft.com/office/drawing/2014/main" id="{ADF5F0D5-2E88-03E4-F048-455E87DF9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292" y="1385827"/>
            <a:ext cx="7601415" cy="469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26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2605-D154-A8DD-F153-5C780AC1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3943F-8D01-DA90-C67D-24C739F30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Pseudomonas </a:t>
            </a:r>
            <a:r>
              <a:rPr lang="fr-FR" sz="3600" i="1" dirty="0" err="1"/>
              <a:t>aeruginosa</a:t>
            </a:r>
            <a:r>
              <a:rPr lang="fr-FR" sz="3600" i="1" dirty="0"/>
              <a:t> VS </a:t>
            </a:r>
            <a:r>
              <a:rPr lang="fr-FR" sz="3600" dirty="0"/>
              <a:t>Pseudomonas phage LUZ19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DFA5F4-5D83-7D31-D7C4-171A4926D79C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PRJNA681237</a:t>
            </a:r>
            <a:endParaRPr lang="fr-FR" sz="1000" dirty="0"/>
          </a:p>
        </p:txBody>
      </p:sp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38648C94-7FD3-EB16-E170-57C981912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9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5D67-731B-2336-5413-907DB529A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0F8ED-FAD9-B4F5-7354-666554608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Pseudomonas </a:t>
            </a:r>
            <a:r>
              <a:rPr lang="fr-FR" sz="3600" i="1" dirty="0" err="1"/>
              <a:t>aeruginosa</a:t>
            </a:r>
            <a:r>
              <a:rPr lang="fr-FR" sz="3600" i="1" dirty="0"/>
              <a:t> VS </a:t>
            </a:r>
            <a:r>
              <a:rPr lang="fr-FR" sz="3600" dirty="0"/>
              <a:t>Pseudomonas phage LUZ19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EAAFD9-3BA0-F61D-9E88-4E23B961680C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PRJNA681237</a:t>
            </a:r>
            <a:endParaRPr lang="fr-FR" sz="1000" dirty="0"/>
          </a:p>
        </p:txBody>
      </p:sp>
      <p:pic>
        <p:nvPicPr>
          <p:cNvPr id="4" name="Image 3" descr="Une image contenant texte, diagramme, croquis, dessin&#10;&#10;Le contenu généré par l’IA peut être incorrect.">
            <a:extLst>
              <a:ext uri="{FF2B5EF4-FFF2-40B4-BE49-F238E27FC236}">
                <a16:creationId xmlns:a16="http://schemas.microsoft.com/office/drawing/2014/main" id="{374F3464-AC17-1460-00EF-221B42D35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45"/>
          <a:stretch>
            <a:fillRect/>
          </a:stretch>
        </p:blipFill>
        <p:spPr>
          <a:xfrm>
            <a:off x="174885" y="991615"/>
            <a:ext cx="5703401" cy="5685295"/>
          </a:xfrm>
          <a:prstGeom prst="rect">
            <a:avLst/>
          </a:prstGeom>
        </p:spPr>
      </p:pic>
      <p:pic>
        <p:nvPicPr>
          <p:cNvPr id="7" name="Image 6" descr="Une image contenant texte, diagramme, croquis, dessin&#10;&#10;Le contenu généré par l’IA peut être incorrect.">
            <a:extLst>
              <a:ext uri="{FF2B5EF4-FFF2-40B4-BE49-F238E27FC236}">
                <a16:creationId xmlns:a16="http://schemas.microsoft.com/office/drawing/2014/main" id="{B2D346FD-C4E5-3C8C-93F2-2070452AB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97"/>
          <a:stretch>
            <a:fillRect/>
          </a:stretch>
        </p:blipFill>
        <p:spPr>
          <a:xfrm>
            <a:off x="6138830" y="2138241"/>
            <a:ext cx="5878285" cy="294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97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61A4C-1E19-1919-E725-4489C2D3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C1F83-1263-96F3-5EE5-C1EB42A08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 err="1"/>
              <a:t>Fusobacterium</a:t>
            </a:r>
            <a:r>
              <a:rPr lang="fr-FR" sz="3600" i="1" dirty="0"/>
              <a:t> </a:t>
            </a:r>
            <a:r>
              <a:rPr lang="fr-FR" sz="3600" i="1" dirty="0" err="1"/>
              <a:t>nucleatum</a:t>
            </a:r>
            <a:r>
              <a:rPr lang="fr-FR" sz="3600" i="1" dirty="0"/>
              <a:t> VS </a:t>
            </a:r>
            <a:r>
              <a:rPr lang="fr-FR" sz="3600" dirty="0" err="1"/>
              <a:t>Fusobacterium</a:t>
            </a:r>
            <a:r>
              <a:rPr lang="fr-FR" sz="3600" dirty="0"/>
              <a:t> phage JD-Fnp4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AF9771-C05B-0D46-07A4-8F38406C5A0C}"/>
              </a:ext>
            </a:extLst>
          </p:cNvPr>
          <p:cNvSpPr txBox="1"/>
          <p:nvPr/>
        </p:nvSpPr>
        <p:spPr>
          <a:xfrm>
            <a:off x="10682990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PRJNA1025116</a:t>
            </a:r>
            <a:endParaRPr lang="fr-FR" sz="9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7B1360-6F4E-22E5-28D4-769F9049D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5" y="1421370"/>
            <a:ext cx="1962425" cy="33223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3D2C98-6CB4-C864-DAB2-03D1C38C0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415" y="1461855"/>
            <a:ext cx="1895740" cy="33342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23FC7A2-FBE7-A963-6226-5E1E0229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110" y="1404655"/>
            <a:ext cx="1962424" cy="330563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2E0A127-800A-4A07-3090-BA7024757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614" y="1404655"/>
            <a:ext cx="2010056" cy="329611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AB0EE44-B812-7C2E-69FD-844FFBE8BF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670" y="1404602"/>
            <a:ext cx="1952898" cy="332468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E4CE634-2659-0192-8B8B-F07183B79F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3174" y="1404602"/>
            <a:ext cx="1991003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87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6C99-489E-452D-182A-6A355C2B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1424C-895C-B8C2-D885-F98947875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 err="1"/>
              <a:t>Fusobacterium</a:t>
            </a:r>
            <a:r>
              <a:rPr lang="fr-FR" sz="3600" i="1" dirty="0"/>
              <a:t> </a:t>
            </a:r>
            <a:r>
              <a:rPr lang="fr-FR" sz="3600" i="1" dirty="0" err="1"/>
              <a:t>nucleatum</a:t>
            </a:r>
            <a:r>
              <a:rPr lang="fr-FR" sz="3600" i="1" dirty="0"/>
              <a:t> VS </a:t>
            </a:r>
            <a:r>
              <a:rPr lang="fr-FR" sz="3600" dirty="0" err="1"/>
              <a:t>Fusobacterium</a:t>
            </a:r>
            <a:r>
              <a:rPr lang="fr-FR" sz="3600" dirty="0"/>
              <a:t> phage JD-Fnp4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AD2448-2D87-4087-657E-D7AF2E0D050A}"/>
              </a:ext>
            </a:extLst>
          </p:cNvPr>
          <p:cNvSpPr txBox="1"/>
          <p:nvPr/>
        </p:nvSpPr>
        <p:spPr>
          <a:xfrm>
            <a:off x="10682990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PRJNA1025116</a:t>
            </a:r>
            <a:endParaRPr lang="fr-FR" sz="900" dirty="0"/>
          </a:p>
        </p:txBody>
      </p:sp>
      <p:pic>
        <p:nvPicPr>
          <p:cNvPr id="4" name="Image 3" descr="Une image contenant texte, diagramme&#10;&#10;Le contenu généré par l’IA peut être incorrect.">
            <a:extLst>
              <a:ext uri="{FF2B5EF4-FFF2-40B4-BE49-F238E27FC236}">
                <a16:creationId xmlns:a16="http://schemas.microsoft.com/office/drawing/2014/main" id="{6C2E43F9-F562-CE0D-B49A-72F80830D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1" b="50000"/>
          <a:stretch>
            <a:fillRect/>
          </a:stretch>
        </p:blipFill>
        <p:spPr>
          <a:xfrm>
            <a:off x="1" y="991615"/>
            <a:ext cx="3976914" cy="5237887"/>
          </a:xfrm>
          <a:prstGeom prst="rect">
            <a:avLst/>
          </a:prstGeom>
        </p:spPr>
      </p:pic>
      <p:pic>
        <p:nvPicPr>
          <p:cNvPr id="8" name="Image 7" descr="Une image contenant texte, diagramme&#10;&#10;Le contenu généré par l’IA peut être incorrect.">
            <a:extLst>
              <a:ext uri="{FF2B5EF4-FFF2-40B4-BE49-F238E27FC236}">
                <a16:creationId xmlns:a16="http://schemas.microsoft.com/office/drawing/2014/main" id="{939CD8FF-6BD3-EF36-0F7B-528C0C3AD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1" b="50000"/>
          <a:stretch>
            <a:fillRect/>
          </a:stretch>
        </p:blipFill>
        <p:spPr>
          <a:xfrm>
            <a:off x="4107541" y="991616"/>
            <a:ext cx="3976915" cy="5237886"/>
          </a:xfrm>
          <a:prstGeom prst="rect">
            <a:avLst/>
          </a:prstGeom>
        </p:spPr>
      </p:pic>
      <p:pic>
        <p:nvPicPr>
          <p:cNvPr id="12" name="Image 11" descr="Une image contenant texte, diagramme&#10;&#10;Le contenu généré par l’IA peut être incorrect.">
            <a:extLst>
              <a:ext uri="{FF2B5EF4-FFF2-40B4-BE49-F238E27FC236}">
                <a16:creationId xmlns:a16="http://schemas.microsoft.com/office/drawing/2014/main" id="{E15D52CF-931A-73BC-A834-E1F15FCBE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1" t="50000"/>
          <a:stretch>
            <a:fillRect/>
          </a:stretch>
        </p:blipFill>
        <p:spPr>
          <a:xfrm>
            <a:off x="8215082" y="991614"/>
            <a:ext cx="3976917" cy="523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A1D9-BD6F-C4AD-EACD-5CA7CC19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53397F-B60A-547A-6B1F-C6895F36C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 err="1"/>
              <a:t>Fusobacterium</a:t>
            </a:r>
            <a:r>
              <a:rPr lang="fr-FR" sz="3600" i="1" dirty="0"/>
              <a:t> </a:t>
            </a:r>
            <a:r>
              <a:rPr lang="fr-FR" sz="3600" i="1" dirty="0" err="1"/>
              <a:t>nucleatum</a:t>
            </a:r>
            <a:r>
              <a:rPr lang="fr-FR" sz="3600" i="1" dirty="0"/>
              <a:t> VS </a:t>
            </a:r>
            <a:r>
              <a:rPr lang="fr-FR" sz="3600" dirty="0" err="1"/>
              <a:t>Fusobacterium</a:t>
            </a:r>
            <a:r>
              <a:rPr lang="fr-FR" sz="3600" dirty="0"/>
              <a:t> phage JD-Fnp4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0853BE8-E020-379A-3E90-4F7F20965B5D}"/>
              </a:ext>
            </a:extLst>
          </p:cNvPr>
          <p:cNvSpPr txBox="1"/>
          <p:nvPr/>
        </p:nvSpPr>
        <p:spPr>
          <a:xfrm>
            <a:off x="10682990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PRJNA1025116</a:t>
            </a:r>
            <a:endParaRPr lang="fr-FR" sz="900" dirty="0"/>
          </a:p>
        </p:txBody>
      </p:sp>
      <p:pic>
        <p:nvPicPr>
          <p:cNvPr id="6" name="Image 5" descr="Une image contenant texte, diagramme, nombre, Police&#10;&#10;Le contenu généré par l’IA peut être incorrect.">
            <a:extLst>
              <a:ext uri="{FF2B5EF4-FFF2-40B4-BE49-F238E27FC236}">
                <a16:creationId xmlns:a16="http://schemas.microsoft.com/office/drawing/2014/main" id="{8A1F034B-968E-C16D-3BA8-B392AB348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21" y="1032758"/>
            <a:ext cx="8890466" cy="54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331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123</Words>
  <Application>Microsoft Office PowerPoint</Application>
  <PresentationFormat>Grand écran</PresentationFormat>
  <Paragraphs>34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Thème Office</vt:lpstr>
      <vt:lpstr>Escherichia coli VS Escherichia phage T4</vt:lpstr>
      <vt:lpstr>Escherichia coli VS Escherichia phage T4</vt:lpstr>
      <vt:lpstr>Liquorilactobacillus mali VS UCMA21115</vt:lpstr>
      <vt:lpstr>Liquorilactobacillus mali VS UCMA21115</vt:lpstr>
      <vt:lpstr>Pseudomonas aeruginosa VS Pseudomonas phage phiKZ</vt:lpstr>
      <vt:lpstr>Pseudomonas aeruginosa VS Pseudomonas phage phiKZ</vt:lpstr>
      <vt:lpstr>Staphylococcus aureus Newman VS Staphylococcus phage K</vt:lpstr>
      <vt:lpstr>Staphylococcus aureus Newman VS Staphylococcus phage K</vt:lpstr>
      <vt:lpstr>Staphylococcus aureus SH1000 VS Staphylococcus phage K</vt:lpstr>
      <vt:lpstr>Staphylococcus aureus Newman VS Staphylococcus phage K</vt:lpstr>
      <vt:lpstr>Escherichia coli C strain VS Enterobacteria phage phiX174</vt:lpstr>
      <vt:lpstr>Escherichia coli C strain VS Enterobacteria phage phiX174</vt:lpstr>
      <vt:lpstr>Pseudomonas aeruginosa VS Pseudomonas phage LUZ19</vt:lpstr>
      <vt:lpstr>Pseudomonas aeruginosa VS Pseudomonas phage LUZ19</vt:lpstr>
      <vt:lpstr>Fusobacterium nucleatum VS Fusobacterium phage JD-Fnp4</vt:lpstr>
      <vt:lpstr>Fusobacterium nucleatum VS Fusobacterium phage JD-Fnp4</vt:lpstr>
      <vt:lpstr>Fusobacterium nucleatum VS Fusobacterium phage JD-Fnp4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Mathilde Annette Nicole Roulleau</dc:creator>
  <cp:lastModifiedBy>Mathilde Annette Nicole Roulleau</cp:lastModifiedBy>
  <cp:revision>1</cp:revision>
  <dcterms:created xsi:type="dcterms:W3CDTF">2025-11-21T14:31:41Z</dcterms:created>
  <dcterms:modified xsi:type="dcterms:W3CDTF">2025-11-21T15:03:10Z</dcterms:modified>
</cp:coreProperties>
</file>