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62" r:id="rId5"/>
    <p:sldId id="260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491C5-A1CE-4488-BFE2-7A724D554318}" v="59" dt="2026-01-14T14:53:30.4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lde Annette Nicole Roulleau" userId="4ab294c6-1984-4b16-bc43-8e77deede0e4" providerId="ADAL" clId="{79810BCC-BAA2-4D46-8788-90936CCE2327}"/>
    <pc:docChg chg="undo custSel addSld delSld modSld sldOrd">
      <pc:chgData name="Mathilde Annette Nicole Roulleau" userId="4ab294c6-1984-4b16-bc43-8e77deede0e4" providerId="ADAL" clId="{79810BCC-BAA2-4D46-8788-90936CCE2327}" dt="2026-01-14T15:03:36.134" v="1185" actId="20577"/>
      <pc:docMkLst>
        <pc:docMk/>
      </pc:docMkLst>
      <pc:sldChg chg="modSp mod">
        <pc:chgData name="Mathilde Annette Nicole Roulleau" userId="4ab294c6-1984-4b16-bc43-8e77deede0e4" providerId="ADAL" clId="{79810BCC-BAA2-4D46-8788-90936CCE2327}" dt="2026-01-14T15:03:36.134" v="1185" actId="20577"/>
        <pc:sldMkLst>
          <pc:docMk/>
          <pc:sldMk cId="550510774" sldId="256"/>
        </pc:sldMkLst>
        <pc:spChg chg="mod">
          <ac:chgData name="Mathilde Annette Nicole Roulleau" userId="4ab294c6-1984-4b16-bc43-8e77deede0e4" providerId="ADAL" clId="{79810BCC-BAA2-4D46-8788-90936CCE2327}" dt="2026-01-14T10:20:29.300" v="333" actId="1076"/>
          <ac:spMkLst>
            <pc:docMk/>
            <pc:sldMk cId="550510774" sldId="256"/>
            <ac:spMk id="5" creationId="{78706BA3-D4DF-7CD3-4A70-BC4A7D6EFC07}"/>
          </ac:spMkLst>
        </pc:spChg>
        <pc:graphicFrameChg chg="mod modGraphic">
          <ac:chgData name="Mathilde Annette Nicole Roulleau" userId="4ab294c6-1984-4b16-bc43-8e77deede0e4" providerId="ADAL" clId="{79810BCC-BAA2-4D46-8788-90936CCE2327}" dt="2026-01-14T15:03:27.119" v="1177" actId="20577"/>
          <ac:graphicFrameMkLst>
            <pc:docMk/>
            <pc:sldMk cId="550510774" sldId="256"/>
            <ac:graphicFrameMk id="6" creationId="{134C5E12-644C-C9E2-88C6-E78AE6150DD0}"/>
          </ac:graphicFrameMkLst>
        </pc:graphicFrameChg>
        <pc:graphicFrameChg chg="mod modGraphic">
          <ac:chgData name="Mathilde Annette Nicole Roulleau" userId="4ab294c6-1984-4b16-bc43-8e77deede0e4" providerId="ADAL" clId="{79810BCC-BAA2-4D46-8788-90936CCE2327}" dt="2026-01-14T15:03:36.134" v="1185" actId="20577"/>
          <ac:graphicFrameMkLst>
            <pc:docMk/>
            <pc:sldMk cId="550510774" sldId="256"/>
            <ac:graphicFrameMk id="7" creationId="{99BA5CFF-453E-E600-BF6C-5891BB764960}"/>
          </ac:graphicFrameMkLst>
        </pc:graphicFrameChg>
      </pc:sldChg>
      <pc:sldChg chg="del">
        <pc:chgData name="Mathilde Annette Nicole Roulleau" userId="4ab294c6-1984-4b16-bc43-8e77deede0e4" providerId="ADAL" clId="{79810BCC-BAA2-4D46-8788-90936CCE2327}" dt="2026-01-14T10:19:12.083" v="266" actId="47"/>
        <pc:sldMkLst>
          <pc:docMk/>
          <pc:sldMk cId="1139140701" sldId="257"/>
        </pc:sldMkLst>
      </pc:sldChg>
      <pc:sldChg chg="addSp delSp modSp new del mod">
        <pc:chgData name="Mathilde Annette Nicole Roulleau" userId="4ab294c6-1984-4b16-bc43-8e77deede0e4" providerId="ADAL" clId="{79810BCC-BAA2-4D46-8788-90936CCE2327}" dt="2026-01-14T09:52:40.335" v="8" actId="47"/>
        <pc:sldMkLst>
          <pc:docMk/>
          <pc:sldMk cId="1191271832" sldId="258"/>
        </pc:sldMkLst>
        <pc:spChg chg="del">
          <ac:chgData name="Mathilde Annette Nicole Roulleau" userId="4ab294c6-1984-4b16-bc43-8e77deede0e4" providerId="ADAL" clId="{79810BCC-BAA2-4D46-8788-90936CCE2327}" dt="2026-01-14T09:50:36.043" v="2" actId="478"/>
          <ac:spMkLst>
            <pc:docMk/>
            <pc:sldMk cId="1191271832" sldId="258"/>
            <ac:spMk id="2" creationId="{DCA735B3-070C-A595-D5FC-4C1643A6907C}"/>
          </ac:spMkLst>
        </pc:spChg>
        <pc:spChg chg="del">
          <ac:chgData name="Mathilde Annette Nicole Roulleau" userId="4ab294c6-1984-4b16-bc43-8e77deede0e4" providerId="ADAL" clId="{79810BCC-BAA2-4D46-8788-90936CCE2327}" dt="2026-01-14T09:50:35.363" v="1" actId="478"/>
          <ac:spMkLst>
            <pc:docMk/>
            <pc:sldMk cId="1191271832" sldId="258"/>
            <ac:spMk id="3" creationId="{8DE35BC8-785D-51AD-821F-B73F82F089ED}"/>
          </ac:spMkLst>
        </pc:spChg>
        <pc:picChg chg="add del mod">
          <ac:chgData name="Mathilde Annette Nicole Roulleau" userId="4ab294c6-1984-4b16-bc43-8e77deede0e4" providerId="ADAL" clId="{79810BCC-BAA2-4D46-8788-90936CCE2327}" dt="2026-01-14T09:50:50.104" v="6" actId="478"/>
          <ac:picMkLst>
            <pc:docMk/>
            <pc:sldMk cId="1191271832" sldId="258"/>
            <ac:picMk id="5" creationId="{DF5D0505-3FAF-14CE-4FB5-117E1851B58C}"/>
          </ac:picMkLst>
        </pc:picChg>
      </pc:sldChg>
      <pc:sldChg chg="addSp delSp modSp add mod">
        <pc:chgData name="Mathilde Annette Nicole Roulleau" userId="4ab294c6-1984-4b16-bc43-8e77deede0e4" providerId="ADAL" clId="{79810BCC-BAA2-4D46-8788-90936CCE2327}" dt="2026-01-14T10:03:48.086" v="83" actId="962"/>
        <pc:sldMkLst>
          <pc:docMk/>
          <pc:sldMk cId="1306681966" sldId="259"/>
        </pc:sldMkLst>
        <pc:spChg chg="mod">
          <ac:chgData name="Mathilde Annette Nicole Roulleau" userId="4ab294c6-1984-4b16-bc43-8e77deede0e4" providerId="ADAL" clId="{79810BCC-BAA2-4D46-8788-90936CCE2327}" dt="2026-01-14T10:01:51.425" v="69" actId="1076"/>
          <ac:spMkLst>
            <pc:docMk/>
            <pc:sldMk cId="1306681966" sldId="259"/>
            <ac:spMk id="2" creationId="{C45B5323-FCD6-A4FA-14CF-440CC0D8404D}"/>
          </ac:spMkLst>
        </pc:spChg>
        <pc:spChg chg="mod">
          <ac:chgData name="Mathilde Annette Nicole Roulleau" userId="4ab294c6-1984-4b16-bc43-8e77deede0e4" providerId="ADAL" clId="{79810BCC-BAA2-4D46-8788-90936CCE2327}" dt="2026-01-14T10:00:48.378" v="55" actId="14100"/>
          <ac:spMkLst>
            <pc:docMk/>
            <pc:sldMk cId="1306681966" sldId="259"/>
            <ac:spMk id="5" creationId="{C2CA873A-0624-2EB1-0046-CCE952DA3E67}"/>
          </ac:spMkLst>
        </pc:spChg>
        <pc:graphicFrameChg chg="add mod">
          <ac:chgData name="Mathilde Annette Nicole Roulleau" userId="4ab294c6-1984-4b16-bc43-8e77deede0e4" providerId="ADAL" clId="{79810BCC-BAA2-4D46-8788-90936CCE2327}" dt="2026-01-14T09:53:05.131" v="9"/>
          <ac:graphicFrameMkLst>
            <pc:docMk/>
            <pc:sldMk cId="1306681966" sldId="259"/>
            <ac:graphicFrameMk id="3" creationId="{EFDFAF88-545C-D395-029E-13E76A89A715}"/>
          </ac:graphicFrameMkLst>
        </pc:graphicFrameChg>
        <pc:graphicFrameChg chg="add mod">
          <ac:chgData name="Mathilde Annette Nicole Roulleau" userId="4ab294c6-1984-4b16-bc43-8e77deede0e4" providerId="ADAL" clId="{79810BCC-BAA2-4D46-8788-90936CCE2327}" dt="2026-01-14T10:01:04.295" v="56"/>
          <ac:graphicFrameMkLst>
            <pc:docMk/>
            <pc:sldMk cId="1306681966" sldId="259"/>
            <ac:graphicFrameMk id="11" creationId="{A02982F3-FA90-3579-C3E4-B621AE6E8744}"/>
          </ac:graphicFrameMkLst>
        </pc:graphicFrameChg>
        <pc:graphicFrameChg chg="add del mod">
          <ac:chgData name="Mathilde Annette Nicole Roulleau" userId="4ab294c6-1984-4b16-bc43-8e77deede0e4" providerId="ADAL" clId="{79810BCC-BAA2-4D46-8788-90936CCE2327}" dt="2026-01-14T10:01:25.309" v="64" actId="478"/>
          <ac:graphicFrameMkLst>
            <pc:docMk/>
            <pc:sldMk cId="1306681966" sldId="259"/>
            <ac:graphicFrameMk id="12" creationId="{C5A26908-6A24-3D08-7A16-AF44EDA50E87}"/>
          </ac:graphicFrameMkLst>
        </pc:graphicFrameChg>
        <pc:picChg chg="del">
          <ac:chgData name="Mathilde Annette Nicole Roulleau" userId="4ab294c6-1984-4b16-bc43-8e77deede0e4" providerId="ADAL" clId="{79810BCC-BAA2-4D46-8788-90936CCE2327}" dt="2026-01-14T09:54:18.276" v="25" actId="478"/>
          <ac:picMkLst>
            <pc:docMk/>
            <pc:sldMk cId="1306681966" sldId="259"/>
            <ac:picMk id="4" creationId="{D1240C10-CACD-B87A-EF61-5453CE86A145}"/>
          </ac:picMkLst>
        </pc:picChg>
        <pc:picChg chg="add del mod">
          <ac:chgData name="Mathilde Annette Nicole Roulleau" userId="4ab294c6-1984-4b16-bc43-8e77deede0e4" providerId="ADAL" clId="{79810BCC-BAA2-4D46-8788-90936CCE2327}" dt="2026-01-14T10:00:36.494" v="50" actId="478"/>
          <ac:picMkLst>
            <pc:docMk/>
            <pc:sldMk cId="1306681966" sldId="259"/>
            <ac:picMk id="7" creationId="{085FB902-D163-F5FD-05D1-76CB2292388C}"/>
          </ac:picMkLst>
        </pc:picChg>
        <pc:picChg chg="del">
          <ac:chgData name="Mathilde Annette Nicole Roulleau" userId="4ab294c6-1984-4b16-bc43-8e77deede0e4" providerId="ADAL" clId="{79810BCC-BAA2-4D46-8788-90936CCE2327}" dt="2026-01-14T09:54:18.276" v="25" actId="478"/>
          <ac:picMkLst>
            <pc:docMk/>
            <pc:sldMk cId="1306681966" sldId="259"/>
            <ac:picMk id="8" creationId="{BBCFECFD-974C-1B8F-8EF0-BB8C55A1FEBB}"/>
          </ac:picMkLst>
        </pc:picChg>
        <pc:picChg chg="add del mod">
          <ac:chgData name="Mathilde Annette Nicole Roulleau" userId="4ab294c6-1984-4b16-bc43-8e77deede0e4" providerId="ADAL" clId="{79810BCC-BAA2-4D46-8788-90936CCE2327}" dt="2026-01-14T10:03:46.774" v="80" actId="478"/>
          <ac:picMkLst>
            <pc:docMk/>
            <pc:sldMk cId="1306681966" sldId="259"/>
            <ac:picMk id="10" creationId="{FBC5CA6B-E7CA-33F8-D270-3BC70AA4EFC1}"/>
          </ac:picMkLst>
        </pc:picChg>
        <pc:picChg chg="add mod">
          <ac:chgData name="Mathilde Annette Nicole Roulleau" userId="4ab294c6-1984-4b16-bc43-8e77deede0e4" providerId="ADAL" clId="{79810BCC-BAA2-4D46-8788-90936CCE2327}" dt="2026-01-14T10:03:48.086" v="83" actId="962"/>
          <ac:picMkLst>
            <pc:docMk/>
            <pc:sldMk cId="1306681966" sldId="259"/>
            <ac:picMk id="14" creationId="{1754C416-8611-0E6C-3F73-FF018695ADB1}"/>
          </ac:picMkLst>
        </pc:picChg>
      </pc:sldChg>
      <pc:sldChg chg="addSp delSp modSp add mod ord">
        <pc:chgData name="Mathilde Annette Nicole Roulleau" userId="4ab294c6-1984-4b16-bc43-8e77deede0e4" providerId="ADAL" clId="{79810BCC-BAA2-4D46-8788-90936CCE2327}" dt="2026-01-14T10:04:01.804" v="87"/>
        <pc:sldMkLst>
          <pc:docMk/>
          <pc:sldMk cId="468557592" sldId="260"/>
        </pc:sldMkLst>
        <pc:spChg chg="mod">
          <ac:chgData name="Mathilde Annette Nicole Roulleau" userId="4ab294c6-1984-4b16-bc43-8e77deede0e4" providerId="ADAL" clId="{79810BCC-BAA2-4D46-8788-90936CCE2327}" dt="2026-01-14T09:57:17.919" v="46" actId="1076"/>
          <ac:spMkLst>
            <pc:docMk/>
            <pc:sldMk cId="468557592" sldId="260"/>
            <ac:spMk id="2" creationId="{C8BFCB24-01D4-6710-EDD1-75461ED8D2B5}"/>
          </ac:spMkLst>
        </pc:spChg>
        <pc:spChg chg="mod">
          <ac:chgData name="Mathilde Annette Nicole Roulleau" userId="4ab294c6-1984-4b16-bc43-8e77deede0e4" providerId="ADAL" clId="{79810BCC-BAA2-4D46-8788-90936CCE2327}" dt="2026-01-14T09:56:31.905" v="40" actId="14100"/>
          <ac:spMkLst>
            <pc:docMk/>
            <pc:sldMk cId="468557592" sldId="260"/>
            <ac:spMk id="5" creationId="{ABD1514B-D613-18E3-D015-6FDC3C37AA9B}"/>
          </ac:spMkLst>
        </pc:spChg>
        <pc:picChg chg="add mod">
          <ac:chgData name="Mathilde Annette Nicole Roulleau" userId="4ab294c6-1984-4b16-bc43-8e77deede0e4" providerId="ADAL" clId="{79810BCC-BAA2-4D46-8788-90936CCE2327}" dt="2026-01-14T09:56:23.517" v="38" actId="1076"/>
          <ac:picMkLst>
            <pc:docMk/>
            <pc:sldMk cId="468557592" sldId="260"/>
            <ac:picMk id="4" creationId="{1D4846D7-7CFC-C549-972C-5B21E610EA63}"/>
          </ac:picMkLst>
        </pc:picChg>
        <pc:picChg chg="del">
          <ac:chgData name="Mathilde Annette Nicole Roulleau" userId="4ab294c6-1984-4b16-bc43-8e77deede0e4" providerId="ADAL" clId="{79810BCC-BAA2-4D46-8788-90936CCE2327}" dt="2026-01-14T09:56:15.930" v="33" actId="478"/>
          <ac:picMkLst>
            <pc:docMk/>
            <pc:sldMk cId="468557592" sldId="260"/>
            <ac:picMk id="7" creationId="{A3959BAC-CB03-ACE6-2600-379C4AF6A260}"/>
          </ac:picMkLst>
        </pc:picChg>
      </pc:sldChg>
      <pc:sldChg chg="add del ord">
        <pc:chgData name="Mathilde Annette Nicole Roulleau" userId="4ab294c6-1984-4b16-bc43-8e77deede0e4" providerId="ADAL" clId="{79810BCC-BAA2-4D46-8788-90936CCE2327}" dt="2026-01-14T13:36:51.411" v="474" actId="47"/>
        <pc:sldMkLst>
          <pc:docMk/>
          <pc:sldMk cId="2728534687" sldId="261"/>
        </pc:sldMkLst>
      </pc:sldChg>
      <pc:sldChg chg="addSp delSp modSp add mod ord">
        <pc:chgData name="Mathilde Annette Nicole Roulleau" userId="4ab294c6-1984-4b16-bc43-8e77deede0e4" providerId="ADAL" clId="{79810BCC-BAA2-4D46-8788-90936CCE2327}" dt="2026-01-14T10:04:01.804" v="87"/>
        <pc:sldMkLst>
          <pc:docMk/>
          <pc:sldMk cId="4063213144" sldId="262"/>
        </pc:sldMkLst>
        <pc:picChg chg="del">
          <ac:chgData name="Mathilde Annette Nicole Roulleau" userId="4ab294c6-1984-4b16-bc43-8e77deede0e4" providerId="ADAL" clId="{79810BCC-BAA2-4D46-8788-90936CCE2327}" dt="2026-01-14T10:03:01.523" v="73" actId="478"/>
          <ac:picMkLst>
            <pc:docMk/>
            <pc:sldMk cId="4063213144" sldId="262"/>
            <ac:picMk id="4" creationId="{4CD72753-6BF7-5668-5956-A95C49197806}"/>
          </ac:picMkLst>
        </pc:picChg>
        <pc:picChg chg="add mod">
          <ac:chgData name="Mathilde Annette Nicole Roulleau" userId="4ab294c6-1984-4b16-bc43-8e77deede0e4" providerId="ADAL" clId="{79810BCC-BAA2-4D46-8788-90936CCE2327}" dt="2026-01-14T10:03:10.415" v="78" actId="1076"/>
          <ac:picMkLst>
            <pc:docMk/>
            <pc:sldMk cId="4063213144" sldId="262"/>
            <ac:picMk id="6" creationId="{23EFA812-E45E-D34A-411A-E10CAE24407B}"/>
          </ac:picMkLst>
        </pc:picChg>
      </pc:sldChg>
      <pc:sldChg chg="add">
        <pc:chgData name="Mathilde Annette Nicole Roulleau" userId="4ab294c6-1984-4b16-bc43-8e77deede0e4" providerId="ADAL" clId="{79810BCC-BAA2-4D46-8788-90936CCE2327}" dt="2026-01-14T10:03:41.261" v="79" actId="2890"/>
        <pc:sldMkLst>
          <pc:docMk/>
          <pc:sldMk cId="2498168478" sldId="263"/>
        </pc:sldMkLst>
      </pc:sldChg>
      <pc:sldChg chg="addSp delSp modSp add del mod">
        <pc:chgData name="Mathilde Annette Nicole Roulleau" userId="4ab294c6-1984-4b16-bc43-8e77deede0e4" providerId="ADAL" clId="{79810BCC-BAA2-4D46-8788-90936CCE2327}" dt="2026-01-14T13:36:51.411" v="474" actId="47"/>
        <pc:sldMkLst>
          <pc:docMk/>
          <pc:sldMk cId="2846027620" sldId="264"/>
        </pc:sldMkLst>
        <pc:picChg chg="add mod">
          <ac:chgData name="Mathilde Annette Nicole Roulleau" userId="4ab294c6-1984-4b16-bc43-8e77deede0e4" providerId="ADAL" clId="{79810BCC-BAA2-4D46-8788-90936CCE2327}" dt="2026-01-14T10:05:01.101" v="94" actId="1076"/>
          <ac:picMkLst>
            <pc:docMk/>
            <pc:sldMk cId="2846027620" sldId="264"/>
            <ac:picMk id="4" creationId="{391AE9CC-5F02-8687-021C-A845B0F4D1D0}"/>
          </ac:picMkLst>
        </pc:picChg>
        <pc:picChg chg="del">
          <ac:chgData name="Mathilde Annette Nicole Roulleau" userId="4ab294c6-1984-4b16-bc43-8e77deede0e4" providerId="ADAL" clId="{79810BCC-BAA2-4D46-8788-90936CCE2327}" dt="2026-01-14T10:04:49.569" v="89" actId="478"/>
          <ac:picMkLst>
            <pc:docMk/>
            <pc:sldMk cId="2846027620" sldId="264"/>
            <ac:picMk id="7" creationId="{D4A5150C-3249-2D77-A17D-C239C55BF7E1}"/>
          </ac:picMkLst>
        </pc:picChg>
      </pc:sldChg>
      <pc:sldChg chg="addSp delSp modSp add mod">
        <pc:chgData name="Mathilde Annette Nicole Roulleau" userId="4ab294c6-1984-4b16-bc43-8e77deede0e4" providerId="ADAL" clId="{79810BCC-BAA2-4D46-8788-90936CCE2327}" dt="2026-01-14T14:58:48.396" v="1168" actId="1076"/>
        <pc:sldMkLst>
          <pc:docMk/>
          <pc:sldMk cId="1551538931" sldId="265"/>
        </pc:sldMkLst>
        <pc:spChg chg="mod">
          <ac:chgData name="Mathilde Annette Nicole Roulleau" userId="4ab294c6-1984-4b16-bc43-8e77deede0e4" providerId="ADAL" clId="{79810BCC-BAA2-4D46-8788-90936CCE2327}" dt="2026-01-14T13:39:28.168" v="477" actId="21"/>
          <ac:spMkLst>
            <pc:docMk/>
            <pc:sldMk cId="1551538931" sldId="265"/>
            <ac:spMk id="5" creationId="{F5F93EFE-80B7-E9A0-CB55-F473C37439D9}"/>
          </ac:spMkLst>
        </pc:spChg>
        <pc:graphicFrameChg chg="add mod modGraphic">
          <ac:chgData name="Mathilde Annette Nicole Roulleau" userId="4ab294c6-1984-4b16-bc43-8e77deede0e4" providerId="ADAL" clId="{79810BCC-BAA2-4D46-8788-90936CCE2327}" dt="2026-01-14T14:58:48.396" v="1168" actId="1076"/>
          <ac:graphicFrameMkLst>
            <pc:docMk/>
            <pc:sldMk cId="1551538931" sldId="265"/>
            <ac:graphicFrameMk id="2" creationId="{737C6CA8-17BC-5A74-29A4-25821E73A389}"/>
          </ac:graphicFrameMkLst>
        </pc:graphicFrameChg>
        <pc:graphicFrameChg chg="add mod modGraphic">
          <ac:chgData name="Mathilde Annette Nicole Roulleau" userId="4ab294c6-1984-4b16-bc43-8e77deede0e4" providerId="ADAL" clId="{79810BCC-BAA2-4D46-8788-90936CCE2327}" dt="2026-01-14T14:58:24.367" v="1165" actId="1076"/>
          <ac:graphicFrameMkLst>
            <pc:docMk/>
            <pc:sldMk cId="1551538931" sldId="265"/>
            <ac:graphicFrameMk id="3" creationId="{C20F824D-840F-9744-E7C4-188BF4BE5E41}"/>
          </ac:graphicFrameMkLst>
        </pc:graphicFrameChg>
        <pc:graphicFrameChg chg="del">
          <ac:chgData name="Mathilde Annette Nicole Roulleau" userId="4ab294c6-1984-4b16-bc43-8e77deede0e4" providerId="ADAL" clId="{79810BCC-BAA2-4D46-8788-90936CCE2327}" dt="2026-01-14T10:21:23.429" v="371" actId="478"/>
          <ac:graphicFrameMkLst>
            <pc:docMk/>
            <pc:sldMk cId="1551538931" sldId="265"/>
            <ac:graphicFrameMk id="6" creationId="{0958C848-4D14-B555-B473-625BC46FDD20}"/>
          </ac:graphicFrameMkLst>
        </pc:graphicFrameChg>
        <pc:graphicFrameChg chg="del">
          <ac:chgData name="Mathilde Annette Nicole Roulleau" userId="4ab294c6-1984-4b16-bc43-8e77deede0e4" providerId="ADAL" clId="{79810BCC-BAA2-4D46-8788-90936CCE2327}" dt="2026-01-14T10:21:23.429" v="371" actId="478"/>
          <ac:graphicFrameMkLst>
            <pc:docMk/>
            <pc:sldMk cId="1551538931" sldId="265"/>
            <ac:graphicFrameMk id="7" creationId="{591490B5-DAFE-D441-35D8-C15C9F0427D9}"/>
          </ac:graphicFrameMkLst>
        </pc:graphicFrameChg>
      </pc:sldChg>
      <pc:sldChg chg="new del">
        <pc:chgData name="Mathilde Annette Nicole Roulleau" userId="4ab294c6-1984-4b16-bc43-8e77deede0e4" providerId="ADAL" clId="{79810BCC-BAA2-4D46-8788-90936CCE2327}" dt="2026-01-14T10:20:52.600" v="335" actId="47"/>
        <pc:sldMkLst>
          <pc:docMk/>
          <pc:sldMk cId="3166328273" sldId="265"/>
        </pc:sldMkLst>
      </pc:sldChg>
      <pc:sldChg chg="addSp delSp modSp add mod ord">
        <pc:chgData name="Mathilde Annette Nicole Roulleau" userId="4ab294c6-1984-4b16-bc43-8e77deede0e4" providerId="ADAL" clId="{79810BCC-BAA2-4D46-8788-90936CCE2327}" dt="2026-01-14T14:00:34.047" v="829" actId="1076"/>
        <pc:sldMkLst>
          <pc:docMk/>
          <pc:sldMk cId="1233500055" sldId="266"/>
        </pc:sldMkLst>
        <pc:spChg chg="mod">
          <ac:chgData name="Mathilde Annette Nicole Roulleau" userId="4ab294c6-1984-4b16-bc43-8e77deede0e4" providerId="ADAL" clId="{79810BCC-BAA2-4D46-8788-90936CCE2327}" dt="2026-01-14T14:00:17.111" v="823" actId="1076"/>
          <ac:spMkLst>
            <pc:docMk/>
            <pc:sldMk cId="1233500055" sldId="266"/>
            <ac:spMk id="2" creationId="{5A9EE86A-449D-2C49-E825-36FA94D811D9}"/>
          </ac:spMkLst>
        </pc:spChg>
        <pc:spChg chg="mod">
          <ac:chgData name="Mathilde Annette Nicole Roulleau" userId="4ab294c6-1984-4b16-bc43-8e77deede0e4" providerId="ADAL" clId="{79810BCC-BAA2-4D46-8788-90936CCE2327}" dt="2026-01-14T13:59:34.205" v="815"/>
          <ac:spMkLst>
            <pc:docMk/>
            <pc:sldMk cId="1233500055" sldId="266"/>
            <ac:spMk id="5" creationId="{C341127E-7077-133C-16F5-A1745587671B}"/>
          </ac:spMkLst>
        </pc:spChg>
        <pc:picChg chg="del">
          <ac:chgData name="Mathilde Annette Nicole Roulleau" userId="4ab294c6-1984-4b16-bc43-8e77deede0e4" providerId="ADAL" clId="{79810BCC-BAA2-4D46-8788-90936CCE2327}" dt="2026-01-14T13:59:24.804" v="812" actId="478"/>
          <ac:picMkLst>
            <pc:docMk/>
            <pc:sldMk cId="1233500055" sldId="266"/>
            <ac:picMk id="4" creationId="{0B722552-D764-8FC7-512C-C943D3C1783B}"/>
          </ac:picMkLst>
        </pc:picChg>
        <pc:picChg chg="add del mod">
          <ac:chgData name="Mathilde Annette Nicole Roulleau" userId="4ab294c6-1984-4b16-bc43-8e77deede0e4" providerId="ADAL" clId="{79810BCC-BAA2-4D46-8788-90936CCE2327}" dt="2026-01-14T14:00:31.623" v="825" actId="478"/>
          <ac:picMkLst>
            <pc:docMk/>
            <pc:sldMk cId="1233500055" sldId="266"/>
            <ac:picMk id="6" creationId="{EFDEB5C1-6E7E-E0A3-1F09-F950A7453EEC}"/>
          </ac:picMkLst>
        </pc:picChg>
        <pc:picChg chg="add mod">
          <ac:chgData name="Mathilde Annette Nicole Roulleau" userId="4ab294c6-1984-4b16-bc43-8e77deede0e4" providerId="ADAL" clId="{79810BCC-BAA2-4D46-8788-90936CCE2327}" dt="2026-01-14T14:00:34.047" v="829" actId="1076"/>
          <ac:picMkLst>
            <pc:docMk/>
            <pc:sldMk cId="1233500055" sldId="266"/>
            <ac:picMk id="8" creationId="{3AB7380E-0087-9D3A-2F04-0A3F1EC5FB65}"/>
          </ac:picMkLst>
        </pc:picChg>
      </pc:sldChg>
      <pc:sldChg chg="add">
        <pc:chgData name="Mathilde Annette Nicole Roulleau" userId="4ab294c6-1984-4b16-bc43-8e77deede0e4" providerId="ADAL" clId="{79810BCC-BAA2-4D46-8788-90936CCE2327}" dt="2026-01-14T14:00:20.120" v="824" actId="2890"/>
        <pc:sldMkLst>
          <pc:docMk/>
          <pc:sldMk cId="1763753931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C3F4E3-0728-15F6-54BD-31CA96250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799887-63E9-06E5-4832-794A8EBD7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0EF97F-2CF5-D3C9-D3B4-30289DB7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2099D1-EFA6-21A9-CC41-6AA3BCB5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CB0604-6DE8-5938-BCDD-DAB33495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32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B5FB2D-A8E7-D6FC-5227-E58082D0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BC90E1-0224-B4F1-B244-28B338AC4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313B04-54E9-790D-2403-BBE1E63FD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4AE6C7-97B9-7DD7-29D8-25F3DADF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FCB576-809D-DE78-E972-43D7BDB9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00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F3779-CA91-7B35-C3A4-B4ABFB473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C14875-D8B6-6307-84CC-1F5861220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E1DD2-8A11-64AC-21A8-1D32A8DA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F7A48F-2B27-A0AE-827F-864E7659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34D97D-9A01-AA7E-DD7E-57E2B6E03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026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3FB5CE-4F33-E2D3-7895-E4B145764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E944A2-12A0-C36E-3CDB-69E83B027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43B952-7CEC-8056-1BAF-19301F9AF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EA3E0E-7EAE-B187-6845-06F6EF5BE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0997D7-0A46-55EF-E9BE-FE1002BD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9C75AA-2914-A48C-6350-C0413AA1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44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BBCE5C-FCFC-B62D-1F05-53E3A854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FE317F-BEEB-9E89-0431-536C3C57D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478957-021D-7A44-13E9-A2EEF4E66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B8E236D-C9C5-BFCC-D230-B0E1A5C5C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C13451-7430-ACEB-3E48-DB3B71EB7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B10173D-B99B-D651-BEFE-2FF255E3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70A023A-4128-E823-1F3B-5F3486977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4D07164-71F3-F33D-FD0F-59717707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9224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1256C9-1714-087E-E697-62EC49A18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3AA5B4-4409-AA82-960F-B48629CA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72E45F8-5F9F-0990-1DAD-03A9F6BD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ABBF62-D9F6-BBB6-C820-08FD93E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42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13A01C9-A286-F082-6BBB-CE459ADC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C76ACC-D1B7-FDE2-D2EF-78370848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AFCA30-3F9A-980D-5CB9-5D91D8C6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638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BCAC43-4E5A-3000-4088-0B18BFB6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6EC930-398D-8681-7DC0-E38AFB474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CD075C-16D6-6813-DB8C-CD2A52739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C74C71-AC17-0C80-A323-A46C8FA4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3124AF-22BC-044B-DE9C-0FF35AAE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AEB785-0997-A16F-A9C4-9F288849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695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91F12-74E1-4111-7125-96C272360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AB4314-E74E-7920-EA87-902699343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E5FD96-A69B-D687-B010-03B4DBE97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F1A151-A80C-DCC9-8F32-31BADB6A7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5AA59E-5EB8-9B50-4AFC-36F9EE08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F1F8EC-AF57-738A-CCC4-CE57AABA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86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A55A6C-25A9-09AD-A43D-FC2D4C9B1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537A82-5C01-13A7-39D5-2FDC6006E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8C2763-DF6D-9D80-C0BA-799548EC3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A5D283-7231-D3E6-4A98-4BA15FFE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428D5-2784-446C-31CD-ECDA4869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76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53B4BA-8D67-2639-68EA-D908A24E7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DC12CC-9F79-DEFB-0BC7-6C4F2C7AF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9AD63D-8AFB-35A8-72AC-FAAAF121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45C6F8-5A60-F4B6-3B8F-0578EBD07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1C5E22-703E-93C1-290F-CD89CE2C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26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AED17FD-C6C0-86FC-0BDF-2F5E1C817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46FB98-57A7-2284-B74A-4F043C72F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34A4C0-15BF-8C08-CF98-AC5B065DA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E50A8-E3C4-46C7-BDBF-03A8528967C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BFCCB2-7AE6-BB7C-89B0-00E64C364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B945C1-C03F-0861-7CE0-48EB0CE0E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22A2C-DC44-4393-B84A-DB812B3D8E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304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8706BA3-D4DF-7CD3-4A70-BC4A7D6EFC0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21205" y="242830"/>
            <a:ext cx="10149589" cy="20621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4400" b="1" dirty="0" err="1">
                <a:solidFill>
                  <a:srgbClr val="1D1C1D"/>
                </a:solidFill>
                <a:latin typeface="Slack-Lato"/>
              </a:rPr>
              <a:t>Defense</a:t>
            </a:r>
            <a:r>
              <a:rPr lang="fr-FR" altLang="fr-FR" sz="4400" b="1" dirty="0">
                <a:solidFill>
                  <a:srgbClr val="1D1C1D"/>
                </a:solidFill>
                <a:latin typeface="Slack-Lato"/>
              </a:rPr>
              <a:t> </a:t>
            </a:r>
            <a:r>
              <a:rPr lang="fr-FR" altLang="fr-FR" sz="4400" b="1" dirty="0" err="1">
                <a:solidFill>
                  <a:srgbClr val="1D1C1D"/>
                </a:solidFill>
                <a:latin typeface="Slack-Lato"/>
              </a:rPr>
              <a:t>systems</a:t>
            </a:r>
            <a:r>
              <a:rPr lang="fr-FR" altLang="fr-FR" sz="4400" b="1" dirty="0">
                <a:solidFill>
                  <a:srgbClr val="1D1C1D"/>
                </a:solidFill>
                <a:latin typeface="Slack-Lato"/>
              </a:rPr>
              <a:t> expression VS </a:t>
            </a:r>
            <a:r>
              <a:rPr lang="fr-FR" altLang="fr-FR" sz="4400" b="1" dirty="0" err="1">
                <a:solidFill>
                  <a:srgbClr val="1D1C1D"/>
                </a:solidFill>
                <a:latin typeface="Slack-Lato"/>
              </a:rPr>
              <a:t>bacterial</a:t>
            </a:r>
            <a:r>
              <a:rPr lang="fr-FR" altLang="fr-FR" sz="4400" b="1" dirty="0">
                <a:solidFill>
                  <a:srgbClr val="1D1C1D"/>
                </a:solidFill>
                <a:latin typeface="Slack-Lato"/>
              </a:rPr>
              <a:t>/phage </a:t>
            </a:r>
            <a:r>
              <a:rPr lang="fr-FR" altLang="fr-FR" sz="4400" b="1" dirty="0" err="1">
                <a:solidFill>
                  <a:srgbClr val="1D1C1D"/>
                </a:solidFill>
                <a:latin typeface="Slack-Lato"/>
              </a:rPr>
              <a:t>growth</a:t>
            </a:r>
            <a:endParaRPr kumimoji="0" lang="fr-FR" altLang="fr-FR" sz="4400" b="1" i="0" u="none" strike="noStrike" cap="none" normalizeH="0" baseline="0" dirty="0">
              <a:ln>
                <a:noFill/>
              </a:ln>
              <a:solidFill>
                <a:srgbClr val="1D1C1D"/>
              </a:solidFill>
              <a:effectLst/>
              <a:latin typeface="Slack-Lato"/>
            </a:endParaRPr>
          </a:p>
          <a:p>
            <a:pPr lvl="0">
              <a:lnSpc>
                <a:spcPct val="100000"/>
              </a:lnSpc>
            </a:pPr>
            <a:r>
              <a:rPr lang="fr-FR" sz="2800" dirty="0"/>
              <a:t>My </a:t>
            </a:r>
            <a:r>
              <a:rPr lang="fr-FR" sz="2800" dirty="0" err="1"/>
              <a:t>interpretation</a:t>
            </a: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rgbClr val="1D1C1D"/>
                </a:solidFill>
                <a:effectLst/>
                <a:latin typeface="Slack-Lat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134C5E12-644C-C9E2-88C6-E78AE6150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681753"/>
              </p:ext>
            </p:extLst>
          </p:nvPr>
        </p:nvGraphicFramePr>
        <p:xfrm>
          <a:off x="1021205" y="2195728"/>
          <a:ext cx="10515600" cy="20116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54608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92791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u="none" dirty="0" err="1"/>
                        <a:t>Slope</a:t>
                      </a:r>
                      <a:r>
                        <a:rPr lang="fr-FR" b="1" u="none" dirty="0"/>
                        <a:t> </a:t>
                      </a:r>
                      <a:r>
                        <a:rPr lang="fr-FR" b="1" u="none" dirty="0" err="1"/>
                        <a:t>ds_vs_ribosome</a:t>
                      </a:r>
                      <a:endParaRPr lang="fr-FR" b="1" u="non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762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Defense increases with cellular activity → active defense when the bacterium is healthy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43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~0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Defense independent of physiological state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080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Negative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Trade-off: when the bacterium invests in defense, it slows down its growth.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43323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99BA5CFF-453E-E600-BF6C-5891BB764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249995"/>
              </p:ext>
            </p:extLst>
          </p:nvPr>
        </p:nvGraphicFramePr>
        <p:xfrm>
          <a:off x="1021205" y="4481728"/>
          <a:ext cx="10515600" cy="1737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711302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92692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 err="1"/>
                        <a:t>Slope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ds_vs_phage</a:t>
                      </a:r>
                      <a:endParaRPr lang="fr-FR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534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Defense activated in response to infection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98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~0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Weak interaction / other strategy for defense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51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Negative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When the phage is expressed, defense is inhibited → effective phage / suppression </a:t>
                      </a:r>
                      <a:r>
                        <a:rPr lang="en-US"/>
                        <a:t>of defenses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355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51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9F5E-B0BB-EEE1-4305-562CB94D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5B5323-FCD6-A4FA-14CF-440CC0D84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284812"/>
            <a:ext cx="11842230" cy="841714"/>
          </a:xfrm>
        </p:spPr>
        <p:txBody>
          <a:bodyPr>
            <a:noAutofit/>
          </a:bodyPr>
          <a:lstStyle/>
          <a:p>
            <a:pPr fontAlgn="b"/>
            <a:r>
              <a:rPr lang="fr-FR" sz="3600" i="1" dirty="0"/>
              <a:t>Streptococcus </a:t>
            </a:r>
            <a:r>
              <a:rPr lang="fr-FR" sz="3600" i="1" dirty="0" err="1"/>
              <a:t>pneumoniae</a:t>
            </a:r>
            <a:r>
              <a:rPr lang="fr-FR" sz="3600" i="1" dirty="0"/>
              <a:t> </a:t>
            </a:r>
            <a:r>
              <a:rPr lang="fr-FR" sz="3600" dirty="0"/>
              <a:t>D39 </a:t>
            </a:r>
            <a:r>
              <a:rPr lang="fr-FR" sz="3600" i="1" dirty="0"/>
              <a:t>VS </a:t>
            </a:r>
            <a:r>
              <a:rPr lang="fr-FR" sz="3600" dirty="0"/>
              <a:t>Streptococcus phage SpSL1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CA873A-0624-2EB1-0046-CCE952DA3E67}"/>
              </a:ext>
            </a:extLst>
          </p:cNvPr>
          <p:cNvSpPr txBox="1"/>
          <p:nvPr/>
        </p:nvSpPr>
        <p:spPr>
          <a:xfrm>
            <a:off x="10553075" y="6519446"/>
            <a:ext cx="1743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PRJNA548534</a:t>
            </a:r>
            <a:endParaRPr lang="fr-FR" sz="1400" dirty="0"/>
          </a:p>
        </p:txBody>
      </p:sp>
      <p:pic>
        <p:nvPicPr>
          <p:cNvPr id="14" name="Image 13" descr="Une image contenant text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754C416-8611-0E6C-3F73-FF018695A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0"/>
            <a:ext cx="12192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68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467D4-0E9D-4FD0-A9D7-0C05AD997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FDD64D-3296-EB62-25BB-9C287CF03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284812"/>
            <a:ext cx="11842230" cy="841714"/>
          </a:xfrm>
        </p:spPr>
        <p:txBody>
          <a:bodyPr>
            <a:noAutofit/>
          </a:bodyPr>
          <a:lstStyle/>
          <a:p>
            <a:pPr fontAlgn="b"/>
            <a:r>
              <a:rPr lang="fr-FR" sz="3600" i="1" dirty="0"/>
              <a:t>Streptococcus </a:t>
            </a:r>
            <a:r>
              <a:rPr lang="fr-FR" sz="3600" i="1" dirty="0" err="1"/>
              <a:t>pneumoniae</a:t>
            </a:r>
            <a:r>
              <a:rPr lang="fr-FR" sz="3600" i="1" dirty="0"/>
              <a:t> </a:t>
            </a:r>
            <a:r>
              <a:rPr lang="fr-FR" sz="3600" dirty="0"/>
              <a:t>D39 </a:t>
            </a:r>
            <a:r>
              <a:rPr lang="fr-FR" sz="3600" i="1" dirty="0"/>
              <a:t>VS </a:t>
            </a:r>
            <a:r>
              <a:rPr lang="fr-FR" sz="3600" dirty="0"/>
              <a:t>Streptococcus phage SpSL1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ECDC143-D152-1705-9D1E-9A157ADEF05E}"/>
              </a:ext>
            </a:extLst>
          </p:cNvPr>
          <p:cNvSpPr txBox="1"/>
          <p:nvPr/>
        </p:nvSpPr>
        <p:spPr>
          <a:xfrm>
            <a:off x="10553075" y="6519446"/>
            <a:ext cx="1743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PRJNA548534</a:t>
            </a:r>
            <a:endParaRPr lang="fr-FR" sz="1400" dirty="0"/>
          </a:p>
        </p:txBody>
      </p:sp>
      <p:pic>
        <p:nvPicPr>
          <p:cNvPr id="10" name="Image 9" descr="Une image contenant diagramme, ligne, texte, Tracé&#10;&#10;Le contenu généré par l’IA peut être incorrect.">
            <a:extLst>
              <a:ext uri="{FF2B5EF4-FFF2-40B4-BE49-F238E27FC236}">
                <a16:creationId xmlns:a16="http://schemas.microsoft.com/office/drawing/2014/main" id="{EF40BC38-4C8A-576D-846D-7D3348E4B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0"/>
            <a:ext cx="12192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6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36870-F40B-5F88-43E0-51C4F77F0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6C51AF-8A15-D786-8294-47617093F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232581"/>
            <a:ext cx="11842230" cy="841714"/>
          </a:xfrm>
        </p:spPr>
        <p:txBody>
          <a:bodyPr>
            <a:noAutofit/>
          </a:bodyPr>
          <a:lstStyle/>
          <a:p>
            <a:r>
              <a:rPr lang="fr-FR" sz="3200" i="1" dirty="0"/>
              <a:t>Staphylococcus aureus </a:t>
            </a:r>
            <a:r>
              <a:rPr lang="fr-FR" sz="3200" i="1" dirty="0" err="1"/>
              <a:t>subsp</a:t>
            </a:r>
            <a:r>
              <a:rPr lang="fr-FR" sz="3200" i="1" dirty="0"/>
              <a:t>. aureus USA300 VS </a:t>
            </a:r>
            <a:r>
              <a:rPr lang="fr-FR" sz="3200" dirty="0"/>
              <a:t>Staphylococcus phage 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05F01D3-C885-670F-C0C3-E578C627F7C8}"/>
              </a:ext>
            </a:extLst>
          </p:cNvPr>
          <p:cNvSpPr txBox="1"/>
          <p:nvPr/>
        </p:nvSpPr>
        <p:spPr>
          <a:xfrm>
            <a:off x="10545004" y="6519446"/>
            <a:ext cx="175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PRJNA1065939</a:t>
            </a:r>
            <a:endParaRPr lang="fr-FR" sz="1400" dirty="0"/>
          </a:p>
        </p:txBody>
      </p:sp>
      <p:pic>
        <p:nvPicPr>
          <p:cNvPr id="6" name="Image 5" descr="Une image contenant diagramme, texte, ligne&#10;&#10;Le contenu généré par l’IA peut être incorrect.">
            <a:extLst>
              <a:ext uri="{FF2B5EF4-FFF2-40B4-BE49-F238E27FC236}">
                <a16:creationId xmlns:a16="http://schemas.microsoft.com/office/drawing/2014/main" id="{23EFA812-E45E-D34A-411A-E10CAE244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996" y="1074295"/>
            <a:ext cx="8898008" cy="578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13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8EAF2-4D3A-6A66-4700-C65A3780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BFCB24-01D4-6710-EDD1-75461ED8D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232581"/>
            <a:ext cx="11842230" cy="841714"/>
          </a:xfrm>
        </p:spPr>
        <p:txBody>
          <a:bodyPr>
            <a:noAutofit/>
          </a:bodyPr>
          <a:lstStyle/>
          <a:p>
            <a:r>
              <a:rPr lang="fr-FR" sz="3200" i="1" dirty="0"/>
              <a:t>Staphylococcus aureus </a:t>
            </a:r>
            <a:r>
              <a:rPr lang="fr-FR" sz="3200" i="1" dirty="0" err="1"/>
              <a:t>subsp</a:t>
            </a:r>
            <a:r>
              <a:rPr lang="fr-FR" sz="3200" i="1" dirty="0"/>
              <a:t>. aureus USA300 VS </a:t>
            </a:r>
            <a:r>
              <a:rPr lang="fr-FR" sz="3200" dirty="0"/>
              <a:t>Staphylococcus phage 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BD1514B-D613-18E3-D015-6FDC3C37AA9B}"/>
              </a:ext>
            </a:extLst>
          </p:cNvPr>
          <p:cNvSpPr txBox="1"/>
          <p:nvPr/>
        </p:nvSpPr>
        <p:spPr>
          <a:xfrm>
            <a:off x="10545004" y="6519446"/>
            <a:ext cx="175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PRJNA1065939</a:t>
            </a:r>
            <a:endParaRPr lang="fr-FR" sz="1400" dirty="0"/>
          </a:p>
        </p:txBody>
      </p:sp>
      <p:pic>
        <p:nvPicPr>
          <p:cNvPr id="4" name="Image 3" descr="Une image contenant diagramme, texte, ligne&#10;&#10;Le contenu généré par l’IA peut être incorrect.">
            <a:extLst>
              <a:ext uri="{FF2B5EF4-FFF2-40B4-BE49-F238E27FC236}">
                <a16:creationId xmlns:a16="http://schemas.microsoft.com/office/drawing/2014/main" id="{1D4846D7-7CFC-C549-972C-5B21E610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996" y="1074295"/>
            <a:ext cx="8898008" cy="578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5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D5BAD-E930-F5E6-7BCB-BFE1BAC3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5F93EFE-80B7-E9A0-CB55-F473C37439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21205" y="458273"/>
            <a:ext cx="10149589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4400" b="1" dirty="0" err="1">
                <a:solidFill>
                  <a:srgbClr val="1D1C1D"/>
                </a:solidFill>
                <a:latin typeface="Slack-Lato"/>
              </a:rPr>
              <a:t>Defense</a:t>
            </a:r>
            <a:r>
              <a:rPr lang="fr-FR" altLang="fr-FR" sz="4400" b="1" dirty="0">
                <a:solidFill>
                  <a:srgbClr val="1D1C1D"/>
                </a:solidFill>
                <a:latin typeface="Slack-Lato"/>
              </a:rPr>
              <a:t> </a:t>
            </a:r>
            <a:r>
              <a:rPr lang="fr-FR" altLang="fr-FR" sz="4400" b="1" dirty="0" err="1">
                <a:solidFill>
                  <a:srgbClr val="1D1C1D"/>
                </a:solidFill>
                <a:latin typeface="Slack-Lato"/>
              </a:rPr>
              <a:t>systems</a:t>
            </a:r>
            <a:r>
              <a:rPr lang="fr-FR" altLang="fr-FR" sz="4400" b="1" dirty="0">
                <a:solidFill>
                  <a:srgbClr val="1D1C1D"/>
                </a:solidFill>
                <a:latin typeface="Slack-Lato"/>
              </a:rPr>
              <a:t> expression VS </a:t>
            </a:r>
            <a:r>
              <a:rPr lang="fr-FR" altLang="fr-FR" sz="4400" b="1" dirty="0" err="1">
                <a:solidFill>
                  <a:srgbClr val="1D1C1D"/>
                </a:solidFill>
                <a:latin typeface="Slack-Lato"/>
              </a:rPr>
              <a:t>bacterial</a:t>
            </a:r>
            <a:r>
              <a:rPr lang="fr-FR" altLang="fr-FR" sz="4400" b="1" dirty="0">
                <a:solidFill>
                  <a:srgbClr val="1D1C1D"/>
                </a:solidFill>
                <a:latin typeface="Slack-Lato"/>
              </a:rPr>
              <a:t>/phage </a:t>
            </a:r>
            <a:r>
              <a:rPr lang="fr-FR" altLang="fr-FR" sz="4400" b="1" dirty="0" err="1">
                <a:solidFill>
                  <a:srgbClr val="1D1C1D"/>
                </a:solidFill>
                <a:latin typeface="Slack-Lato"/>
              </a:rPr>
              <a:t>growth</a:t>
            </a:r>
            <a:endParaRPr kumimoji="0" lang="fr-FR" altLang="fr-FR" sz="4400" b="1" i="0" u="none" strike="noStrike" cap="none" normalizeH="0" baseline="0" dirty="0">
              <a:ln>
                <a:noFill/>
              </a:ln>
              <a:solidFill>
                <a:srgbClr val="1D1C1D"/>
              </a:solidFill>
              <a:effectLst/>
              <a:latin typeface="Slack-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37C6CA8-17BC-5A74-29A4-25821E73A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781172"/>
              </p:ext>
            </p:extLst>
          </p:nvPr>
        </p:nvGraphicFramePr>
        <p:xfrm>
          <a:off x="1085953" y="4130679"/>
          <a:ext cx="10020094" cy="2392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4225">
                  <a:extLst>
                    <a:ext uri="{9D8B030D-6E8A-4147-A177-3AD203B41FA5}">
                      <a16:colId xmlns:a16="http://schemas.microsoft.com/office/drawing/2014/main" val="1474946448"/>
                    </a:ext>
                  </a:extLst>
                </a:gridCol>
                <a:gridCol w="6295869">
                  <a:extLst>
                    <a:ext uri="{9D8B030D-6E8A-4147-A177-3AD203B41FA5}">
                      <a16:colId xmlns:a16="http://schemas.microsoft.com/office/drawing/2014/main" val="4045737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/>
                        <a:t>How to </a:t>
                      </a:r>
                      <a:r>
                        <a:rPr lang="fr-FR" sz="1800" b="1" dirty="0" err="1"/>
                        <a:t>interprete</a:t>
                      </a:r>
                      <a:r>
                        <a:rPr lang="fr-FR" sz="1800" b="1" dirty="0"/>
                        <a:t> </a:t>
                      </a:r>
                      <a:r>
                        <a:rPr lang="fr-FR" sz="1800" b="1" dirty="0" err="1"/>
                        <a:t>these</a:t>
                      </a:r>
                      <a:r>
                        <a:rPr lang="fr-FR" sz="1800" b="1" dirty="0"/>
                        <a:t> </a:t>
                      </a:r>
                      <a:r>
                        <a:rPr lang="fr-FR" sz="1800" b="1" dirty="0" err="1"/>
                        <a:t>results</a:t>
                      </a:r>
                      <a:r>
                        <a:rPr lang="fr-FR" sz="1800" b="1" dirty="0"/>
                        <a:t> ? </a:t>
                      </a:r>
                      <a:endParaRPr kumimoji="0" lang="fr-FR" altLang="fr-F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1D1C1D"/>
                        </a:solidFill>
                        <a:effectLst/>
                        <a:latin typeface="Slack-Lato"/>
                      </a:endParaRPr>
                    </a:p>
                  </a:txBody>
                  <a:tcPr>
                    <a:solidFill>
                      <a:srgbClr val="F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Plot </a:t>
                      </a:r>
                      <a:r>
                        <a:rPr lang="fr-FR" dirty="0" err="1"/>
                        <a:t>slope</a:t>
                      </a:r>
                      <a:r>
                        <a:rPr lang="fr-FR" dirty="0"/>
                        <a:t> ribosome vs </a:t>
                      </a:r>
                      <a:r>
                        <a:rPr lang="fr-FR" dirty="0" err="1"/>
                        <a:t>slope</a:t>
                      </a:r>
                      <a:r>
                        <a:rPr lang="fr-FR" dirty="0"/>
                        <a:t> phage (how to </a:t>
                      </a:r>
                      <a:r>
                        <a:rPr lang="fr-FR" dirty="0" err="1"/>
                        <a:t>handle</a:t>
                      </a:r>
                      <a:r>
                        <a:rPr lang="fr-FR" dirty="0"/>
                        <a:t> conditions?) – </a:t>
                      </a:r>
                      <a:r>
                        <a:rPr lang="fr-FR" dirty="0" err="1"/>
                        <a:t>color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defense-systems</a:t>
                      </a:r>
                      <a:r>
                        <a:rPr lang="fr-FR" dirty="0"/>
                        <a:t> and </a:t>
                      </a:r>
                      <a:r>
                        <a:rPr lang="fr-FR" dirty="0" err="1"/>
                        <a:t>then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bacteria</a:t>
                      </a:r>
                      <a:endParaRPr lang="fr-FR" dirty="0"/>
                    </a:p>
                  </a:txBody>
                  <a:tcPr>
                    <a:solidFill>
                      <a:srgbClr val="F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805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fr-F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1D1C1D"/>
                        </a:solidFill>
                        <a:effectLst/>
                        <a:latin typeface="Slack-Lato"/>
                      </a:endParaRPr>
                    </a:p>
                  </a:txBody>
                  <a:tcPr>
                    <a:solidFill>
                      <a:srgbClr val="F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Heatmap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defense-systems</a:t>
                      </a:r>
                      <a:r>
                        <a:rPr lang="fr-FR" dirty="0"/>
                        <a:t> vs </a:t>
                      </a:r>
                      <a:r>
                        <a:rPr lang="fr-FR" dirty="0" err="1"/>
                        <a:t>strain_condition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with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color</a:t>
                      </a:r>
                      <a:r>
                        <a:rPr lang="fr-FR" dirty="0"/>
                        <a:t> gradient for the </a:t>
                      </a:r>
                      <a:r>
                        <a:rPr lang="fr-FR" dirty="0" err="1"/>
                        <a:t>slope</a:t>
                      </a:r>
                      <a:r>
                        <a:rPr lang="fr-FR" dirty="0"/>
                        <a:t> value</a:t>
                      </a:r>
                    </a:p>
                  </a:txBody>
                  <a:tcPr>
                    <a:solidFill>
                      <a:srgbClr val="F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41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Slopes</a:t>
                      </a:r>
                      <a:r>
                        <a:rPr lang="fr-FR" dirty="0"/>
                        <a:t> distribution to have a global </a:t>
                      </a:r>
                      <a:r>
                        <a:rPr lang="fr-FR" dirty="0" err="1"/>
                        <a:t>idea</a:t>
                      </a:r>
                      <a:endParaRPr lang="fr-FR" dirty="0"/>
                    </a:p>
                  </a:txBody>
                  <a:tcPr>
                    <a:solidFill>
                      <a:srgbClr val="F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327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PCoA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highlighing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defense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systems</a:t>
                      </a:r>
                      <a:r>
                        <a:rPr lang="fr-FR" dirty="0"/>
                        <a:t> </a:t>
                      </a:r>
                    </a:p>
                  </a:txBody>
                  <a:tcPr>
                    <a:solidFill>
                      <a:srgbClr val="F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05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F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PCoA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highlighing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bacteria</a:t>
                      </a:r>
                      <a:endParaRPr lang="fr-FR" dirty="0"/>
                    </a:p>
                  </a:txBody>
                  <a:tcPr>
                    <a:solidFill>
                      <a:srgbClr val="F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624647"/>
                  </a:ext>
                </a:extLst>
              </a:tr>
            </a:tbl>
          </a:graphicData>
        </a:graphic>
      </p:graphicFrame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C20F824D-840F-9744-E7C4-188BF4BE5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144737"/>
              </p:ext>
            </p:extLst>
          </p:nvPr>
        </p:nvGraphicFramePr>
        <p:xfrm>
          <a:off x="1085953" y="2089489"/>
          <a:ext cx="10020094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4225">
                  <a:extLst>
                    <a:ext uri="{9D8B030D-6E8A-4147-A177-3AD203B41FA5}">
                      <a16:colId xmlns:a16="http://schemas.microsoft.com/office/drawing/2014/main" val="1474946448"/>
                    </a:ext>
                  </a:extLst>
                </a:gridCol>
                <a:gridCol w="6295869">
                  <a:extLst>
                    <a:ext uri="{9D8B030D-6E8A-4147-A177-3AD203B41FA5}">
                      <a16:colId xmlns:a16="http://schemas.microsoft.com/office/drawing/2014/main" val="4045737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/>
                        <a:t>My questions</a:t>
                      </a:r>
                      <a:endParaRPr kumimoji="0" lang="fr-FR" altLang="fr-F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1D1C1D"/>
                        </a:solidFill>
                        <a:effectLst/>
                        <a:latin typeface="Slack-Lato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Some</a:t>
                      </a:r>
                      <a:r>
                        <a:rPr lang="fr-FR" dirty="0"/>
                        <a:t> phage </a:t>
                      </a:r>
                      <a:r>
                        <a:rPr lang="fr-FR" dirty="0" err="1"/>
                        <a:t>slopes</a:t>
                      </a:r>
                      <a:r>
                        <a:rPr lang="fr-FR" dirty="0"/>
                        <a:t> are not </a:t>
                      </a:r>
                      <a:r>
                        <a:rPr lang="fr-FR" dirty="0" err="1"/>
                        <a:t>equal</a:t>
                      </a:r>
                      <a:r>
                        <a:rPr lang="fr-FR" dirty="0"/>
                        <a:t> to 0 in the control: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PRJNA307603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pseudocount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0.05 was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CLR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had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set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at 0.6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PRJEB12430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almost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all phage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genes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detected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the control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PRJNA315575 and PRJNA340008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though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few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phage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genes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expressed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control, </a:t>
                      </a:r>
                      <a:r>
                        <a:rPr lang="fr-FR" sz="18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gives</a:t>
                      </a:r>
                      <a:r>
                        <a:rPr lang="fr-FR" sz="18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805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538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0A1C-AFCE-DE8C-8847-B855B5762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9EE86A-449D-2C49-E825-36FA94D81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431600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dirty="0" err="1"/>
              <a:t>Prochlorococcus</a:t>
            </a:r>
            <a:r>
              <a:rPr lang="fr-FR" sz="3600" dirty="0"/>
              <a:t> </a:t>
            </a:r>
            <a:r>
              <a:rPr lang="fr-FR" sz="3600" dirty="0" err="1"/>
              <a:t>marinus</a:t>
            </a:r>
            <a:r>
              <a:rPr lang="fr-FR" sz="3600" dirty="0"/>
              <a:t> </a:t>
            </a:r>
            <a:r>
              <a:rPr lang="fr-FR" sz="3600" dirty="0" err="1"/>
              <a:t>subsp</a:t>
            </a:r>
            <a:r>
              <a:rPr lang="fr-FR" sz="3600" dirty="0"/>
              <a:t>. </a:t>
            </a:r>
            <a:r>
              <a:rPr lang="fr-FR" sz="3600" dirty="0" err="1"/>
              <a:t>Pastoris</a:t>
            </a:r>
            <a:r>
              <a:rPr lang="fr-FR" sz="3600" dirty="0"/>
              <a:t> </a:t>
            </a:r>
            <a:r>
              <a:rPr lang="fr-FR" sz="3600" i="1" dirty="0"/>
              <a:t>VS </a:t>
            </a:r>
            <a:r>
              <a:rPr lang="fr-FR" sz="3600" dirty="0" err="1"/>
              <a:t>Prochlorococcus</a:t>
            </a:r>
            <a:r>
              <a:rPr lang="fr-FR" sz="3600" dirty="0"/>
              <a:t> phage P-HM2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341127E-7077-133C-16F5-A1745587671B}"/>
              </a:ext>
            </a:extLst>
          </p:cNvPr>
          <p:cNvSpPr txBox="1"/>
          <p:nvPr/>
        </p:nvSpPr>
        <p:spPr>
          <a:xfrm>
            <a:off x="10545004" y="6519446"/>
            <a:ext cx="175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PRJNA315575</a:t>
            </a:r>
            <a:endParaRPr lang="fr-FR" sz="1400" dirty="0"/>
          </a:p>
        </p:txBody>
      </p:sp>
      <p:pic>
        <p:nvPicPr>
          <p:cNvPr id="8" name="Image 7" descr="Une image contenant diagramme, text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AB7380E-0087-9D3A-2F04-0A3F1EC5F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6" y="1457980"/>
            <a:ext cx="12192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0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7F1D9-D1FC-946A-D789-20C4E3F55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278E6-4D15-0AC4-CC9C-D11A696BA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431600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dirty="0" err="1"/>
              <a:t>Prochlorococcus</a:t>
            </a:r>
            <a:r>
              <a:rPr lang="fr-FR" sz="3600" dirty="0"/>
              <a:t> </a:t>
            </a:r>
            <a:r>
              <a:rPr lang="fr-FR" sz="3600" dirty="0" err="1"/>
              <a:t>marinus</a:t>
            </a:r>
            <a:r>
              <a:rPr lang="fr-FR" sz="3600" dirty="0"/>
              <a:t> </a:t>
            </a:r>
            <a:r>
              <a:rPr lang="fr-FR" sz="3600" dirty="0" err="1"/>
              <a:t>subsp</a:t>
            </a:r>
            <a:r>
              <a:rPr lang="fr-FR" sz="3600" dirty="0"/>
              <a:t>. </a:t>
            </a:r>
            <a:r>
              <a:rPr lang="fr-FR" sz="3600" dirty="0" err="1"/>
              <a:t>Pastoris</a:t>
            </a:r>
            <a:r>
              <a:rPr lang="fr-FR" sz="3600" dirty="0"/>
              <a:t> </a:t>
            </a:r>
            <a:r>
              <a:rPr lang="fr-FR" sz="3600" i="1" dirty="0"/>
              <a:t>VS </a:t>
            </a:r>
            <a:r>
              <a:rPr lang="fr-FR" sz="3600" dirty="0" err="1"/>
              <a:t>Prochlorococcus</a:t>
            </a:r>
            <a:r>
              <a:rPr lang="fr-FR" sz="3600" dirty="0"/>
              <a:t> phage P-HM2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54C5CD1-E4EF-9F66-75EB-7F0370427D18}"/>
              </a:ext>
            </a:extLst>
          </p:cNvPr>
          <p:cNvSpPr txBox="1"/>
          <p:nvPr/>
        </p:nvSpPr>
        <p:spPr>
          <a:xfrm>
            <a:off x="10545004" y="6519446"/>
            <a:ext cx="175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PRJNA315575</a:t>
            </a:r>
            <a:endParaRPr lang="fr-FR" sz="1400" dirty="0"/>
          </a:p>
        </p:txBody>
      </p:sp>
      <p:pic>
        <p:nvPicPr>
          <p:cNvPr id="6" name="Image 5" descr="Une image contenant diagramme, text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E36660E-9FFC-F9DF-8647-6635CD9CB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90" y="1642646"/>
            <a:ext cx="12192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539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265</Words>
  <Application>Microsoft Office PowerPoint</Application>
  <PresentationFormat>Grand écran</PresentationFormat>
  <Paragraphs>40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Slack-Lato</vt:lpstr>
      <vt:lpstr>Thème Office</vt:lpstr>
      <vt:lpstr>Présentation PowerPoint</vt:lpstr>
      <vt:lpstr>Streptococcus pneumoniae D39 VS Streptococcus phage SpSL1</vt:lpstr>
      <vt:lpstr>Streptococcus pneumoniae D39 VS Streptococcus phage SpSL1</vt:lpstr>
      <vt:lpstr>Staphylococcus aureus subsp. aureus USA300 VS Staphylococcus phage K</vt:lpstr>
      <vt:lpstr>Staphylococcus aureus subsp. aureus USA300 VS Staphylococcus phage K</vt:lpstr>
      <vt:lpstr>Présentation PowerPoint</vt:lpstr>
      <vt:lpstr>Prochlorococcus marinus subsp. Pastoris VS Prochlorococcus phage P-HM2</vt:lpstr>
      <vt:lpstr>Prochlorococcus marinus subsp. Pastoris VS Prochlorococcus phage P-HM2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Mathilde Annette Nicole Roulleau</dc:creator>
  <cp:lastModifiedBy>Mathilde Annette Nicole Roulleau</cp:lastModifiedBy>
  <cp:revision>1</cp:revision>
  <dcterms:created xsi:type="dcterms:W3CDTF">2026-01-13T16:46:33Z</dcterms:created>
  <dcterms:modified xsi:type="dcterms:W3CDTF">2026-01-14T15:03:37Z</dcterms:modified>
</cp:coreProperties>
</file>