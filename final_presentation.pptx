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91" r:id="rId3"/>
    <p:sldId id="290" r:id="rId4"/>
    <p:sldId id="292" r:id="rId5"/>
    <p:sldId id="293" r:id="rId6"/>
    <p:sldId id="257" r:id="rId7"/>
    <p:sldId id="294" r:id="rId8"/>
    <p:sldId id="259" r:id="rId9"/>
    <p:sldId id="258" r:id="rId10"/>
    <p:sldId id="265" r:id="rId11"/>
    <p:sldId id="267" r:id="rId12"/>
    <p:sldId id="261" r:id="rId13"/>
    <p:sldId id="298" r:id="rId14"/>
    <p:sldId id="264" r:id="rId15"/>
    <p:sldId id="266" r:id="rId16"/>
    <p:sldId id="268" r:id="rId17"/>
    <p:sldId id="270" r:id="rId18"/>
    <p:sldId id="274" r:id="rId19"/>
    <p:sldId id="269" r:id="rId20"/>
    <p:sldId id="278" r:id="rId21"/>
    <p:sldId id="279" r:id="rId22"/>
    <p:sldId id="280" r:id="rId23"/>
    <p:sldId id="283" r:id="rId24"/>
    <p:sldId id="285" r:id="rId25"/>
    <p:sldId id="282" r:id="rId26"/>
    <p:sldId id="287" r:id="rId27"/>
    <p:sldId id="286" r:id="rId28"/>
    <p:sldId id="284" r:id="rId29"/>
    <p:sldId id="281" r:id="rId30"/>
    <p:sldId id="288" r:id="rId31"/>
    <p:sldId id="297" r:id="rId32"/>
    <p:sldId id="296" r:id="rId33"/>
    <p:sldId id="276" r:id="rId34"/>
    <p:sldId id="277" r:id="rId35"/>
    <p:sldId id="275" r:id="rId3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994D"/>
    <a:srgbClr val="33CCCC"/>
    <a:srgbClr val="FF4343"/>
    <a:srgbClr val="E7EB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7E1717-23E1-43D3-83B0-C82DC0CCB609}" v="47" dt="2026-02-23T21:42:00.96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1113" autoAdjust="0"/>
  </p:normalViewPr>
  <p:slideViewPr>
    <p:cSldViewPr snapToGrid="0">
      <p:cViewPr varScale="1">
        <p:scale>
          <a:sx n="56" d="100"/>
          <a:sy n="56" d="100"/>
        </p:scale>
        <p:origin x="1296"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ilde Annette Nicole Roulleau" userId="4ab294c6-1984-4b16-bc43-8e77deede0e4" providerId="ADAL" clId="{79810BCC-BAA2-4D46-8788-90936CCE2327}"/>
    <pc:docChg chg="undo custSel addSld delSld modSld sldOrd">
      <pc:chgData name="Mathilde Annette Nicole Roulleau" userId="4ab294c6-1984-4b16-bc43-8e77deede0e4" providerId="ADAL" clId="{79810BCC-BAA2-4D46-8788-90936CCE2327}" dt="2026-02-27T15:30:31.046" v="9380" actId="1076"/>
      <pc:docMkLst>
        <pc:docMk/>
      </pc:docMkLst>
      <pc:sldChg chg="addSp delSp modSp mod modAnim">
        <pc:chgData name="Mathilde Annette Nicole Roulleau" userId="4ab294c6-1984-4b16-bc43-8e77deede0e4" providerId="ADAL" clId="{79810BCC-BAA2-4D46-8788-90936CCE2327}" dt="2026-02-23T20:43:27.918" v="8960" actId="790"/>
        <pc:sldMkLst>
          <pc:docMk/>
          <pc:sldMk cId="3050701782" sldId="256"/>
        </pc:sldMkLst>
        <pc:spChg chg="add mod ord">
          <ac:chgData name="Mathilde Annette Nicole Roulleau" userId="4ab294c6-1984-4b16-bc43-8e77deede0e4" providerId="ADAL" clId="{79810BCC-BAA2-4D46-8788-90936CCE2327}" dt="2026-02-23T20:43:27.918" v="8960" actId="790"/>
          <ac:spMkLst>
            <pc:docMk/>
            <pc:sldMk cId="3050701782" sldId="256"/>
            <ac:spMk id="3" creationId="{F0D4A331-2558-686E-2E09-96E96794A2D1}"/>
          </ac:spMkLst>
        </pc:spChg>
        <pc:spChg chg="mod">
          <ac:chgData name="Mathilde Annette Nicole Roulleau" userId="4ab294c6-1984-4b16-bc43-8e77deede0e4" providerId="ADAL" clId="{79810BCC-BAA2-4D46-8788-90936CCE2327}" dt="2026-02-23T20:43:27.918" v="8960" actId="790"/>
          <ac:spMkLst>
            <pc:docMk/>
            <pc:sldMk cId="3050701782" sldId="256"/>
            <ac:spMk id="4" creationId="{AA48F40B-9B3E-6BDD-DA3E-627F2D529871}"/>
          </ac:spMkLst>
        </pc:spChg>
        <pc:spChg chg="add mod">
          <ac:chgData name="Mathilde Annette Nicole Roulleau" userId="4ab294c6-1984-4b16-bc43-8e77deede0e4" providerId="ADAL" clId="{79810BCC-BAA2-4D46-8788-90936CCE2327}" dt="2026-02-23T20:43:27.918" v="8960" actId="790"/>
          <ac:spMkLst>
            <pc:docMk/>
            <pc:sldMk cId="3050701782" sldId="256"/>
            <ac:spMk id="6" creationId="{818FE3B1-E45C-A8BC-65B3-892987224A6D}"/>
          </ac:spMkLst>
        </pc:spChg>
      </pc:sldChg>
      <pc:sldChg chg="addSp delSp modSp mod modAnim">
        <pc:chgData name="Mathilde Annette Nicole Roulleau" userId="4ab294c6-1984-4b16-bc43-8e77deede0e4" providerId="ADAL" clId="{79810BCC-BAA2-4D46-8788-90936CCE2327}" dt="2026-02-23T21:34:47.862" v="9345"/>
        <pc:sldMkLst>
          <pc:docMk/>
          <pc:sldMk cId="3910591626" sldId="257"/>
        </pc:sldMkLst>
        <pc:spChg chg="add del mod">
          <ac:chgData name="Mathilde Annette Nicole Roulleau" userId="4ab294c6-1984-4b16-bc43-8e77deede0e4" providerId="ADAL" clId="{79810BCC-BAA2-4D46-8788-90936CCE2327}" dt="2026-02-23T20:43:27.918" v="8960" actId="790"/>
          <ac:spMkLst>
            <pc:docMk/>
            <pc:sldMk cId="3910591626" sldId="257"/>
            <ac:spMk id="3" creationId="{EB1588D5-2B57-848B-1582-96EB94821F14}"/>
          </ac:spMkLst>
        </pc:spChg>
        <pc:spChg chg="mod">
          <ac:chgData name="Mathilde Annette Nicole Roulleau" userId="4ab294c6-1984-4b16-bc43-8e77deede0e4" providerId="ADAL" clId="{79810BCC-BAA2-4D46-8788-90936CCE2327}" dt="2026-02-23T20:43:27.918" v="8960" actId="790"/>
          <ac:spMkLst>
            <pc:docMk/>
            <pc:sldMk cId="3910591626" sldId="257"/>
            <ac:spMk id="4" creationId="{009FA4AB-5E6C-5785-2AB8-DEEBF97B6C41}"/>
          </ac:spMkLst>
        </pc:spChg>
        <pc:spChg chg="add mod">
          <ac:chgData name="Mathilde Annette Nicole Roulleau" userId="4ab294c6-1984-4b16-bc43-8e77deede0e4" providerId="ADAL" clId="{79810BCC-BAA2-4D46-8788-90936CCE2327}" dt="2026-02-23T20:43:27.918" v="8960" actId="790"/>
          <ac:spMkLst>
            <pc:docMk/>
            <pc:sldMk cId="3910591626" sldId="257"/>
            <ac:spMk id="8" creationId="{5E8CAE8A-3BB1-B17E-2524-268DDB11AF60}"/>
          </ac:spMkLst>
        </pc:spChg>
        <pc:spChg chg="add del mod">
          <ac:chgData name="Mathilde Annette Nicole Roulleau" userId="4ab294c6-1984-4b16-bc43-8e77deede0e4" providerId="ADAL" clId="{79810BCC-BAA2-4D46-8788-90936CCE2327}" dt="2026-02-23T20:43:27.918" v="8960" actId="790"/>
          <ac:spMkLst>
            <pc:docMk/>
            <pc:sldMk cId="3910591626" sldId="257"/>
            <ac:spMk id="12" creationId="{5BCF3795-CC11-B6B6-2372-6207742CD238}"/>
          </ac:spMkLst>
        </pc:spChg>
        <pc:graphicFrameChg chg="mod modGraphic">
          <ac:chgData name="Mathilde Annette Nicole Roulleau" userId="4ab294c6-1984-4b16-bc43-8e77deede0e4" providerId="ADAL" clId="{79810BCC-BAA2-4D46-8788-90936CCE2327}" dt="2026-02-23T20:43:27.918" v="8960" actId="790"/>
          <ac:graphicFrameMkLst>
            <pc:docMk/>
            <pc:sldMk cId="3910591626" sldId="257"/>
            <ac:graphicFrameMk id="9" creationId="{C2AD98F7-9F31-7CD9-F44B-80FAB0C98626}"/>
          </ac:graphicFrameMkLst>
        </pc:graphicFrameChg>
        <pc:picChg chg="mod">
          <ac:chgData name="Mathilde Annette Nicole Roulleau" userId="4ab294c6-1984-4b16-bc43-8e77deede0e4" providerId="ADAL" clId="{79810BCC-BAA2-4D46-8788-90936CCE2327}" dt="2026-02-12T09:28:45.768" v="6164" actId="1076"/>
          <ac:picMkLst>
            <pc:docMk/>
            <pc:sldMk cId="3910591626" sldId="257"/>
            <ac:picMk id="14" creationId="{B158616D-E38F-3802-67DA-DC95E12F8E7C}"/>
          </ac:picMkLst>
        </pc:picChg>
        <pc:cxnChg chg="add del mod">
          <ac:chgData name="Mathilde Annette Nicole Roulleau" userId="4ab294c6-1984-4b16-bc43-8e77deede0e4" providerId="ADAL" clId="{79810BCC-BAA2-4D46-8788-90936CCE2327}" dt="2026-02-12T09:59:59.132" v="6293" actId="1076"/>
          <ac:cxnSpMkLst>
            <pc:docMk/>
            <pc:sldMk cId="3910591626" sldId="257"/>
            <ac:cxnSpMk id="11" creationId="{C602F555-7EF0-5718-DB1D-E8B092A23808}"/>
          </ac:cxnSpMkLst>
        </pc:cxnChg>
        <pc:cxnChg chg="add mod">
          <ac:chgData name="Mathilde Annette Nicole Roulleau" userId="4ab294c6-1984-4b16-bc43-8e77deede0e4" providerId="ADAL" clId="{79810BCC-BAA2-4D46-8788-90936CCE2327}" dt="2026-02-12T09:59:59.132" v="6293" actId="1076"/>
          <ac:cxnSpMkLst>
            <pc:docMk/>
            <pc:sldMk cId="3910591626" sldId="257"/>
            <ac:cxnSpMk id="17" creationId="{BAC0F6DB-D77F-7E1D-9DE6-56018E2C9CD6}"/>
          </ac:cxnSpMkLst>
        </pc:cxnChg>
        <pc:cxnChg chg="add mod">
          <ac:chgData name="Mathilde Annette Nicole Roulleau" userId="4ab294c6-1984-4b16-bc43-8e77deede0e4" providerId="ADAL" clId="{79810BCC-BAA2-4D46-8788-90936CCE2327}" dt="2026-02-12T09:59:59.132" v="6293" actId="1076"/>
          <ac:cxnSpMkLst>
            <pc:docMk/>
            <pc:sldMk cId="3910591626" sldId="257"/>
            <ac:cxnSpMk id="18" creationId="{25B91FFE-41F4-6575-E26E-70BBBEC8D33F}"/>
          </ac:cxnSpMkLst>
        </pc:cxnChg>
      </pc:sldChg>
      <pc:sldChg chg="addSp delSp modSp add mod">
        <pc:chgData name="Mathilde Annette Nicole Roulleau" userId="4ab294c6-1984-4b16-bc43-8e77deede0e4" providerId="ADAL" clId="{79810BCC-BAA2-4D46-8788-90936CCE2327}" dt="2026-02-23T21:38:18.552" v="9360" actId="1035"/>
        <pc:sldMkLst>
          <pc:docMk/>
          <pc:sldMk cId="3938232735" sldId="258"/>
        </pc:sldMkLst>
        <pc:spChg chg="mod">
          <ac:chgData name="Mathilde Annette Nicole Roulleau" userId="4ab294c6-1984-4b16-bc43-8e77deede0e4" providerId="ADAL" clId="{79810BCC-BAA2-4D46-8788-90936CCE2327}" dt="2026-02-23T21:38:18.552" v="9360" actId="1035"/>
          <ac:spMkLst>
            <pc:docMk/>
            <pc:sldMk cId="3938232735" sldId="258"/>
            <ac:spMk id="3" creationId="{B5CDBD7F-3EB6-B564-9E1B-30AB9F159168}"/>
          </ac:spMkLst>
        </pc:spChg>
        <pc:spChg chg="mod">
          <ac:chgData name="Mathilde Annette Nicole Roulleau" userId="4ab294c6-1984-4b16-bc43-8e77deede0e4" providerId="ADAL" clId="{79810BCC-BAA2-4D46-8788-90936CCE2327}" dt="2026-02-23T20:43:27.918" v="8960" actId="790"/>
          <ac:spMkLst>
            <pc:docMk/>
            <pc:sldMk cId="3938232735" sldId="258"/>
            <ac:spMk id="4" creationId="{F2825D4A-B38D-0E75-C8A6-2D8B9DC97E68}"/>
          </ac:spMkLst>
        </pc:spChg>
        <pc:spChg chg="add mod">
          <ac:chgData name="Mathilde Annette Nicole Roulleau" userId="4ab294c6-1984-4b16-bc43-8e77deede0e4" providerId="ADAL" clId="{79810BCC-BAA2-4D46-8788-90936CCE2327}" dt="2026-02-23T21:38:18.552" v="9360" actId="1035"/>
          <ac:spMkLst>
            <pc:docMk/>
            <pc:sldMk cId="3938232735" sldId="258"/>
            <ac:spMk id="13" creationId="{CB1BC903-3E47-AA81-67F8-6A2614126569}"/>
          </ac:spMkLst>
        </pc:spChg>
        <pc:spChg chg="mod">
          <ac:chgData name="Mathilde Annette Nicole Roulleau" userId="4ab294c6-1984-4b16-bc43-8e77deede0e4" providerId="ADAL" clId="{79810BCC-BAA2-4D46-8788-90936CCE2327}" dt="2026-02-23T21:37:37.984" v="9356" actId="1076"/>
          <ac:spMkLst>
            <pc:docMk/>
            <pc:sldMk cId="3938232735" sldId="258"/>
            <ac:spMk id="17" creationId="{546AF0F5-19C5-14A0-1E08-5AE2180122FE}"/>
          </ac:spMkLst>
        </pc:spChg>
        <pc:spChg chg="mod">
          <ac:chgData name="Mathilde Annette Nicole Roulleau" userId="4ab294c6-1984-4b16-bc43-8e77deede0e4" providerId="ADAL" clId="{79810BCC-BAA2-4D46-8788-90936CCE2327}" dt="2026-02-23T21:37:37.984" v="9356" actId="1076"/>
          <ac:spMkLst>
            <pc:docMk/>
            <pc:sldMk cId="3938232735" sldId="258"/>
            <ac:spMk id="19" creationId="{D7161293-4E5E-1E6B-FD57-516EC0032CD1}"/>
          </ac:spMkLst>
        </pc:spChg>
        <pc:graphicFrameChg chg="add mod modGraphic">
          <ac:chgData name="Mathilde Annette Nicole Roulleau" userId="4ab294c6-1984-4b16-bc43-8e77deede0e4" providerId="ADAL" clId="{79810BCC-BAA2-4D46-8788-90936CCE2327}" dt="2026-02-23T20:43:27.918" v="8960" actId="790"/>
          <ac:graphicFrameMkLst>
            <pc:docMk/>
            <pc:sldMk cId="3938232735" sldId="258"/>
            <ac:graphicFrameMk id="21" creationId="{1E4C2140-FA9D-8C0A-62EF-CC2C3FBBDA28}"/>
          </ac:graphicFrameMkLst>
        </pc:graphicFrameChg>
        <pc:picChg chg="mod">
          <ac:chgData name="Mathilde Annette Nicole Roulleau" userId="4ab294c6-1984-4b16-bc43-8e77deede0e4" providerId="ADAL" clId="{79810BCC-BAA2-4D46-8788-90936CCE2327}" dt="2026-02-12T10:01:22.569" v="6300" actId="14100"/>
          <ac:picMkLst>
            <pc:docMk/>
            <pc:sldMk cId="3938232735" sldId="258"/>
            <ac:picMk id="14" creationId="{70F2578D-1451-04D8-AD1F-BCE606955405}"/>
          </ac:picMkLst>
        </pc:picChg>
        <pc:cxnChg chg="add mod">
          <ac:chgData name="Mathilde Annette Nicole Roulleau" userId="4ab294c6-1984-4b16-bc43-8e77deede0e4" providerId="ADAL" clId="{79810BCC-BAA2-4D46-8788-90936CCE2327}" dt="2026-02-23T21:38:18.552" v="9360" actId="1035"/>
          <ac:cxnSpMkLst>
            <pc:docMk/>
            <pc:sldMk cId="3938232735" sldId="258"/>
            <ac:cxnSpMk id="2" creationId="{6C94FF7C-D713-4A2F-C298-2363024DDDB9}"/>
          </ac:cxnSpMkLst>
        </pc:cxnChg>
        <pc:cxnChg chg="add mod">
          <ac:chgData name="Mathilde Annette Nicole Roulleau" userId="4ab294c6-1984-4b16-bc43-8e77deede0e4" providerId="ADAL" clId="{79810BCC-BAA2-4D46-8788-90936CCE2327}" dt="2026-02-23T21:37:37.984" v="9356" actId="1076"/>
          <ac:cxnSpMkLst>
            <pc:docMk/>
            <pc:sldMk cId="3938232735" sldId="258"/>
            <ac:cxnSpMk id="6" creationId="{16A5F2F2-25A4-51B3-7AC6-736D6FE1E87F}"/>
          </ac:cxnSpMkLst>
        </pc:cxnChg>
        <pc:cxnChg chg="add mod">
          <ac:chgData name="Mathilde Annette Nicole Roulleau" userId="4ab294c6-1984-4b16-bc43-8e77deede0e4" providerId="ADAL" clId="{79810BCC-BAA2-4D46-8788-90936CCE2327}" dt="2026-02-23T21:38:18.552" v="9360" actId="1035"/>
          <ac:cxnSpMkLst>
            <pc:docMk/>
            <pc:sldMk cId="3938232735" sldId="258"/>
            <ac:cxnSpMk id="7" creationId="{AC10F974-5AD5-6716-E7F3-9622E7CAA5B3}"/>
          </ac:cxnSpMkLst>
        </pc:cxnChg>
        <pc:cxnChg chg="add mod">
          <ac:chgData name="Mathilde Annette Nicole Roulleau" userId="4ab294c6-1984-4b16-bc43-8e77deede0e4" providerId="ADAL" clId="{79810BCC-BAA2-4D46-8788-90936CCE2327}" dt="2026-02-23T21:38:18.552" v="9360" actId="1035"/>
          <ac:cxnSpMkLst>
            <pc:docMk/>
            <pc:sldMk cId="3938232735" sldId="258"/>
            <ac:cxnSpMk id="10" creationId="{16F926EE-E02B-97B4-06F3-F7BDD8261526}"/>
          </ac:cxnSpMkLst>
        </pc:cxnChg>
      </pc:sldChg>
      <pc:sldChg chg="addSp delSp modSp add mod ord modAnim">
        <pc:chgData name="Mathilde Annette Nicole Roulleau" userId="4ab294c6-1984-4b16-bc43-8e77deede0e4" providerId="ADAL" clId="{79810BCC-BAA2-4D46-8788-90936CCE2327}" dt="2026-02-23T21:36:13.103" v="9354"/>
        <pc:sldMkLst>
          <pc:docMk/>
          <pc:sldMk cId="857520673" sldId="259"/>
        </pc:sldMkLst>
        <pc:spChg chg="add mod">
          <ac:chgData name="Mathilde Annette Nicole Roulleau" userId="4ab294c6-1984-4b16-bc43-8e77deede0e4" providerId="ADAL" clId="{79810BCC-BAA2-4D46-8788-90936CCE2327}" dt="2026-02-23T20:43:27.918" v="8960" actId="790"/>
          <ac:spMkLst>
            <pc:docMk/>
            <pc:sldMk cId="857520673" sldId="259"/>
            <ac:spMk id="2" creationId="{AA57B0FA-3D6F-0981-0A01-169832460AE5}"/>
          </ac:spMkLst>
        </pc:spChg>
        <pc:spChg chg="add mod">
          <ac:chgData name="Mathilde Annette Nicole Roulleau" userId="4ab294c6-1984-4b16-bc43-8e77deede0e4" providerId="ADAL" clId="{79810BCC-BAA2-4D46-8788-90936CCE2327}" dt="2026-02-23T20:43:27.918" v="8960" actId="790"/>
          <ac:spMkLst>
            <pc:docMk/>
            <pc:sldMk cId="857520673" sldId="259"/>
            <ac:spMk id="3" creationId="{BF0A0861-70D1-AE3E-0B66-6F9B34B72C65}"/>
          </ac:spMkLst>
        </pc:spChg>
        <pc:spChg chg="mod">
          <ac:chgData name="Mathilde Annette Nicole Roulleau" userId="4ab294c6-1984-4b16-bc43-8e77deede0e4" providerId="ADAL" clId="{79810BCC-BAA2-4D46-8788-90936CCE2327}" dt="2026-02-23T21:36:04.660" v="9353" actId="1076"/>
          <ac:spMkLst>
            <pc:docMk/>
            <pc:sldMk cId="857520673" sldId="259"/>
            <ac:spMk id="4" creationId="{E243952B-D51D-8CF0-72CF-7E98F6A0F91A}"/>
          </ac:spMkLst>
        </pc:spChg>
        <pc:spChg chg="add mod">
          <ac:chgData name="Mathilde Annette Nicole Roulleau" userId="4ab294c6-1984-4b16-bc43-8e77deede0e4" providerId="ADAL" clId="{79810BCC-BAA2-4D46-8788-90936CCE2327}" dt="2026-02-23T20:43:27.918" v="8960" actId="790"/>
          <ac:spMkLst>
            <pc:docMk/>
            <pc:sldMk cId="857520673" sldId="259"/>
            <ac:spMk id="5" creationId="{46779A8C-C184-1FDA-6731-D89C427FC157}"/>
          </ac:spMkLst>
        </pc:spChg>
        <pc:spChg chg="add mod">
          <ac:chgData name="Mathilde Annette Nicole Roulleau" userId="4ab294c6-1984-4b16-bc43-8e77deede0e4" providerId="ADAL" clId="{79810BCC-BAA2-4D46-8788-90936CCE2327}" dt="2026-02-23T20:43:27.918" v="8960" actId="790"/>
          <ac:spMkLst>
            <pc:docMk/>
            <pc:sldMk cId="857520673" sldId="259"/>
            <ac:spMk id="7" creationId="{4D23DC3A-5BD7-5456-55E6-776F010E5F44}"/>
          </ac:spMkLst>
        </pc:spChg>
        <pc:spChg chg="add mod">
          <ac:chgData name="Mathilde Annette Nicole Roulleau" userId="4ab294c6-1984-4b16-bc43-8e77deede0e4" providerId="ADAL" clId="{79810BCC-BAA2-4D46-8788-90936CCE2327}" dt="2026-02-23T20:43:27.918" v="8960" actId="790"/>
          <ac:spMkLst>
            <pc:docMk/>
            <pc:sldMk cId="857520673" sldId="259"/>
            <ac:spMk id="11" creationId="{26B7E9F9-D128-3CD8-E1A2-74F7892D8382}"/>
          </ac:spMkLst>
        </pc:spChg>
        <pc:spChg chg="add mod">
          <ac:chgData name="Mathilde Annette Nicole Roulleau" userId="4ab294c6-1984-4b16-bc43-8e77deede0e4" providerId="ADAL" clId="{79810BCC-BAA2-4D46-8788-90936CCE2327}" dt="2026-02-23T20:43:27.918" v="8960" actId="790"/>
          <ac:spMkLst>
            <pc:docMk/>
            <pc:sldMk cId="857520673" sldId="259"/>
            <ac:spMk id="25" creationId="{356DF88F-8B51-69E8-5F96-C2EF451CD819}"/>
          </ac:spMkLst>
        </pc:spChg>
        <pc:spChg chg="add mod">
          <ac:chgData name="Mathilde Annette Nicole Roulleau" userId="4ab294c6-1984-4b16-bc43-8e77deede0e4" providerId="ADAL" clId="{79810BCC-BAA2-4D46-8788-90936CCE2327}" dt="2026-02-23T20:43:27.918" v="8960" actId="790"/>
          <ac:spMkLst>
            <pc:docMk/>
            <pc:sldMk cId="857520673" sldId="259"/>
            <ac:spMk id="28" creationId="{46D39359-F510-384E-81FA-2E495DF27718}"/>
          </ac:spMkLst>
        </pc:spChg>
        <pc:spChg chg="add mod">
          <ac:chgData name="Mathilde Annette Nicole Roulleau" userId="4ab294c6-1984-4b16-bc43-8e77deede0e4" providerId="ADAL" clId="{79810BCC-BAA2-4D46-8788-90936CCE2327}" dt="2026-02-23T20:43:27.918" v="8960" actId="790"/>
          <ac:spMkLst>
            <pc:docMk/>
            <pc:sldMk cId="857520673" sldId="259"/>
            <ac:spMk id="29" creationId="{3CC2A331-3713-17F8-9B68-09B2D23C022F}"/>
          </ac:spMkLst>
        </pc:spChg>
        <pc:picChg chg="add mod">
          <ac:chgData name="Mathilde Annette Nicole Roulleau" userId="4ab294c6-1984-4b16-bc43-8e77deede0e4" providerId="ADAL" clId="{79810BCC-BAA2-4D46-8788-90936CCE2327}" dt="2026-02-03T12:48:52.330" v="1521" actId="1076"/>
          <ac:picMkLst>
            <pc:docMk/>
            <pc:sldMk cId="857520673" sldId="259"/>
            <ac:picMk id="24" creationId="{340500F3-CFFA-14E7-F866-A129568C4F31}"/>
          </ac:picMkLst>
        </pc:picChg>
        <pc:picChg chg="add mod">
          <ac:chgData name="Mathilde Annette Nicole Roulleau" userId="4ab294c6-1984-4b16-bc43-8e77deede0e4" providerId="ADAL" clId="{79810BCC-BAA2-4D46-8788-90936CCE2327}" dt="2026-02-03T12:49:14.608" v="1536" actId="1038"/>
          <ac:picMkLst>
            <pc:docMk/>
            <pc:sldMk cId="857520673" sldId="259"/>
            <ac:picMk id="26" creationId="{603B8219-27C5-C356-FAED-A1E6184EABE3}"/>
          </ac:picMkLst>
        </pc:picChg>
        <pc:cxnChg chg="add mod">
          <ac:chgData name="Mathilde Annette Nicole Roulleau" userId="4ab294c6-1984-4b16-bc43-8e77deede0e4" providerId="ADAL" clId="{79810BCC-BAA2-4D46-8788-90936CCE2327}" dt="2026-02-04T15:43:31.693" v="1908" actId="1076"/>
          <ac:cxnSpMkLst>
            <pc:docMk/>
            <pc:sldMk cId="857520673" sldId="259"/>
            <ac:cxnSpMk id="6" creationId="{79EAE5BB-3E06-1B10-2A6C-1C6F90836382}"/>
          </ac:cxnSpMkLst>
        </pc:cxnChg>
        <pc:cxnChg chg="add mod">
          <ac:chgData name="Mathilde Annette Nicole Roulleau" userId="4ab294c6-1984-4b16-bc43-8e77deede0e4" providerId="ADAL" clId="{79810BCC-BAA2-4D46-8788-90936CCE2327}" dt="2026-02-04T15:44:46.102" v="1933" actId="1076"/>
          <ac:cxnSpMkLst>
            <pc:docMk/>
            <pc:sldMk cId="857520673" sldId="259"/>
            <ac:cxnSpMk id="8" creationId="{F5B103B1-70E0-B917-E886-743308E5B26A}"/>
          </ac:cxnSpMkLst>
        </pc:cxnChg>
        <pc:cxnChg chg="add mod">
          <ac:chgData name="Mathilde Annette Nicole Roulleau" userId="4ab294c6-1984-4b16-bc43-8e77deede0e4" providerId="ADAL" clId="{79810BCC-BAA2-4D46-8788-90936CCE2327}" dt="2026-02-04T15:45:25.566" v="1935" actId="1076"/>
          <ac:cxnSpMkLst>
            <pc:docMk/>
            <pc:sldMk cId="857520673" sldId="259"/>
            <ac:cxnSpMk id="27" creationId="{C0C1D509-456E-5150-3B74-90AF55C7CC77}"/>
          </ac:cxnSpMkLst>
        </pc:cxnChg>
        <pc:cxnChg chg="add mod">
          <ac:chgData name="Mathilde Annette Nicole Roulleau" userId="4ab294c6-1984-4b16-bc43-8e77deede0e4" providerId="ADAL" clId="{79810BCC-BAA2-4D46-8788-90936CCE2327}" dt="2026-02-04T15:45:42.620" v="1945" actId="1035"/>
          <ac:cxnSpMkLst>
            <pc:docMk/>
            <pc:sldMk cId="857520673" sldId="259"/>
            <ac:cxnSpMk id="30" creationId="{95AA2405-841F-9D45-C226-BEBB91DB201F}"/>
          </ac:cxnSpMkLst>
        </pc:cxnChg>
      </pc:sldChg>
      <pc:sldChg chg="addSp delSp modSp add mod">
        <pc:chgData name="Mathilde Annette Nicole Roulleau" userId="4ab294c6-1984-4b16-bc43-8e77deede0e4" providerId="ADAL" clId="{79810BCC-BAA2-4D46-8788-90936CCE2327}" dt="2026-02-23T21:41:01.520" v="9373" actId="20577"/>
        <pc:sldMkLst>
          <pc:docMk/>
          <pc:sldMk cId="1760762236" sldId="261"/>
        </pc:sldMkLst>
        <pc:spChg chg="mod">
          <ac:chgData name="Mathilde Annette Nicole Roulleau" userId="4ab294c6-1984-4b16-bc43-8e77deede0e4" providerId="ADAL" clId="{79810BCC-BAA2-4D46-8788-90936CCE2327}" dt="2026-02-23T21:41:01.520" v="9373" actId="20577"/>
          <ac:spMkLst>
            <pc:docMk/>
            <pc:sldMk cId="1760762236" sldId="261"/>
            <ac:spMk id="4" creationId="{956E818F-3689-1A80-A744-925C993A7AA5}"/>
          </ac:spMkLst>
        </pc:spChg>
        <pc:spChg chg="add mod topLvl">
          <ac:chgData name="Mathilde Annette Nicole Roulleau" userId="4ab294c6-1984-4b16-bc43-8e77deede0e4" providerId="ADAL" clId="{79810BCC-BAA2-4D46-8788-90936CCE2327}" dt="2026-02-23T20:43:27.918" v="8960" actId="790"/>
          <ac:spMkLst>
            <pc:docMk/>
            <pc:sldMk cId="1760762236" sldId="261"/>
            <ac:spMk id="8" creationId="{687517A4-AAF1-7A27-DBD0-E4A27D858F3E}"/>
          </ac:spMkLst>
        </pc:spChg>
        <pc:spChg chg="add mod topLvl">
          <ac:chgData name="Mathilde Annette Nicole Roulleau" userId="4ab294c6-1984-4b16-bc43-8e77deede0e4" providerId="ADAL" clId="{79810BCC-BAA2-4D46-8788-90936CCE2327}" dt="2026-02-23T20:43:27.918" v="8960" actId="790"/>
          <ac:spMkLst>
            <pc:docMk/>
            <pc:sldMk cId="1760762236" sldId="261"/>
            <ac:spMk id="10" creationId="{59DAD28A-3EF3-D339-14B4-BFBBB1357EB8}"/>
          </ac:spMkLst>
        </pc:spChg>
        <pc:spChg chg="add mod topLvl">
          <ac:chgData name="Mathilde Annette Nicole Roulleau" userId="4ab294c6-1984-4b16-bc43-8e77deede0e4" providerId="ADAL" clId="{79810BCC-BAA2-4D46-8788-90936CCE2327}" dt="2026-02-23T20:43:27.918" v="8960" actId="790"/>
          <ac:spMkLst>
            <pc:docMk/>
            <pc:sldMk cId="1760762236" sldId="261"/>
            <ac:spMk id="12" creationId="{FC2563CE-779D-20DE-42CC-E7710D53207C}"/>
          </ac:spMkLst>
        </pc:spChg>
        <pc:spChg chg="add mod topLvl">
          <ac:chgData name="Mathilde Annette Nicole Roulleau" userId="4ab294c6-1984-4b16-bc43-8e77deede0e4" providerId="ADAL" clId="{79810BCC-BAA2-4D46-8788-90936CCE2327}" dt="2026-02-23T20:43:27.918" v="8960" actId="790"/>
          <ac:spMkLst>
            <pc:docMk/>
            <pc:sldMk cId="1760762236" sldId="261"/>
            <ac:spMk id="13" creationId="{85B57DEE-5C6A-2337-D73F-4A28D965421E}"/>
          </ac:spMkLst>
        </pc:spChg>
        <pc:spChg chg="add mod topLvl">
          <ac:chgData name="Mathilde Annette Nicole Roulleau" userId="4ab294c6-1984-4b16-bc43-8e77deede0e4" providerId="ADAL" clId="{79810BCC-BAA2-4D46-8788-90936CCE2327}" dt="2026-02-23T20:43:27.918" v="8960" actId="790"/>
          <ac:spMkLst>
            <pc:docMk/>
            <pc:sldMk cId="1760762236" sldId="261"/>
            <ac:spMk id="17" creationId="{32756D79-1022-DBA0-AC5B-D7836A353598}"/>
          </ac:spMkLst>
        </pc:spChg>
        <pc:spChg chg="add mod topLvl">
          <ac:chgData name="Mathilde Annette Nicole Roulleau" userId="4ab294c6-1984-4b16-bc43-8e77deede0e4" providerId="ADAL" clId="{79810BCC-BAA2-4D46-8788-90936CCE2327}" dt="2026-02-23T20:43:27.918" v="8960" actId="790"/>
          <ac:spMkLst>
            <pc:docMk/>
            <pc:sldMk cId="1760762236" sldId="261"/>
            <ac:spMk id="33" creationId="{DCAD52DF-29D7-6CE3-6288-6BDC4BFDE2B7}"/>
          </ac:spMkLst>
        </pc:spChg>
        <pc:spChg chg="add mod topLvl">
          <ac:chgData name="Mathilde Annette Nicole Roulleau" userId="4ab294c6-1984-4b16-bc43-8e77deede0e4" providerId="ADAL" clId="{79810BCC-BAA2-4D46-8788-90936CCE2327}" dt="2026-02-23T20:43:27.918" v="8960" actId="790"/>
          <ac:spMkLst>
            <pc:docMk/>
            <pc:sldMk cId="1760762236" sldId="261"/>
            <ac:spMk id="34" creationId="{4124BFEB-C0F8-6851-37D2-70541D8036EB}"/>
          </ac:spMkLst>
        </pc:spChg>
        <pc:picChg chg="add mod ord">
          <ac:chgData name="Mathilde Annette Nicole Roulleau" userId="4ab294c6-1984-4b16-bc43-8e77deede0e4" providerId="ADAL" clId="{79810BCC-BAA2-4D46-8788-90936CCE2327}" dt="2026-02-19T17:17:53.657" v="7254" actId="1076"/>
          <ac:picMkLst>
            <pc:docMk/>
            <pc:sldMk cId="1760762236" sldId="261"/>
            <ac:picMk id="3" creationId="{50779F2B-A8E0-B777-63F4-AD73756095CF}"/>
          </ac:picMkLst>
        </pc:picChg>
        <pc:cxnChg chg="add mod topLvl">
          <ac:chgData name="Mathilde Annette Nicole Roulleau" userId="4ab294c6-1984-4b16-bc43-8e77deede0e4" providerId="ADAL" clId="{79810BCC-BAA2-4D46-8788-90936CCE2327}" dt="2026-02-19T17:17:21.655" v="7240" actId="165"/>
          <ac:cxnSpMkLst>
            <pc:docMk/>
            <pc:sldMk cId="1760762236" sldId="261"/>
            <ac:cxnSpMk id="9" creationId="{342F781D-7FDA-4030-1623-1ED43EE3E788}"/>
          </ac:cxnSpMkLst>
        </pc:cxnChg>
        <pc:cxnChg chg="add mod topLvl">
          <ac:chgData name="Mathilde Annette Nicole Roulleau" userId="4ab294c6-1984-4b16-bc43-8e77deede0e4" providerId="ADAL" clId="{79810BCC-BAA2-4D46-8788-90936CCE2327}" dt="2026-02-19T17:17:21.655" v="7240" actId="165"/>
          <ac:cxnSpMkLst>
            <pc:docMk/>
            <pc:sldMk cId="1760762236" sldId="261"/>
            <ac:cxnSpMk id="11" creationId="{CF2E0074-C54C-DF46-E268-9C6964290987}"/>
          </ac:cxnSpMkLst>
        </pc:cxnChg>
        <pc:cxnChg chg="add mod">
          <ac:chgData name="Mathilde Annette Nicole Roulleau" userId="4ab294c6-1984-4b16-bc43-8e77deede0e4" providerId="ADAL" clId="{79810BCC-BAA2-4D46-8788-90936CCE2327}" dt="2026-02-19T17:17:44.005" v="7250" actId="1076"/>
          <ac:cxnSpMkLst>
            <pc:docMk/>
            <pc:sldMk cId="1760762236" sldId="261"/>
            <ac:cxnSpMk id="14" creationId="{8E456094-BA2D-3DAB-4CDF-BCBAEAFA539F}"/>
          </ac:cxnSpMkLst>
        </pc:cxnChg>
        <pc:cxnChg chg="add mod">
          <ac:chgData name="Mathilde Annette Nicole Roulleau" userId="4ab294c6-1984-4b16-bc43-8e77deede0e4" providerId="ADAL" clId="{79810BCC-BAA2-4D46-8788-90936CCE2327}" dt="2026-02-19T17:18:13.140" v="7259" actId="1076"/>
          <ac:cxnSpMkLst>
            <pc:docMk/>
            <pc:sldMk cId="1760762236" sldId="261"/>
            <ac:cxnSpMk id="18" creationId="{F9D7414D-7879-F8B2-6566-B2AAC564FB53}"/>
          </ac:cxnSpMkLst>
        </pc:cxnChg>
        <pc:cxnChg chg="add mod">
          <ac:chgData name="Mathilde Annette Nicole Roulleau" userId="4ab294c6-1984-4b16-bc43-8e77deede0e4" providerId="ADAL" clId="{79810BCC-BAA2-4D46-8788-90936CCE2327}" dt="2026-02-19T17:18:51.839" v="7271" actId="14100"/>
          <ac:cxnSpMkLst>
            <pc:docMk/>
            <pc:sldMk cId="1760762236" sldId="261"/>
            <ac:cxnSpMk id="35" creationId="{23F64C07-4B07-558C-8EDE-E1C360596F74}"/>
          </ac:cxnSpMkLst>
        </pc:cxnChg>
      </pc:sldChg>
      <pc:sldChg chg="addSp modSp add mod ord modAnim">
        <pc:chgData name="Mathilde Annette Nicole Roulleau" userId="4ab294c6-1984-4b16-bc43-8e77deede0e4" providerId="ADAL" clId="{79810BCC-BAA2-4D46-8788-90936CCE2327}" dt="2026-02-23T20:43:27.918" v="8960" actId="790"/>
        <pc:sldMkLst>
          <pc:docMk/>
          <pc:sldMk cId="135008196" sldId="264"/>
        </pc:sldMkLst>
        <pc:spChg chg="add mod">
          <ac:chgData name="Mathilde Annette Nicole Roulleau" userId="4ab294c6-1984-4b16-bc43-8e77deede0e4" providerId="ADAL" clId="{79810BCC-BAA2-4D46-8788-90936CCE2327}" dt="2026-02-23T20:43:27.918" v="8960" actId="790"/>
          <ac:spMkLst>
            <pc:docMk/>
            <pc:sldMk cId="135008196" sldId="264"/>
            <ac:spMk id="3" creationId="{DFAD5985-C373-3EF6-222D-8E936CAB799A}"/>
          </ac:spMkLst>
        </pc:spChg>
        <pc:spChg chg="mod">
          <ac:chgData name="Mathilde Annette Nicole Roulleau" userId="4ab294c6-1984-4b16-bc43-8e77deede0e4" providerId="ADAL" clId="{79810BCC-BAA2-4D46-8788-90936CCE2327}" dt="2026-02-23T20:43:27.918" v="8960" actId="790"/>
          <ac:spMkLst>
            <pc:docMk/>
            <pc:sldMk cId="135008196" sldId="264"/>
            <ac:spMk id="4" creationId="{F29225F7-ED05-1FF5-A560-1BE4F2AAC30C}"/>
          </ac:spMkLst>
        </pc:spChg>
        <pc:spChg chg="add mod">
          <ac:chgData name="Mathilde Annette Nicole Roulleau" userId="4ab294c6-1984-4b16-bc43-8e77deede0e4" providerId="ADAL" clId="{79810BCC-BAA2-4D46-8788-90936CCE2327}" dt="2026-02-23T20:43:27.918" v="8960" actId="790"/>
          <ac:spMkLst>
            <pc:docMk/>
            <pc:sldMk cId="135008196" sldId="264"/>
            <ac:spMk id="5" creationId="{F90179CF-969B-5848-E06F-00B85ED7A6D0}"/>
          </ac:spMkLst>
        </pc:spChg>
      </pc:sldChg>
      <pc:sldChg chg="addSp delSp modSp add mod">
        <pc:chgData name="Mathilde Annette Nicole Roulleau" userId="4ab294c6-1984-4b16-bc43-8e77deede0e4" providerId="ADAL" clId="{79810BCC-BAA2-4D46-8788-90936CCE2327}" dt="2026-02-27T15:30:31.046" v="9380" actId="1076"/>
        <pc:sldMkLst>
          <pc:docMk/>
          <pc:sldMk cId="1992619874" sldId="265"/>
        </pc:sldMkLst>
        <pc:spChg chg="add mod">
          <ac:chgData name="Mathilde Annette Nicole Roulleau" userId="4ab294c6-1984-4b16-bc43-8e77deede0e4" providerId="ADAL" clId="{79810BCC-BAA2-4D46-8788-90936CCE2327}" dt="2026-02-03T12:49:56.562" v="1545"/>
          <ac:spMkLst>
            <pc:docMk/>
            <pc:sldMk cId="1992619874" sldId="265"/>
            <ac:spMk id="2" creationId="{C421AA83-9981-54A5-D219-8384E042F5EF}"/>
          </ac:spMkLst>
        </pc:spChg>
        <pc:spChg chg="add mod">
          <ac:chgData name="Mathilde Annette Nicole Roulleau" userId="4ab294c6-1984-4b16-bc43-8e77deede0e4" providerId="ADAL" clId="{79810BCC-BAA2-4D46-8788-90936CCE2327}" dt="2026-02-27T15:30:31.046" v="9380" actId="1076"/>
          <ac:spMkLst>
            <pc:docMk/>
            <pc:sldMk cId="1992619874" sldId="265"/>
            <ac:spMk id="11" creationId="{38AFD449-A6D5-A21C-C7EC-65ADAE480074}"/>
          </ac:spMkLst>
        </pc:spChg>
        <pc:spChg chg="add mod">
          <ac:chgData name="Mathilde Annette Nicole Roulleau" userId="4ab294c6-1984-4b16-bc43-8e77deede0e4" providerId="ADAL" clId="{79810BCC-BAA2-4D46-8788-90936CCE2327}" dt="2026-02-27T15:30:31.046" v="9380" actId="1076"/>
          <ac:spMkLst>
            <pc:docMk/>
            <pc:sldMk cId="1992619874" sldId="265"/>
            <ac:spMk id="12" creationId="{3EE42F73-EED9-B54E-716F-D54381CD3F64}"/>
          </ac:spMkLst>
        </pc:spChg>
        <pc:spChg chg="mod">
          <ac:chgData name="Mathilde Annette Nicole Roulleau" userId="4ab294c6-1984-4b16-bc43-8e77deede0e4" providerId="ADAL" clId="{79810BCC-BAA2-4D46-8788-90936CCE2327}" dt="2026-02-27T15:30:31.046" v="9380" actId="1076"/>
          <ac:spMkLst>
            <pc:docMk/>
            <pc:sldMk cId="1992619874" sldId="265"/>
            <ac:spMk id="16" creationId="{511BED76-2A71-AC97-3375-F05C1708C537}"/>
          </ac:spMkLst>
        </pc:spChg>
        <pc:spChg chg="add mod">
          <ac:chgData name="Mathilde Annette Nicole Roulleau" userId="4ab294c6-1984-4b16-bc43-8e77deede0e4" providerId="ADAL" clId="{79810BCC-BAA2-4D46-8788-90936CCE2327}" dt="2026-02-27T15:30:26.562" v="9379" actId="1076"/>
          <ac:spMkLst>
            <pc:docMk/>
            <pc:sldMk cId="1992619874" sldId="265"/>
            <ac:spMk id="22" creationId="{CC702E6F-CA62-8F1B-C17D-619EBFFC0642}"/>
          </ac:spMkLst>
        </pc:spChg>
        <pc:spChg chg="add mod">
          <ac:chgData name="Mathilde Annette Nicole Roulleau" userId="4ab294c6-1984-4b16-bc43-8e77deede0e4" providerId="ADAL" clId="{79810BCC-BAA2-4D46-8788-90936CCE2327}" dt="2026-02-27T15:30:31.046" v="9380" actId="1076"/>
          <ac:spMkLst>
            <pc:docMk/>
            <pc:sldMk cId="1992619874" sldId="265"/>
            <ac:spMk id="23" creationId="{5910A737-D931-925C-4B7D-11D79DD8E401}"/>
          </ac:spMkLst>
        </pc:spChg>
        <pc:spChg chg="add mod">
          <ac:chgData name="Mathilde Annette Nicole Roulleau" userId="4ab294c6-1984-4b16-bc43-8e77deede0e4" providerId="ADAL" clId="{79810BCC-BAA2-4D46-8788-90936CCE2327}" dt="2026-02-27T15:30:31.046" v="9380" actId="1076"/>
          <ac:spMkLst>
            <pc:docMk/>
            <pc:sldMk cId="1992619874" sldId="265"/>
            <ac:spMk id="25" creationId="{D9867358-14FD-5F41-71EF-1E943F074605}"/>
          </ac:spMkLst>
        </pc:spChg>
        <pc:spChg chg="add mod">
          <ac:chgData name="Mathilde Annette Nicole Roulleau" userId="4ab294c6-1984-4b16-bc43-8e77deede0e4" providerId="ADAL" clId="{79810BCC-BAA2-4D46-8788-90936CCE2327}" dt="2026-02-27T15:30:31.046" v="9380" actId="1076"/>
          <ac:spMkLst>
            <pc:docMk/>
            <pc:sldMk cId="1992619874" sldId="265"/>
            <ac:spMk id="26" creationId="{840601B5-6A0A-6449-54F1-1C4922DEF9F1}"/>
          </ac:spMkLst>
        </pc:spChg>
        <pc:spChg chg="add mod">
          <ac:chgData name="Mathilde Annette Nicole Roulleau" userId="4ab294c6-1984-4b16-bc43-8e77deede0e4" providerId="ADAL" clId="{79810BCC-BAA2-4D46-8788-90936CCE2327}" dt="2026-02-27T15:30:31.046" v="9380" actId="1076"/>
          <ac:spMkLst>
            <pc:docMk/>
            <pc:sldMk cId="1992619874" sldId="265"/>
            <ac:spMk id="28" creationId="{D3D5695D-8753-1C82-5FD0-7A3532842E22}"/>
          </ac:spMkLst>
        </pc:spChg>
        <pc:spChg chg="add mod">
          <ac:chgData name="Mathilde Annette Nicole Roulleau" userId="4ab294c6-1984-4b16-bc43-8e77deede0e4" providerId="ADAL" clId="{79810BCC-BAA2-4D46-8788-90936CCE2327}" dt="2026-02-27T15:30:31.046" v="9380" actId="1076"/>
          <ac:spMkLst>
            <pc:docMk/>
            <pc:sldMk cId="1992619874" sldId="265"/>
            <ac:spMk id="29" creationId="{9A962588-C86A-CFEF-F43C-328FF476EF00}"/>
          </ac:spMkLst>
        </pc:spChg>
        <pc:spChg chg="add mod">
          <ac:chgData name="Mathilde Annette Nicole Roulleau" userId="4ab294c6-1984-4b16-bc43-8e77deede0e4" providerId="ADAL" clId="{79810BCC-BAA2-4D46-8788-90936CCE2327}" dt="2026-02-27T15:30:31.046" v="9380" actId="1076"/>
          <ac:spMkLst>
            <pc:docMk/>
            <pc:sldMk cId="1992619874" sldId="265"/>
            <ac:spMk id="30" creationId="{559AC0FA-7BAE-12D2-47A4-7C6BF1F96A42}"/>
          </ac:spMkLst>
        </pc:spChg>
        <pc:spChg chg="add mod">
          <ac:chgData name="Mathilde Annette Nicole Roulleau" userId="4ab294c6-1984-4b16-bc43-8e77deede0e4" providerId="ADAL" clId="{79810BCC-BAA2-4D46-8788-90936CCE2327}" dt="2026-02-27T15:30:31.046" v="9380" actId="1076"/>
          <ac:spMkLst>
            <pc:docMk/>
            <pc:sldMk cId="1992619874" sldId="265"/>
            <ac:spMk id="46" creationId="{A3B37892-7705-7936-C066-862B5E4357EF}"/>
          </ac:spMkLst>
        </pc:spChg>
        <pc:picChg chg="mod">
          <ac:chgData name="Mathilde Annette Nicole Roulleau" userId="4ab294c6-1984-4b16-bc43-8e77deede0e4" providerId="ADAL" clId="{79810BCC-BAA2-4D46-8788-90936CCE2327}" dt="2026-02-04T15:51:18.579" v="2075" actId="1076"/>
          <ac:picMkLst>
            <pc:docMk/>
            <pc:sldMk cId="1992619874" sldId="265"/>
            <ac:picMk id="3" creationId="{A4F092AA-D71A-7605-E2FB-F98CB461639A}"/>
          </ac:picMkLst>
        </pc:picChg>
        <pc:picChg chg="mod">
          <ac:chgData name="Mathilde Annette Nicole Roulleau" userId="4ab294c6-1984-4b16-bc43-8e77deede0e4" providerId="ADAL" clId="{79810BCC-BAA2-4D46-8788-90936CCE2327}" dt="2026-02-27T15:30:26.562" v="9379" actId="1076"/>
          <ac:picMkLst>
            <pc:docMk/>
            <pc:sldMk cId="1992619874" sldId="265"/>
            <ac:picMk id="7" creationId="{8BAF7BB5-9D6C-AC53-A805-98533413F4B7}"/>
          </ac:picMkLst>
        </pc:picChg>
        <pc:cxnChg chg="add mod">
          <ac:chgData name="Mathilde Annette Nicole Roulleau" userId="4ab294c6-1984-4b16-bc43-8e77deede0e4" providerId="ADAL" clId="{79810BCC-BAA2-4D46-8788-90936CCE2327}" dt="2026-02-04T15:49:39.901" v="2052" actId="14100"/>
          <ac:cxnSpMkLst>
            <pc:docMk/>
            <pc:sldMk cId="1992619874" sldId="265"/>
            <ac:cxnSpMk id="13" creationId="{46EA173F-9F45-D8A1-C127-4AAD6CBAF88A}"/>
          </ac:cxnSpMkLst>
        </pc:cxnChg>
        <pc:cxnChg chg="add mod">
          <ac:chgData name="Mathilde Annette Nicole Roulleau" userId="4ab294c6-1984-4b16-bc43-8e77deede0e4" providerId="ADAL" clId="{79810BCC-BAA2-4D46-8788-90936CCE2327}" dt="2026-02-27T15:30:26.562" v="9379" actId="1076"/>
          <ac:cxnSpMkLst>
            <pc:docMk/>
            <pc:sldMk cId="1992619874" sldId="265"/>
            <ac:cxnSpMk id="24" creationId="{C7C6DE87-947B-C3E0-46E9-9FBB8E8D4DC8}"/>
          </ac:cxnSpMkLst>
        </pc:cxnChg>
        <pc:cxnChg chg="add mod">
          <ac:chgData name="Mathilde Annette Nicole Roulleau" userId="4ab294c6-1984-4b16-bc43-8e77deede0e4" providerId="ADAL" clId="{79810BCC-BAA2-4D46-8788-90936CCE2327}" dt="2026-02-04T15:54:20.178" v="2145" actId="1076"/>
          <ac:cxnSpMkLst>
            <pc:docMk/>
            <pc:sldMk cId="1992619874" sldId="265"/>
            <ac:cxnSpMk id="32" creationId="{E5392E1B-AEEB-B911-7913-3FC5792DD891}"/>
          </ac:cxnSpMkLst>
        </pc:cxnChg>
        <pc:cxnChg chg="add mod">
          <ac:chgData name="Mathilde Annette Nicole Roulleau" userId="4ab294c6-1984-4b16-bc43-8e77deede0e4" providerId="ADAL" clId="{79810BCC-BAA2-4D46-8788-90936CCE2327}" dt="2026-02-04T15:55:22.712" v="2163" actId="208"/>
          <ac:cxnSpMkLst>
            <pc:docMk/>
            <pc:sldMk cId="1992619874" sldId="265"/>
            <ac:cxnSpMk id="47" creationId="{514E2934-E29D-3ECA-EB56-7A921AFF0D57}"/>
          </ac:cxnSpMkLst>
        </pc:cxnChg>
      </pc:sldChg>
      <pc:sldChg chg="addSp delSp modSp add mod">
        <pc:chgData name="Mathilde Annette Nicole Roulleau" userId="4ab294c6-1984-4b16-bc43-8e77deede0e4" providerId="ADAL" clId="{79810BCC-BAA2-4D46-8788-90936CCE2327}" dt="2026-02-23T20:43:27.918" v="8960" actId="790"/>
        <pc:sldMkLst>
          <pc:docMk/>
          <pc:sldMk cId="540048773" sldId="266"/>
        </pc:sldMkLst>
        <pc:spChg chg="add mod">
          <ac:chgData name="Mathilde Annette Nicole Roulleau" userId="4ab294c6-1984-4b16-bc43-8e77deede0e4" providerId="ADAL" clId="{79810BCC-BAA2-4D46-8788-90936CCE2327}" dt="2026-02-23T20:43:27.918" v="8960" actId="790"/>
          <ac:spMkLst>
            <pc:docMk/>
            <pc:sldMk cId="540048773" sldId="266"/>
            <ac:spMk id="2" creationId="{4DBDFE47-2D14-1371-6062-177B5E2DEFBB}"/>
          </ac:spMkLst>
        </pc:spChg>
        <pc:spChg chg="add mod">
          <ac:chgData name="Mathilde Annette Nicole Roulleau" userId="4ab294c6-1984-4b16-bc43-8e77deede0e4" providerId="ADAL" clId="{79810BCC-BAA2-4D46-8788-90936CCE2327}" dt="2026-02-23T20:43:27.918" v="8960" actId="790"/>
          <ac:spMkLst>
            <pc:docMk/>
            <pc:sldMk cId="540048773" sldId="266"/>
            <ac:spMk id="3" creationId="{4E371DCD-2DFF-F49A-6073-72AC29622437}"/>
          </ac:spMkLst>
        </pc:spChg>
        <pc:spChg chg="add mod">
          <ac:chgData name="Mathilde Annette Nicole Roulleau" userId="4ab294c6-1984-4b16-bc43-8e77deede0e4" providerId="ADAL" clId="{79810BCC-BAA2-4D46-8788-90936CCE2327}" dt="2026-02-23T20:43:27.918" v="8960" actId="790"/>
          <ac:spMkLst>
            <pc:docMk/>
            <pc:sldMk cId="540048773" sldId="266"/>
            <ac:spMk id="12" creationId="{07F781E3-F526-B002-3BD2-0DB145B8641F}"/>
          </ac:spMkLst>
        </pc:spChg>
        <pc:spChg chg="add mod">
          <ac:chgData name="Mathilde Annette Nicole Roulleau" userId="4ab294c6-1984-4b16-bc43-8e77deede0e4" providerId="ADAL" clId="{79810BCC-BAA2-4D46-8788-90936CCE2327}" dt="2026-02-23T20:43:27.918" v="8960" actId="790"/>
          <ac:spMkLst>
            <pc:docMk/>
            <pc:sldMk cId="540048773" sldId="266"/>
            <ac:spMk id="13" creationId="{7E773248-7837-556A-030D-C98161530BC4}"/>
          </ac:spMkLst>
        </pc:spChg>
        <pc:spChg chg="add mod">
          <ac:chgData name="Mathilde Annette Nicole Roulleau" userId="4ab294c6-1984-4b16-bc43-8e77deede0e4" providerId="ADAL" clId="{79810BCC-BAA2-4D46-8788-90936CCE2327}" dt="2026-02-23T20:43:27.918" v="8960" actId="790"/>
          <ac:spMkLst>
            <pc:docMk/>
            <pc:sldMk cId="540048773" sldId="266"/>
            <ac:spMk id="14" creationId="{44B545BC-0D68-CC45-9EA9-6194BC2D2519}"/>
          </ac:spMkLst>
        </pc:spChg>
        <pc:spChg chg="add mod">
          <ac:chgData name="Mathilde Annette Nicole Roulleau" userId="4ab294c6-1984-4b16-bc43-8e77deede0e4" providerId="ADAL" clId="{79810BCC-BAA2-4D46-8788-90936CCE2327}" dt="2026-02-23T20:43:27.918" v="8960" actId="790"/>
          <ac:spMkLst>
            <pc:docMk/>
            <pc:sldMk cId="540048773" sldId="266"/>
            <ac:spMk id="15" creationId="{E3F12C8B-F415-919B-F210-4D07548C3288}"/>
          </ac:spMkLst>
        </pc:spChg>
        <pc:spChg chg="add mod">
          <ac:chgData name="Mathilde Annette Nicole Roulleau" userId="4ab294c6-1984-4b16-bc43-8e77deede0e4" providerId="ADAL" clId="{79810BCC-BAA2-4D46-8788-90936CCE2327}" dt="2026-02-23T20:43:27.918" v="8960" actId="790"/>
          <ac:spMkLst>
            <pc:docMk/>
            <pc:sldMk cId="540048773" sldId="266"/>
            <ac:spMk id="20" creationId="{4450EBCD-32F1-831F-E5D4-94D1E69BFB10}"/>
          </ac:spMkLst>
        </pc:spChg>
        <pc:picChg chg="add mod">
          <ac:chgData name="Mathilde Annette Nicole Roulleau" userId="4ab294c6-1984-4b16-bc43-8e77deede0e4" providerId="ADAL" clId="{79810BCC-BAA2-4D46-8788-90936CCE2327}" dt="2026-02-06T08:52:28.635" v="2954" actId="1076"/>
          <ac:picMkLst>
            <pc:docMk/>
            <pc:sldMk cId="540048773" sldId="266"/>
            <ac:picMk id="7" creationId="{70B41731-68B7-E1B5-4E58-A2C599F69E69}"/>
          </ac:picMkLst>
        </pc:picChg>
        <pc:picChg chg="add mod ord">
          <ac:chgData name="Mathilde Annette Nicole Roulleau" userId="4ab294c6-1984-4b16-bc43-8e77deede0e4" providerId="ADAL" clId="{79810BCC-BAA2-4D46-8788-90936CCE2327}" dt="2026-02-05T07:07:10.655" v="2527" actId="1076"/>
          <ac:picMkLst>
            <pc:docMk/>
            <pc:sldMk cId="540048773" sldId="266"/>
            <ac:picMk id="19" creationId="{C534AB6D-D090-BA37-A656-0D3D744F3D7C}"/>
          </ac:picMkLst>
        </pc:picChg>
        <pc:cxnChg chg="add mod">
          <ac:chgData name="Mathilde Annette Nicole Roulleau" userId="4ab294c6-1984-4b16-bc43-8e77deede0e4" providerId="ADAL" clId="{79810BCC-BAA2-4D46-8788-90936CCE2327}" dt="2026-02-23T11:00:25.410" v="7550" actId="1076"/>
          <ac:cxnSpMkLst>
            <pc:docMk/>
            <pc:sldMk cId="540048773" sldId="266"/>
            <ac:cxnSpMk id="4" creationId="{AC15D873-C322-BECF-52CD-721F1D3B26E6}"/>
          </ac:cxnSpMkLst>
        </pc:cxnChg>
        <pc:cxnChg chg="add mod">
          <ac:chgData name="Mathilde Annette Nicole Roulleau" userId="4ab294c6-1984-4b16-bc43-8e77deede0e4" providerId="ADAL" clId="{79810BCC-BAA2-4D46-8788-90936CCE2327}" dt="2026-02-03T15:30:47.664" v="1686" actId="1582"/>
          <ac:cxnSpMkLst>
            <pc:docMk/>
            <pc:sldMk cId="540048773" sldId="266"/>
            <ac:cxnSpMk id="22" creationId="{1DA1C2DF-5EF9-DFF5-9802-A05CD6480D45}"/>
          </ac:cxnSpMkLst>
        </pc:cxnChg>
      </pc:sldChg>
      <pc:sldChg chg="modSp add mod">
        <pc:chgData name="Mathilde Annette Nicole Roulleau" userId="4ab294c6-1984-4b16-bc43-8e77deede0e4" providerId="ADAL" clId="{79810BCC-BAA2-4D46-8788-90936CCE2327}" dt="2026-02-23T21:40:04.957" v="9366" actId="207"/>
        <pc:sldMkLst>
          <pc:docMk/>
          <pc:sldMk cId="3747516481" sldId="267"/>
        </pc:sldMkLst>
        <pc:spChg chg="mod">
          <ac:chgData name="Mathilde Annette Nicole Roulleau" userId="4ab294c6-1984-4b16-bc43-8e77deede0e4" providerId="ADAL" clId="{79810BCC-BAA2-4D46-8788-90936CCE2327}" dt="2026-02-23T21:40:04.957" v="9366" actId="207"/>
          <ac:spMkLst>
            <pc:docMk/>
            <pc:sldMk cId="3747516481" sldId="267"/>
            <ac:spMk id="4" creationId="{1453F6BD-FCA3-21BC-6F85-61925E797A93}"/>
          </ac:spMkLst>
        </pc:spChg>
      </pc:sldChg>
      <pc:sldChg chg="addSp delSp modSp add mod modNotesTx">
        <pc:chgData name="Mathilde Annette Nicole Roulleau" userId="4ab294c6-1984-4b16-bc43-8e77deede0e4" providerId="ADAL" clId="{79810BCC-BAA2-4D46-8788-90936CCE2327}" dt="2026-02-23T20:43:27.918" v="8960" actId="790"/>
        <pc:sldMkLst>
          <pc:docMk/>
          <pc:sldMk cId="3075593640" sldId="268"/>
        </pc:sldMkLst>
        <pc:spChg chg="add mod">
          <ac:chgData name="Mathilde Annette Nicole Roulleau" userId="4ab294c6-1984-4b16-bc43-8e77deede0e4" providerId="ADAL" clId="{79810BCC-BAA2-4D46-8788-90936CCE2327}" dt="2026-02-23T20:43:27.918" v="8960" actId="790"/>
          <ac:spMkLst>
            <pc:docMk/>
            <pc:sldMk cId="3075593640" sldId="268"/>
            <ac:spMk id="5" creationId="{41C3B9B5-8234-774F-4E1B-71B6C1DEAC99}"/>
          </ac:spMkLst>
        </pc:spChg>
        <pc:spChg chg="add mod">
          <ac:chgData name="Mathilde Annette Nicole Roulleau" userId="4ab294c6-1984-4b16-bc43-8e77deede0e4" providerId="ADAL" clId="{79810BCC-BAA2-4D46-8788-90936CCE2327}" dt="2026-02-23T20:43:27.918" v="8960" actId="790"/>
          <ac:spMkLst>
            <pc:docMk/>
            <pc:sldMk cId="3075593640" sldId="268"/>
            <ac:spMk id="6" creationId="{681E4057-AC12-2738-F73B-E8635C93EB2E}"/>
          </ac:spMkLst>
        </pc:spChg>
        <pc:spChg chg="add mod">
          <ac:chgData name="Mathilde Annette Nicole Roulleau" userId="4ab294c6-1984-4b16-bc43-8e77deede0e4" providerId="ADAL" clId="{79810BCC-BAA2-4D46-8788-90936CCE2327}" dt="2026-02-23T20:43:27.918" v="8960" actId="790"/>
          <ac:spMkLst>
            <pc:docMk/>
            <pc:sldMk cId="3075593640" sldId="268"/>
            <ac:spMk id="8" creationId="{1A2B8AFB-94D5-ED63-0DC2-40A9D3BA39ED}"/>
          </ac:spMkLst>
        </pc:spChg>
        <pc:spChg chg="add mod">
          <ac:chgData name="Mathilde Annette Nicole Roulleau" userId="4ab294c6-1984-4b16-bc43-8e77deede0e4" providerId="ADAL" clId="{79810BCC-BAA2-4D46-8788-90936CCE2327}" dt="2026-02-23T20:43:27.918" v="8960" actId="790"/>
          <ac:spMkLst>
            <pc:docMk/>
            <pc:sldMk cId="3075593640" sldId="268"/>
            <ac:spMk id="9" creationId="{BFD88E14-CA9B-AB61-7270-61589A67BB00}"/>
          </ac:spMkLst>
        </pc:spChg>
        <pc:spChg chg="add mod">
          <ac:chgData name="Mathilde Annette Nicole Roulleau" userId="4ab294c6-1984-4b16-bc43-8e77deede0e4" providerId="ADAL" clId="{79810BCC-BAA2-4D46-8788-90936CCE2327}" dt="2026-02-23T20:43:27.918" v="8960" actId="790"/>
          <ac:spMkLst>
            <pc:docMk/>
            <pc:sldMk cId="3075593640" sldId="268"/>
            <ac:spMk id="18" creationId="{FB4860FE-1834-316E-BE08-02A1C37F4630}"/>
          </ac:spMkLst>
        </pc:spChg>
        <pc:graphicFrameChg chg="add mod modGraphic">
          <ac:chgData name="Mathilde Annette Nicole Roulleau" userId="4ab294c6-1984-4b16-bc43-8e77deede0e4" providerId="ADAL" clId="{79810BCC-BAA2-4D46-8788-90936CCE2327}" dt="2026-02-23T20:43:27.918" v="8960" actId="790"/>
          <ac:graphicFrameMkLst>
            <pc:docMk/>
            <pc:sldMk cId="3075593640" sldId="268"/>
            <ac:graphicFrameMk id="2" creationId="{B3559330-ADFC-5A8C-5B7E-CB10B0D334EA}"/>
          </ac:graphicFrameMkLst>
        </pc:graphicFrameChg>
        <pc:picChg chg="add mod">
          <ac:chgData name="Mathilde Annette Nicole Roulleau" userId="4ab294c6-1984-4b16-bc43-8e77deede0e4" providerId="ADAL" clId="{79810BCC-BAA2-4D46-8788-90936CCE2327}" dt="2026-02-11T17:51:42.887" v="5065" actId="1076"/>
          <ac:picMkLst>
            <pc:docMk/>
            <pc:sldMk cId="3075593640" sldId="268"/>
            <ac:picMk id="3" creationId="{1C728930-E654-D711-695C-DAD8602E53F6}"/>
          </ac:picMkLst>
        </pc:picChg>
        <pc:picChg chg="mod">
          <ac:chgData name="Mathilde Annette Nicole Roulleau" userId="4ab294c6-1984-4b16-bc43-8e77deede0e4" providerId="ADAL" clId="{79810BCC-BAA2-4D46-8788-90936CCE2327}" dt="2026-02-06T08:52:23.983" v="2953" actId="1076"/>
          <ac:picMkLst>
            <pc:docMk/>
            <pc:sldMk cId="3075593640" sldId="268"/>
            <ac:picMk id="7" creationId="{9FB4CAE3-8621-F0CD-D1BF-9601FDA954F7}"/>
          </ac:picMkLst>
        </pc:picChg>
        <pc:cxnChg chg="add mod">
          <ac:chgData name="Mathilde Annette Nicole Roulleau" userId="4ab294c6-1984-4b16-bc43-8e77deede0e4" providerId="ADAL" clId="{79810BCC-BAA2-4D46-8788-90936CCE2327}" dt="2026-02-11T17:53:02.989" v="5083" actId="208"/>
          <ac:cxnSpMkLst>
            <pc:docMk/>
            <pc:sldMk cId="3075593640" sldId="268"/>
            <ac:cxnSpMk id="19" creationId="{5E232E8C-2086-242B-9019-80BFB53EE2AA}"/>
          </ac:cxnSpMkLst>
        </pc:cxnChg>
        <pc:cxnChg chg="add mod">
          <ac:chgData name="Mathilde Annette Nicole Roulleau" userId="4ab294c6-1984-4b16-bc43-8e77deede0e4" providerId="ADAL" clId="{79810BCC-BAA2-4D46-8788-90936CCE2327}" dt="2026-02-11T17:53:35.366" v="5088" actId="1076"/>
          <ac:cxnSpMkLst>
            <pc:docMk/>
            <pc:sldMk cId="3075593640" sldId="268"/>
            <ac:cxnSpMk id="20" creationId="{D1222533-0B1C-907E-8363-44A51B477B6D}"/>
          </ac:cxnSpMkLst>
        </pc:cxnChg>
      </pc:sldChg>
      <pc:sldChg chg="addSp delSp modSp add mod ord">
        <pc:chgData name="Mathilde Annette Nicole Roulleau" userId="4ab294c6-1984-4b16-bc43-8e77deede0e4" providerId="ADAL" clId="{79810BCC-BAA2-4D46-8788-90936CCE2327}" dt="2026-02-23T20:43:27.918" v="8960" actId="790"/>
        <pc:sldMkLst>
          <pc:docMk/>
          <pc:sldMk cId="1405900544" sldId="269"/>
        </pc:sldMkLst>
        <pc:spChg chg="mod">
          <ac:chgData name="Mathilde Annette Nicole Roulleau" userId="4ab294c6-1984-4b16-bc43-8e77deede0e4" providerId="ADAL" clId="{79810BCC-BAA2-4D46-8788-90936CCE2327}" dt="2026-02-23T20:43:27.918" v="8960" actId="790"/>
          <ac:spMkLst>
            <pc:docMk/>
            <pc:sldMk cId="1405900544" sldId="269"/>
            <ac:spMk id="3" creationId="{2E8D5D78-178B-8C36-608B-662A746D35AD}"/>
          </ac:spMkLst>
        </pc:spChg>
        <pc:picChg chg="mod">
          <ac:chgData name="Mathilde Annette Nicole Roulleau" userId="4ab294c6-1984-4b16-bc43-8e77deede0e4" providerId="ADAL" clId="{79810BCC-BAA2-4D46-8788-90936CCE2327}" dt="2026-02-06T13:01:12.349" v="3059" actId="1076"/>
          <ac:picMkLst>
            <pc:docMk/>
            <pc:sldMk cId="1405900544" sldId="269"/>
            <ac:picMk id="2" creationId="{ED60E581-2765-E122-995D-974765419AD4}"/>
          </ac:picMkLst>
        </pc:picChg>
      </pc:sldChg>
      <pc:sldChg chg="addSp delSp modSp add mod ord modNotesTx">
        <pc:chgData name="Mathilde Annette Nicole Roulleau" userId="4ab294c6-1984-4b16-bc43-8e77deede0e4" providerId="ADAL" clId="{79810BCC-BAA2-4D46-8788-90936CCE2327}" dt="2026-02-23T20:43:27.918" v="8960" actId="790"/>
        <pc:sldMkLst>
          <pc:docMk/>
          <pc:sldMk cId="1086466487" sldId="270"/>
        </pc:sldMkLst>
        <pc:spChg chg="mod">
          <ac:chgData name="Mathilde Annette Nicole Roulleau" userId="4ab294c6-1984-4b16-bc43-8e77deede0e4" providerId="ADAL" clId="{79810BCC-BAA2-4D46-8788-90936CCE2327}" dt="2026-02-23T20:43:27.918" v="8960" actId="790"/>
          <ac:spMkLst>
            <pc:docMk/>
            <pc:sldMk cId="1086466487" sldId="270"/>
            <ac:spMk id="4" creationId="{66BF4E31-B38E-7E7B-8CE6-EF367F7361FC}"/>
          </ac:spMkLst>
        </pc:spChg>
        <pc:spChg chg="add mod">
          <ac:chgData name="Mathilde Annette Nicole Roulleau" userId="4ab294c6-1984-4b16-bc43-8e77deede0e4" providerId="ADAL" clId="{79810BCC-BAA2-4D46-8788-90936CCE2327}" dt="2026-02-23T20:43:27.918" v="8960" actId="790"/>
          <ac:spMkLst>
            <pc:docMk/>
            <pc:sldMk cId="1086466487" sldId="270"/>
            <ac:spMk id="10" creationId="{23267DC6-AB33-6A71-FBF7-CFADF6F2EE13}"/>
          </ac:spMkLst>
        </pc:spChg>
        <pc:spChg chg="add mod">
          <ac:chgData name="Mathilde Annette Nicole Roulleau" userId="4ab294c6-1984-4b16-bc43-8e77deede0e4" providerId="ADAL" clId="{79810BCC-BAA2-4D46-8788-90936CCE2327}" dt="2026-02-23T20:43:27.918" v="8960" actId="790"/>
          <ac:spMkLst>
            <pc:docMk/>
            <pc:sldMk cId="1086466487" sldId="270"/>
            <ac:spMk id="12" creationId="{6D0EE446-1CF3-48F8-803A-EBF2B1617A48}"/>
          </ac:spMkLst>
        </pc:spChg>
        <pc:spChg chg="add mod">
          <ac:chgData name="Mathilde Annette Nicole Roulleau" userId="4ab294c6-1984-4b16-bc43-8e77deede0e4" providerId="ADAL" clId="{79810BCC-BAA2-4D46-8788-90936CCE2327}" dt="2026-02-23T20:43:27.918" v="8960" actId="790"/>
          <ac:spMkLst>
            <pc:docMk/>
            <pc:sldMk cId="1086466487" sldId="270"/>
            <ac:spMk id="16" creationId="{90B58AB9-D8E3-1B22-F75C-EE178D10772E}"/>
          </ac:spMkLst>
        </pc:spChg>
        <pc:spChg chg="add mod">
          <ac:chgData name="Mathilde Annette Nicole Roulleau" userId="4ab294c6-1984-4b16-bc43-8e77deede0e4" providerId="ADAL" clId="{79810BCC-BAA2-4D46-8788-90936CCE2327}" dt="2026-02-23T20:43:27.918" v="8960" actId="790"/>
          <ac:spMkLst>
            <pc:docMk/>
            <pc:sldMk cId="1086466487" sldId="270"/>
            <ac:spMk id="17" creationId="{6D8FDD3A-6762-EB47-E712-A83DF71FFA7A}"/>
          </ac:spMkLst>
        </pc:spChg>
        <pc:picChg chg="mod">
          <ac:chgData name="Mathilde Annette Nicole Roulleau" userId="4ab294c6-1984-4b16-bc43-8e77deede0e4" providerId="ADAL" clId="{79810BCC-BAA2-4D46-8788-90936CCE2327}" dt="2026-02-11T12:52:09.671" v="4112" actId="1076"/>
          <ac:picMkLst>
            <pc:docMk/>
            <pc:sldMk cId="1086466487" sldId="270"/>
            <ac:picMk id="2" creationId="{F9C8AAB7-D974-96CF-5A46-2F8E972FB24C}"/>
          </ac:picMkLst>
        </pc:picChg>
        <pc:picChg chg="add mod ord">
          <ac:chgData name="Mathilde Annette Nicole Roulleau" userId="4ab294c6-1984-4b16-bc43-8e77deede0e4" providerId="ADAL" clId="{79810BCC-BAA2-4D46-8788-90936CCE2327}" dt="2026-02-18T17:28:26.318" v="6732" actId="1076"/>
          <ac:picMkLst>
            <pc:docMk/>
            <pc:sldMk cId="1086466487" sldId="270"/>
            <ac:picMk id="7" creationId="{B3551781-11D4-F48A-026D-980896EEB6D1}"/>
          </ac:picMkLst>
        </pc:picChg>
        <pc:picChg chg="add mod">
          <ac:chgData name="Mathilde Annette Nicole Roulleau" userId="4ab294c6-1984-4b16-bc43-8e77deede0e4" providerId="ADAL" clId="{79810BCC-BAA2-4D46-8788-90936CCE2327}" dt="2026-02-18T17:28:32.421" v="6733" actId="1076"/>
          <ac:picMkLst>
            <pc:docMk/>
            <pc:sldMk cId="1086466487" sldId="270"/>
            <ac:picMk id="8" creationId="{20CE3841-8A6A-972C-A589-3A96D7C7E907}"/>
          </ac:picMkLst>
        </pc:picChg>
        <pc:picChg chg="add mod">
          <ac:chgData name="Mathilde Annette Nicole Roulleau" userId="4ab294c6-1984-4b16-bc43-8e77deede0e4" providerId="ADAL" clId="{79810BCC-BAA2-4D46-8788-90936CCE2327}" dt="2026-02-18T17:28:26.318" v="6732" actId="1076"/>
          <ac:picMkLst>
            <pc:docMk/>
            <pc:sldMk cId="1086466487" sldId="270"/>
            <ac:picMk id="9" creationId="{49C6F669-4F0C-3689-5E71-45520484433C}"/>
          </ac:picMkLst>
        </pc:picChg>
        <pc:picChg chg="add mod">
          <ac:chgData name="Mathilde Annette Nicole Roulleau" userId="4ab294c6-1984-4b16-bc43-8e77deede0e4" providerId="ADAL" clId="{79810BCC-BAA2-4D46-8788-90936CCE2327}" dt="2026-02-18T17:28:32.421" v="6733" actId="1076"/>
          <ac:picMkLst>
            <pc:docMk/>
            <pc:sldMk cId="1086466487" sldId="270"/>
            <ac:picMk id="15" creationId="{6C5D7412-02EC-B696-7ED9-99EF0140AF05}"/>
          </ac:picMkLst>
        </pc:picChg>
        <pc:cxnChg chg="add mod">
          <ac:chgData name="Mathilde Annette Nicole Roulleau" userId="4ab294c6-1984-4b16-bc43-8e77deede0e4" providerId="ADAL" clId="{79810BCC-BAA2-4D46-8788-90936CCE2327}" dt="2026-02-18T17:28:36.856" v="6734" actId="1076"/>
          <ac:cxnSpMkLst>
            <pc:docMk/>
            <pc:sldMk cId="1086466487" sldId="270"/>
            <ac:cxnSpMk id="11" creationId="{707331BB-4FC8-A2A7-9675-0D52D8095FE0}"/>
          </ac:cxnSpMkLst>
        </pc:cxnChg>
      </pc:sldChg>
      <pc:sldChg chg="addSp delSp modSp add mod ord modNotesTx">
        <pc:chgData name="Mathilde Annette Nicole Roulleau" userId="4ab294c6-1984-4b16-bc43-8e77deede0e4" providerId="ADAL" clId="{79810BCC-BAA2-4D46-8788-90936CCE2327}" dt="2026-02-23T20:43:27.918" v="8960" actId="790"/>
        <pc:sldMkLst>
          <pc:docMk/>
          <pc:sldMk cId="112464184" sldId="274"/>
        </pc:sldMkLst>
        <pc:spChg chg="mod">
          <ac:chgData name="Mathilde Annette Nicole Roulleau" userId="4ab294c6-1984-4b16-bc43-8e77deede0e4" providerId="ADAL" clId="{79810BCC-BAA2-4D46-8788-90936CCE2327}" dt="2026-02-23T20:43:27.918" v="8960" actId="790"/>
          <ac:spMkLst>
            <pc:docMk/>
            <pc:sldMk cId="112464184" sldId="274"/>
            <ac:spMk id="4" creationId="{98184150-B91A-DADB-962C-6A84A4FBBB52}"/>
          </ac:spMkLst>
        </pc:spChg>
        <pc:spChg chg="mod">
          <ac:chgData name="Mathilde Annette Nicole Roulleau" userId="4ab294c6-1984-4b16-bc43-8e77deede0e4" providerId="ADAL" clId="{79810BCC-BAA2-4D46-8788-90936CCE2327}" dt="2026-02-23T20:43:27.918" v="8960" actId="790"/>
          <ac:spMkLst>
            <pc:docMk/>
            <pc:sldMk cId="112464184" sldId="274"/>
            <ac:spMk id="10" creationId="{069CD93B-F234-C3E2-A8D1-335E993295C8}"/>
          </ac:spMkLst>
        </pc:spChg>
        <pc:spChg chg="add mod">
          <ac:chgData name="Mathilde Annette Nicole Roulleau" userId="4ab294c6-1984-4b16-bc43-8e77deede0e4" providerId="ADAL" clId="{79810BCC-BAA2-4D46-8788-90936CCE2327}" dt="2026-02-23T20:43:27.918" v="8960" actId="790"/>
          <ac:spMkLst>
            <pc:docMk/>
            <pc:sldMk cId="112464184" sldId="274"/>
            <ac:spMk id="22" creationId="{AF9B79C3-0188-36FE-4859-1AA5D0E1DA5C}"/>
          </ac:spMkLst>
        </pc:spChg>
        <pc:spChg chg="add mod">
          <ac:chgData name="Mathilde Annette Nicole Roulleau" userId="4ab294c6-1984-4b16-bc43-8e77deede0e4" providerId="ADAL" clId="{79810BCC-BAA2-4D46-8788-90936CCE2327}" dt="2026-02-23T20:43:27.918" v="8960" actId="790"/>
          <ac:spMkLst>
            <pc:docMk/>
            <pc:sldMk cId="112464184" sldId="274"/>
            <ac:spMk id="23" creationId="{B4A26689-D734-ABC0-C6E3-2DE0D5B9F274}"/>
          </ac:spMkLst>
        </pc:spChg>
        <pc:picChg chg="add mod">
          <ac:chgData name="Mathilde Annette Nicole Roulleau" userId="4ab294c6-1984-4b16-bc43-8e77deede0e4" providerId="ADAL" clId="{79810BCC-BAA2-4D46-8788-90936CCE2327}" dt="2026-02-11T13:28:47.937" v="4404"/>
          <ac:picMkLst>
            <pc:docMk/>
            <pc:sldMk cId="112464184" sldId="274"/>
            <ac:picMk id="14" creationId="{24037DE5-7624-8178-ECDC-48420C8D813E}"/>
          </ac:picMkLst>
        </pc:picChg>
        <pc:picChg chg="add mod ord">
          <ac:chgData name="Mathilde Annette Nicole Roulleau" userId="4ab294c6-1984-4b16-bc43-8e77deede0e4" providerId="ADAL" clId="{79810BCC-BAA2-4D46-8788-90936CCE2327}" dt="2026-02-18T16:55:33.956" v="6670" actId="167"/>
          <ac:picMkLst>
            <pc:docMk/>
            <pc:sldMk cId="112464184" sldId="274"/>
            <ac:picMk id="16" creationId="{8DD9D8C5-4D8A-C269-78E9-39E4E6F985F1}"/>
          </ac:picMkLst>
        </pc:picChg>
        <pc:picChg chg="add mod">
          <ac:chgData name="Mathilde Annette Nicole Roulleau" userId="4ab294c6-1984-4b16-bc43-8e77deede0e4" providerId="ADAL" clId="{79810BCC-BAA2-4D46-8788-90936CCE2327}" dt="2026-02-18T17:46:47.989" v="6749" actId="1076"/>
          <ac:picMkLst>
            <pc:docMk/>
            <pc:sldMk cId="112464184" sldId="274"/>
            <ac:picMk id="21" creationId="{D3747A4D-2FC9-BBE2-1BDC-BDB6983DDC26}"/>
          </ac:picMkLst>
        </pc:picChg>
        <pc:cxnChg chg="mod">
          <ac:chgData name="Mathilde Annette Nicole Roulleau" userId="4ab294c6-1984-4b16-bc43-8e77deede0e4" providerId="ADAL" clId="{79810BCC-BAA2-4D46-8788-90936CCE2327}" dt="2026-02-18T15:29:24.706" v="6628" actId="1076"/>
          <ac:cxnSpMkLst>
            <pc:docMk/>
            <pc:sldMk cId="112464184" sldId="274"/>
            <ac:cxnSpMk id="11" creationId="{7EC18E1F-A663-36CE-DF71-F0A72C6B86B9}"/>
          </ac:cxnSpMkLst>
        </pc:cxnChg>
      </pc:sldChg>
      <pc:sldChg chg="addSp delSp modSp add mod ord modNotesTx">
        <pc:chgData name="Mathilde Annette Nicole Roulleau" userId="4ab294c6-1984-4b16-bc43-8e77deede0e4" providerId="ADAL" clId="{79810BCC-BAA2-4D46-8788-90936CCE2327}" dt="2026-02-23T20:43:27.918" v="8960" actId="790"/>
        <pc:sldMkLst>
          <pc:docMk/>
          <pc:sldMk cId="4230221387" sldId="275"/>
        </pc:sldMkLst>
        <pc:spChg chg="mod">
          <ac:chgData name="Mathilde Annette Nicole Roulleau" userId="4ab294c6-1984-4b16-bc43-8e77deede0e4" providerId="ADAL" clId="{79810BCC-BAA2-4D46-8788-90936CCE2327}" dt="2026-02-23T20:43:27.918" v="8960" actId="790"/>
          <ac:spMkLst>
            <pc:docMk/>
            <pc:sldMk cId="4230221387" sldId="275"/>
            <ac:spMk id="3" creationId="{AF55BC98-F0A0-C20E-CBF4-7F4828E32484}"/>
          </ac:spMkLst>
        </pc:spChg>
      </pc:sldChg>
      <pc:sldChg chg="addSp delSp modSp add mod">
        <pc:chgData name="Mathilde Annette Nicole Roulleau" userId="4ab294c6-1984-4b16-bc43-8e77deede0e4" providerId="ADAL" clId="{79810BCC-BAA2-4D46-8788-90936CCE2327}" dt="2026-02-23T20:43:27.918" v="8960" actId="790"/>
        <pc:sldMkLst>
          <pc:docMk/>
          <pc:sldMk cId="1991167758" sldId="276"/>
        </pc:sldMkLst>
        <pc:spChg chg="add mod">
          <ac:chgData name="Mathilde Annette Nicole Roulleau" userId="4ab294c6-1984-4b16-bc43-8e77deede0e4" providerId="ADAL" clId="{79810BCC-BAA2-4D46-8788-90936CCE2327}" dt="2026-02-23T20:43:27.918" v="8960" actId="790"/>
          <ac:spMkLst>
            <pc:docMk/>
            <pc:sldMk cId="1991167758" sldId="276"/>
            <ac:spMk id="14" creationId="{4A0C8F07-0699-B690-1908-49F9C745FC1B}"/>
          </ac:spMkLst>
        </pc:spChg>
        <pc:spChg chg="add mod">
          <ac:chgData name="Mathilde Annette Nicole Roulleau" userId="4ab294c6-1984-4b16-bc43-8e77deede0e4" providerId="ADAL" clId="{79810BCC-BAA2-4D46-8788-90936CCE2327}" dt="2026-02-23T20:43:27.918" v="8960" actId="790"/>
          <ac:spMkLst>
            <pc:docMk/>
            <pc:sldMk cId="1991167758" sldId="276"/>
            <ac:spMk id="15" creationId="{B89BDAC8-838F-CF22-2431-95121C3769C8}"/>
          </ac:spMkLst>
        </pc:spChg>
        <pc:spChg chg="add mod">
          <ac:chgData name="Mathilde Annette Nicole Roulleau" userId="4ab294c6-1984-4b16-bc43-8e77deede0e4" providerId="ADAL" clId="{79810BCC-BAA2-4D46-8788-90936CCE2327}" dt="2026-02-23T20:43:27.918" v="8960" actId="790"/>
          <ac:spMkLst>
            <pc:docMk/>
            <pc:sldMk cId="1991167758" sldId="276"/>
            <ac:spMk id="16" creationId="{9E4CD893-44D0-DB55-A097-37DF55678C34}"/>
          </ac:spMkLst>
        </pc:spChg>
        <pc:picChg chg="add mod ord">
          <ac:chgData name="Mathilde Annette Nicole Roulleau" userId="4ab294c6-1984-4b16-bc43-8e77deede0e4" providerId="ADAL" clId="{79810BCC-BAA2-4D46-8788-90936CCE2327}" dt="2026-02-09T09:18:51.656" v="3557" actId="1076"/>
          <ac:picMkLst>
            <pc:docMk/>
            <pc:sldMk cId="1991167758" sldId="276"/>
            <ac:picMk id="7" creationId="{8C6A11CA-85CB-2DA2-9D8C-4658D43B8ADC}"/>
          </ac:picMkLst>
        </pc:picChg>
        <pc:picChg chg="add mod">
          <ac:chgData name="Mathilde Annette Nicole Roulleau" userId="4ab294c6-1984-4b16-bc43-8e77deede0e4" providerId="ADAL" clId="{79810BCC-BAA2-4D46-8788-90936CCE2327}" dt="2026-02-09T09:18:45.284" v="3556" actId="1076"/>
          <ac:picMkLst>
            <pc:docMk/>
            <pc:sldMk cId="1991167758" sldId="276"/>
            <ac:picMk id="9" creationId="{B621F3BC-CEE3-BA86-4989-816E4D3C2958}"/>
          </ac:picMkLst>
        </pc:picChg>
        <pc:picChg chg="add mod modCrop">
          <ac:chgData name="Mathilde Annette Nicole Roulleau" userId="4ab294c6-1984-4b16-bc43-8e77deede0e4" providerId="ADAL" clId="{79810BCC-BAA2-4D46-8788-90936CCE2327}" dt="2026-02-09T09:18:57.648" v="3558" actId="1076"/>
          <ac:picMkLst>
            <pc:docMk/>
            <pc:sldMk cId="1991167758" sldId="276"/>
            <ac:picMk id="13" creationId="{4C55D0D2-9FF8-8BE1-8365-13C5DDD25C12}"/>
          </ac:picMkLst>
        </pc:picChg>
      </pc:sldChg>
      <pc:sldChg chg="addSp delSp modSp add mod">
        <pc:chgData name="Mathilde Annette Nicole Roulleau" userId="4ab294c6-1984-4b16-bc43-8e77deede0e4" providerId="ADAL" clId="{79810BCC-BAA2-4D46-8788-90936CCE2327}" dt="2026-02-23T20:43:27.918" v="8960" actId="790"/>
        <pc:sldMkLst>
          <pc:docMk/>
          <pc:sldMk cId="4100784413" sldId="277"/>
        </pc:sldMkLst>
        <pc:spChg chg="mod">
          <ac:chgData name="Mathilde Annette Nicole Roulleau" userId="4ab294c6-1984-4b16-bc43-8e77deede0e4" providerId="ADAL" clId="{79810BCC-BAA2-4D46-8788-90936CCE2327}" dt="2026-02-23T20:43:27.918" v="8960" actId="790"/>
          <ac:spMkLst>
            <pc:docMk/>
            <pc:sldMk cId="4100784413" sldId="277"/>
            <ac:spMk id="14" creationId="{8313B6CA-33FD-D42A-0BA5-28ADAADE0A2E}"/>
          </ac:spMkLst>
        </pc:spChg>
        <pc:spChg chg="mod">
          <ac:chgData name="Mathilde Annette Nicole Roulleau" userId="4ab294c6-1984-4b16-bc43-8e77deede0e4" providerId="ADAL" clId="{79810BCC-BAA2-4D46-8788-90936CCE2327}" dt="2026-02-23T20:43:27.918" v="8960" actId="790"/>
          <ac:spMkLst>
            <pc:docMk/>
            <pc:sldMk cId="4100784413" sldId="277"/>
            <ac:spMk id="15" creationId="{7416FE6C-9883-75B2-B637-D57FEF694477}"/>
          </ac:spMkLst>
        </pc:spChg>
        <pc:spChg chg="mod">
          <ac:chgData name="Mathilde Annette Nicole Roulleau" userId="4ab294c6-1984-4b16-bc43-8e77deede0e4" providerId="ADAL" clId="{79810BCC-BAA2-4D46-8788-90936CCE2327}" dt="2026-02-23T20:43:27.918" v="8960" actId="790"/>
          <ac:spMkLst>
            <pc:docMk/>
            <pc:sldMk cId="4100784413" sldId="277"/>
            <ac:spMk id="16" creationId="{9958D1AD-FC74-2531-93C1-322956BAB2FA}"/>
          </ac:spMkLst>
        </pc:spChg>
        <pc:picChg chg="add mod ord">
          <ac:chgData name="Mathilde Annette Nicole Roulleau" userId="4ab294c6-1984-4b16-bc43-8e77deede0e4" providerId="ADAL" clId="{79810BCC-BAA2-4D46-8788-90936CCE2327}" dt="2026-02-09T09:35:20.928" v="3745" actId="1076"/>
          <ac:picMkLst>
            <pc:docMk/>
            <pc:sldMk cId="4100784413" sldId="277"/>
            <ac:picMk id="3" creationId="{A7B7005E-A490-A8B4-C787-DA9994BD189D}"/>
          </ac:picMkLst>
        </pc:picChg>
        <pc:picChg chg="add mod ord">
          <ac:chgData name="Mathilde Annette Nicole Roulleau" userId="4ab294c6-1984-4b16-bc43-8e77deede0e4" providerId="ADAL" clId="{79810BCC-BAA2-4D46-8788-90936CCE2327}" dt="2026-02-09T09:36:29.184" v="3754" actId="14100"/>
          <ac:picMkLst>
            <pc:docMk/>
            <pc:sldMk cId="4100784413" sldId="277"/>
            <ac:picMk id="5" creationId="{F15ED1CF-1D0D-3162-3221-DE60768E09AF}"/>
          </ac:picMkLst>
        </pc:picChg>
        <pc:picChg chg="mod">
          <ac:chgData name="Mathilde Annette Nicole Roulleau" userId="4ab294c6-1984-4b16-bc43-8e77deede0e4" providerId="ADAL" clId="{79810BCC-BAA2-4D46-8788-90936CCE2327}" dt="2026-02-09T09:35:29.112" v="3746" actId="1076"/>
          <ac:picMkLst>
            <pc:docMk/>
            <pc:sldMk cId="4100784413" sldId="277"/>
            <ac:picMk id="13" creationId="{8C55C887-DE49-E767-161C-2B1387F77559}"/>
          </ac:picMkLst>
        </pc:picChg>
      </pc:sldChg>
      <pc:sldChg chg="addSp delSp modSp add mod ord">
        <pc:chgData name="Mathilde Annette Nicole Roulleau" userId="4ab294c6-1984-4b16-bc43-8e77deede0e4" providerId="ADAL" clId="{79810BCC-BAA2-4D46-8788-90936CCE2327}" dt="2026-02-23T20:43:27.918" v="8960" actId="790"/>
        <pc:sldMkLst>
          <pc:docMk/>
          <pc:sldMk cId="3769674864" sldId="278"/>
        </pc:sldMkLst>
        <pc:spChg chg="mod">
          <ac:chgData name="Mathilde Annette Nicole Roulleau" userId="4ab294c6-1984-4b16-bc43-8e77deede0e4" providerId="ADAL" clId="{79810BCC-BAA2-4D46-8788-90936CCE2327}" dt="2026-02-23T20:43:27.918" v="8960" actId="790"/>
          <ac:spMkLst>
            <pc:docMk/>
            <pc:sldMk cId="3769674864" sldId="278"/>
            <ac:spMk id="4" creationId="{6BACF9E1-6BCF-257A-293B-C8D8450A199D}"/>
          </ac:spMkLst>
        </pc:spChg>
        <pc:spChg chg="mod">
          <ac:chgData name="Mathilde Annette Nicole Roulleau" userId="4ab294c6-1984-4b16-bc43-8e77deede0e4" providerId="ADAL" clId="{79810BCC-BAA2-4D46-8788-90936CCE2327}" dt="2026-02-23T20:43:27.918" v="8960" actId="790"/>
          <ac:spMkLst>
            <pc:docMk/>
            <pc:sldMk cId="3769674864" sldId="278"/>
            <ac:spMk id="10" creationId="{29F5C474-D1B8-B0C1-6D04-FCFEED93D85A}"/>
          </ac:spMkLst>
        </pc:spChg>
        <pc:spChg chg="add mod">
          <ac:chgData name="Mathilde Annette Nicole Roulleau" userId="4ab294c6-1984-4b16-bc43-8e77deede0e4" providerId="ADAL" clId="{79810BCC-BAA2-4D46-8788-90936CCE2327}" dt="2026-02-23T20:43:27.918" v="8960" actId="790"/>
          <ac:spMkLst>
            <pc:docMk/>
            <pc:sldMk cId="3769674864" sldId="278"/>
            <ac:spMk id="13" creationId="{6C101B79-6A7C-3D5D-8F50-C96E0B2556E8}"/>
          </ac:spMkLst>
        </pc:spChg>
        <pc:spChg chg="add mod">
          <ac:chgData name="Mathilde Annette Nicole Roulleau" userId="4ab294c6-1984-4b16-bc43-8e77deede0e4" providerId="ADAL" clId="{79810BCC-BAA2-4D46-8788-90936CCE2327}" dt="2026-02-23T20:43:27.918" v="8960" actId="790"/>
          <ac:spMkLst>
            <pc:docMk/>
            <pc:sldMk cId="3769674864" sldId="278"/>
            <ac:spMk id="15" creationId="{7E380C71-6061-6A10-1CCB-C35CC4F526A0}"/>
          </ac:spMkLst>
        </pc:spChg>
        <pc:picChg chg="add mod">
          <ac:chgData name="Mathilde Annette Nicole Roulleau" userId="4ab294c6-1984-4b16-bc43-8e77deede0e4" providerId="ADAL" clId="{79810BCC-BAA2-4D46-8788-90936CCE2327}" dt="2026-02-18T17:27:11.838" v="6724" actId="1076"/>
          <ac:picMkLst>
            <pc:docMk/>
            <pc:sldMk cId="3769674864" sldId="278"/>
            <ac:picMk id="8" creationId="{46064F74-F4D2-FAE1-6AF0-3168612CC9B8}"/>
          </ac:picMkLst>
        </pc:picChg>
        <pc:picChg chg="add mod">
          <ac:chgData name="Mathilde Annette Nicole Roulleau" userId="4ab294c6-1984-4b16-bc43-8e77deede0e4" providerId="ADAL" clId="{79810BCC-BAA2-4D46-8788-90936CCE2327}" dt="2026-02-18T17:27:53.949" v="6730" actId="1076"/>
          <ac:picMkLst>
            <pc:docMk/>
            <pc:sldMk cId="3769674864" sldId="278"/>
            <ac:picMk id="12" creationId="{916ABD40-DAB2-415D-50E6-B2284F890E76}"/>
          </ac:picMkLst>
        </pc:picChg>
        <pc:picChg chg="add mod ord">
          <ac:chgData name="Mathilde Annette Nicole Roulleau" userId="4ab294c6-1984-4b16-bc43-8e77deede0e4" providerId="ADAL" clId="{79810BCC-BAA2-4D46-8788-90936CCE2327}" dt="2026-02-18T17:21:23.381" v="6717" actId="1076"/>
          <ac:picMkLst>
            <pc:docMk/>
            <pc:sldMk cId="3769674864" sldId="278"/>
            <ac:picMk id="14" creationId="{F424C344-16E8-BEF6-7C0A-B969FC975777}"/>
          </ac:picMkLst>
        </pc:picChg>
        <pc:picChg chg="add mod ord">
          <ac:chgData name="Mathilde Annette Nicole Roulleau" userId="4ab294c6-1984-4b16-bc43-8e77deede0e4" providerId="ADAL" clId="{79810BCC-BAA2-4D46-8788-90936CCE2327}" dt="2026-02-18T17:21:23.381" v="6717" actId="1076"/>
          <ac:picMkLst>
            <pc:docMk/>
            <pc:sldMk cId="3769674864" sldId="278"/>
            <ac:picMk id="16" creationId="{A84497CE-99C8-DE24-E665-760E028A46C1}"/>
          </ac:picMkLst>
        </pc:picChg>
        <pc:picChg chg="add mod">
          <ac:chgData name="Mathilde Annette Nicole Roulleau" userId="4ab294c6-1984-4b16-bc43-8e77deede0e4" providerId="ADAL" clId="{79810BCC-BAA2-4D46-8788-90936CCE2327}" dt="2026-02-11T12:55:57.238" v="4134"/>
          <ac:picMkLst>
            <pc:docMk/>
            <pc:sldMk cId="3769674864" sldId="278"/>
            <ac:picMk id="22" creationId="{D5255755-166C-A35A-A830-AB01A39227BC}"/>
          </ac:picMkLst>
        </pc:picChg>
        <pc:cxnChg chg="mod">
          <ac:chgData name="Mathilde Annette Nicole Roulleau" userId="4ab294c6-1984-4b16-bc43-8e77deede0e4" providerId="ADAL" clId="{79810BCC-BAA2-4D46-8788-90936CCE2327}" dt="2026-02-18T17:28:46.053" v="6735" actId="1076"/>
          <ac:cxnSpMkLst>
            <pc:docMk/>
            <pc:sldMk cId="3769674864" sldId="278"/>
            <ac:cxnSpMk id="11" creationId="{CF2E2F0D-B49F-8207-8470-5E0BD8C31BB2}"/>
          </ac:cxnSpMkLst>
        </pc:cxnChg>
      </pc:sldChg>
      <pc:sldChg chg="addSp delSp modSp add mod ord modNotesTx">
        <pc:chgData name="Mathilde Annette Nicole Roulleau" userId="4ab294c6-1984-4b16-bc43-8e77deede0e4" providerId="ADAL" clId="{79810BCC-BAA2-4D46-8788-90936CCE2327}" dt="2026-02-23T20:43:27.918" v="8960" actId="790"/>
        <pc:sldMkLst>
          <pc:docMk/>
          <pc:sldMk cId="2152607289" sldId="279"/>
        </pc:sldMkLst>
        <pc:spChg chg="mod">
          <ac:chgData name="Mathilde Annette Nicole Roulleau" userId="4ab294c6-1984-4b16-bc43-8e77deede0e4" providerId="ADAL" clId="{79810BCC-BAA2-4D46-8788-90936CCE2327}" dt="2026-02-23T20:43:27.918" v="8960" actId="790"/>
          <ac:spMkLst>
            <pc:docMk/>
            <pc:sldMk cId="2152607289" sldId="279"/>
            <ac:spMk id="4" creationId="{A2C38578-0D6D-761C-7817-DE0987CC1D95}"/>
          </ac:spMkLst>
        </pc:spChg>
        <pc:spChg chg="mod">
          <ac:chgData name="Mathilde Annette Nicole Roulleau" userId="4ab294c6-1984-4b16-bc43-8e77deede0e4" providerId="ADAL" clId="{79810BCC-BAA2-4D46-8788-90936CCE2327}" dt="2026-02-23T20:43:27.918" v="8960" actId="790"/>
          <ac:spMkLst>
            <pc:docMk/>
            <pc:sldMk cId="2152607289" sldId="279"/>
            <ac:spMk id="10" creationId="{1FEEE11C-0B2B-4DA3-43C5-D684EEE1E8B7}"/>
          </ac:spMkLst>
        </pc:spChg>
        <pc:spChg chg="add mod">
          <ac:chgData name="Mathilde Annette Nicole Roulleau" userId="4ab294c6-1984-4b16-bc43-8e77deede0e4" providerId="ADAL" clId="{79810BCC-BAA2-4D46-8788-90936CCE2327}" dt="2026-02-23T20:43:27.918" v="8960" actId="790"/>
          <ac:spMkLst>
            <pc:docMk/>
            <pc:sldMk cId="2152607289" sldId="279"/>
            <ac:spMk id="14" creationId="{DE3D987D-F619-FFB7-79D2-FF0556503DFE}"/>
          </ac:spMkLst>
        </pc:spChg>
        <pc:spChg chg="add mod">
          <ac:chgData name="Mathilde Annette Nicole Roulleau" userId="4ab294c6-1984-4b16-bc43-8e77deede0e4" providerId="ADAL" clId="{79810BCC-BAA2-4D46-8788-90936CCE2327}" dt="2026-02-23T20:43:27.918" v="8960" actId="790"/>
          <ac:spMkLst>
            <pc:docMk/>
            <pc:sldMk cId="2152607289" sldId="279"/>
            <ac:spMk id="16" creationId="{80F7B4A2-ED34-C9F3-FB94-8FE1657A90B6}"/>
          </ac:spMkLst>
        </pc:spChg>
        <pc:picChg chg="add mod">
          <ac:chgData name="Mathilde Annette Nicole Roulleau" userId="4ab294c6-1984-4b16-bc43-8e77deede0e4" providerId="ADAL" clId="{79810BCC-BAA2-4D46-8788-90936CCE2327}" dt="2026-02-11T13:28:51.898" v="4406"/>
          <ac:picMkLst>
            <pc:docMk/>
            <pc:sldMk cId="2152607289" sldId="279"/>
            <ac:picMk id="9" creationId="{D7BAF1CE-B2E0-70D1-5C6A-B8A62402DA22}"/>
          </ac:picMkLst>
        </pc:picChg>
        <pc:picChg chg="add mod ord">
          <ac:chgData name="Mathilde Annette Nicole Roulleau" userId="4ab294c6-1984-4b16-bc43-8e77deede0e4" providerId="ADAL" clId="{79810BCC-BAA2-4D46-8788-90936CCE2327}" dt="2026-02-18T16:57:42" v="6685" actId="167"/>
          <ac:picMkLst>
            <pc:docMk/>
            <pc:sldMk cId="2152607289" sldId="279"/>
            <ac:picMk id="17" creationId="{9FABA8D9-4AD4-74F7-4DF3-8675A377A330}"/>
          </ac:picMkLst>
        </pc:picChg>
        <pc:picChg chg="add mod">
          <ac:chgData name="Mathilde Annette Nicole Roulleau" userId="4ab294c6-1984-4b16-bc43-8e77deede0e4" providerId="ADAL" clId="{79810BCC-BAA2-4D46-8788-90936CCE2327}" dt="2026-02-18T17:46:13.657" v="6744"/>
          <ac:picMkLst>
            <pc:docMk/>
            <pc:sldMk cId="2152607289" sldId="279"/>
            <ac:picMk id="19" creationId="{CAFBEA90-ABB6-78C8-64DA-125385E91503}"/>
          </ac:picMkLst>
        </pc:picChg>
        <pc:cxnChg chg="mod">
          <ac:chgData name="Mathilde Annette Nicole Roulleau" userId="4ab294c6-1984-4b16-bc43-8e77deede0e4" providerId="ADAL" clId="{79810BCC-BAA2-4D46-8788-90936CCE2327}" dt="2026-02-18T15:33:16.688" v="6648" actId="1076"/>
          <ac:cxnSpMkLst>
            <pc:docMk/>
            <pc:sldMk cId="2152607289" sldId="279"/>
            <ac:cxnSpMk id="11" creationId="{A79D60A3-DD75-275F-0C4E-F75A4AEC6117}"/>
          </ac:cxnSpMkLst>
        </pc:cxnChg>
      </pc:sldChg>
      <pc:sldChg chg="addSp delSp modSp add mod ord modNotesTx">
        <pc:chgData name="Mathilde Annette Nicole Roulleau" userId="4ab294c6-1984-4b16-bc43-8e77deede0e4" providerId="ADAL" clId="{79810BCC-BAA2-4D46-8788-90936CCE2327}" dt="2026-02-23T20:43:27.918" v="8960" actId="790"/>
        <pc:sldMkLst>
          <pc:docMk/>
          <pc:sldMk cId="1956637017" sldId="280"/>
        </pc:sldMkLst>
        <pc:spChg chg="add mod">
          <ac:chgData name="Mathilde Annette Nicole Roulleau" userId="4ab294c6-1984-4b16-bc43-8e77deede0e4" providerId="ADAL" clId="{79810BCC-BAA2-4D46-8788-90936CCE2327}" dt="2026-02-11T14:45:21.476" v="4415" actId="1076"/>
          <ac:spMkLst>
            <pc:docMk/>
            <pc:sldMk cId="1956637017" sldId="280"/>
            <ac:spMk id="2" creationId="{1050993C-A62A-6C20-3AB0-6C56948B9A44}"/>
          </ac:spMkLst>
        </pc:spChg>
        <pc:spChg chg="add mod">
          <ac:chgData name="Mathilde Annette Nicole Roulleau" userId="4ab294c6-1984-4b16-bc43-8e77deede0e4" providerId="ADAL" clId="{79810BCC-BAA2-4D46-8788-90936CCE2327}" dt="2026-02-11T14:45:32.794" v="4417" actId="1076"/>
          <ac:spMkLst>
            <pc:docMk/>
            <pc:sldMk cId="1956637017" sldId="280"/>
            <ac:spMk id="3" creationId="{9D46C22D-EAB2-57EA-4D13-F7291E864A6A}"/>
          </ac:spMkLst>
        </pc:spChg>
        <pc:spChg chg="mod">
          <ac:chgData name="Mathilde Annette Nicole Roulleau" userId="4ab294c6-1984-4b16-bc43-8e77deede0e4" providerId="ADAL" clId="{79810BCC-BAA2-4D46-8788-90936CCE2327}" dt="2026-02-23T20:43:27.918" v="8960" actId="790"/>
          <ac:spMkLst>
            <pc:docMk/>
            <pc:sldMk cId="1956637017" sldId="280"/>
            <ac:spMk id="4" creationId="{3517F6AC-63A3-D5CA-39B9-5FBFD9FD5881}"/>
          </ac:spMkLst>
        </pc:spChg>
        <pc:spChg chg="add mod">
          <ac:chgData name="Mathilde Annette Nicole Roulleau" userId="4ab294c6-1984-4b16-bc43-8e77deede0e4" providerId="ADAL" clId="{79810BCC-BAA2-4D46-8788-90936CCE2327}" dt="2026-02-11T14:45:38.945" v="4419" actId="1076"/>
          <ac:spMkLst>
            <pc:docMk/>
            <pc:sldMk cId="1956637017" sldId="280"/>
            <ac:spMk id="6" creationId="{81D157CE-4B14-4BD4-B41D-EDD7D031943E}"/>
          </ac:spMkLst>
        </pc:spChg>
        <pc:spChg chg="add mod">
          <ac:chgData name="Mathilde Annette Nicole Roulleau" userId="4ab294c6-1984-4b16-bc43-8e77deede0e4" providerId="ADAL" clId="{79810BCC-BAA2-4D46-8788-90936CCE2327}" dt="2026-02-11T14:46:04.451" v="4422" actId="1076"/>
          <ac:spMkLst>
            <pc:docMk/>
            <pc:sldMk cId="1956637017" sldId="280"/>
            <ac:spMk id="7" creationId="{CACC6535-AB2A-A1EB-F2AA-BFB267970993}"/>
          </ac:spMkLst>
        </pc:spChg>
        <pc:spChg chg="add mod">
          <ac:chgData name="Mathilde Annette Nicole Roulleau" userId="4ab294c6-1984-4b16-bc43-8e77deede0e4" providerId="ADAL" clId="{79810BCC-BAA2-4D46-8788-90936CCE2327}" dt="2026-02-11T14:46:09.539" v="4424" actId="1076"/>
          <ac:spMkLst>
            <pc:docMk/>
            <pc:sldMk cId="1956637017" sldId="280"/>
            <ac:spMk id="8" creationId="{0E51669F-5814-D1D4-AC57-8AAD9A459CEB}"/>
          </ac:spMkLst>
        </pc:spChg>
        <pc:spChg chg="add mod">
          <ac:chgData name="Mathilde Annette Nicole Roulleau" userId="4ab294c6-1984-4b16-bc43-8e77deede0e4" providerId="ADAL" clId="{79810BCC-BAA2-4D46-8788-90936CCE2327}" dt="2026-02-11T14:46:15.486" v="4426" actId="1076"/>
          <ac:spMkLst>
            <pc:docMk/>
            <pc:sldMk cId="1956637017" sldId="280"/>
            <ac:spMk id="9" creationId="{4954A914-1732-1A46-95B0-47B1706DF42B}"/>
          </ac:spMkLst>
        </pc:spChg>
        <pc:spChg chg="mod">
          <ac:chgData name="Mathilde Annette Nicole Roulleau" userId="4ab294c6-1984-4b16-bc43-8e77deede0e4" providerId="ADAL" clId="{79810BCC-BAA2-4D46-8788-90936CCE2327}" dt="2026-02-23T20:43:27.918" v="8960" actId="790"/>
          <ac:spMkLst>
            <pc:docMk/>
            <pc:sldMk cId="1956637017" sldId="280"/>
            <ac:spMk id="10" creationId="{45B74EDD-9FD9-975D-A868-A42FF11BBDA8}"/>
          </ac:spMkLst>
        </pc:spChg>
        <pc:spChg chg="add mod">
          <ac:chgData name="Mathilde Annette Nicole Roulleau" userId="4ab294c6-1984-4b16-bc43-8e77deede0e4" providerId="ADAL" clId="{79810BCC-BAA2-4D46-8788-90936CCE2327}" dt="2026-02-18T17:51:25.068" v="6849"/>
          <ac:spMkLst>
            <pc:docMk/>
            <pc:sldMk cId="1956637017" sldId="280"/>
            <ac:spMk id="11" creationId="{804EC883-AE5B-BFD7-D3BC-081AA46F483C}"/>
          </ac:spMkLst>
        </pc:spChg>
        <pc:spChg chg="add mod">
          <ac:chgData name="Mathilde Annette Nicole Roulleau" userId="4ab294c6-1984-4b16-bc43-8e77deede0e4" providerId="ADAL" clId="{79810BCC-BAA2-4D46-8788-90936CCE2327}" dt="2026-02-11T14:46:21.888" v="4428" actId="1076"/>
          <ac:spMkLst>
            <pc:docMk/>
            <pc:sldMk cId="1956637017" sldId="280"/>
            <ac:spMk id="12" creationId="{9D8338AD-54AF-312A-2E6A-8DFC19AFF39A}"/>
          </ac:spMkLst>
        </pc:spChg>
        <pc:spChg chg="add mod">
          <ac:chgData name="Mathilde Annette Nicole Roulleau" userId="4ab294c6-1984-4b16-bc43-8e77deede0e4" providerId="ADAL" clId="{79810BCC-BAA2-4D46-8788-90936CCE2327}" dt="2026-02-18T17:51:25.068" v="6849"/>
          <ac:spMkLst>
            <pc:docMk/>
            <pc:sldMk cId="1956637017" sldId="280"/>
            <ac:spMk id="13" creationId="{7E67DF2B-EA39-B99E-8112-57C35D58DDDC}"/>
          </ac:spMkLst>
        </pc:spChg>
        <pc:spChg chg="add mod">
          <ac:chgData name="Mathilde Annette Nicole Roulleau" userId="4ab294c6-1984-4b16-bc43-8e77deede0e4" providerId="ADAL" clId="{79810BCC-BAA2-4D46-8788-90936CCE2327}" dt="2026-02-11T14:46:45.466" v="4430" actId="1076"/>
          <ac:spMkLst>
            <pc:docMk/>
            <pc:sldMk cId="1956637017" sldId="280"/>
            <ac:spMk id="15" creationId="{7515DD26-6E50-CDE9-B9D2-3693DD21026D}"/>
          </ac:spMkLst>
        </pc:spChg>
        <pc:spChg chg="add mod">
          <ac:chgData name="Mathilde Annette Nicole Roulleau" userId="4ab294c6-1984-4b16-bc43-8e77deede0e4" providerId="ADAL" clId="{79810BCC-BAA2-4D46-8788-90936CCE2327}" dt="2026-02-23T20:43:27.918" v="8960" actId="790"/>
          <ac:spMkLst>
            <pc:docMk/>
            <pc:sldMk cId="1956637017" sldId="280"/>
            <ac:spMk id="16" creationId="{143CF438-B205-452F-B15D-075E14F4876E}"/>
          </ac:spMkLst>
        </pc:spChg>
        <pc:spChg chg="add mod">
          <ac:chgData name="Mathilde Annette Nicole Roulleau" userId="4ab294c6-1984-4b16-bc43-8e77deede0e4" providerId="ADAL" clId="{79810BCC-BAA2-4D46-8788-90936CCE2327}" dt="2026-02-23T20:43:27.918" v="8960" actId="790"/>
          <ac:spMkLst>
            <pc:docMk/>
            <pc:sldMk cId="1956637017" sldId="280"/>
            <ac:spMk id="17" creationId="{AB4E9923-5D44-AF3E-2880-B7A9C122E578}"/>
          </ac:spMkLst>
        </pc:spChg>
        <pc:spChg chg="add mod">
          <ac:chgData name="Mathilde Annette Nicole Roulleau" userId="4ab294c6-1984-4b16-bc43-8e77deede0e4" providerId="ADAL" clId="{79810BCC-BAA2-4D46-8788-90936CCE2327}" dt="2026-02-11T14:47:41.664" v="4446" actId="1076"/>
          <ac:spMkLst>
            <pc:docMk/>
            <pc:sldMk cId="1956637017" sldId="280"/>
            <ac:spMk id="18" creationId="{AF3233F0-6D42-659A-97D6-7FF8FB246E39}"/>
          </ac:spMkLst>
        </pc:spChg>
        <pc:spChg chg="add mod">
          <ac:chgData name="Mathilde Annette Nicole Roulleau" userId="4ab294c6-1984-4b16-bc43-8e77deede0e4" providerId="ADAL" clId="{79810BCC-BAA2-4D46-8788-90936CCE2327}" dt="2026-02-11T14:47:46.569" v="4448" actId="1076"/>
          <ac:spMkLst>
            <pc:docMk/>
            <pc:sldMk cId="1956637017" sldId="280"/>
            <ac:spMk id="19" creationId="{002BFE50-E864-E3EE-50B1-2A34A7C58101}"/>
          </ac:spMkLst>
        </pc:spChg>
        <pc:spChg chg="add mod">
          <ac:chgData name="Mathilde Annette Nicole Roulleau" userId="4ab294c6-1984-4b16-bc43-8e77deede0e4" providerId="ADAL" clId="{79810BCC-BAA2-4D46-8788-90936CCE2327}" dt="2026-02-23T20:43:27.918" v="8960" actId="790"/>
          <ac:spMkLst>
            <pc:docMk/>
            <pc:sldMk cId="1956637017" sldId="280"/>
            <ac:spMk id="20" creationId="{0A7BA86D-F891-26C4-F95B-4874F48B50FD}"/>
          </ac:spMkLst>
        </pc:spChg>
        <pc:spChg chg="add mod">
          <ac:chgData name="Mathilde Annette Nicole Roulleau" userId="4ab294c6-1984-4b16-bc43-8e77deede0e4" providerId="ADAL" clId="{79810BCC-BAA2-4D46-8788-90936CCE2327}" dt="2026-02-11T14:48:31.157" v="4454" actId="1076"/>
          <ac:spMkLst>
            <pc:docMk/>
            <pc:sldMk cId="1956637017" sldId="280"/>
            <ac:spMk id="21" creationId="{F5664E8C-F2EB-2BF4-F3F8-DBADCCC0E45E}"/>
          </ac:spMkLst>
        </pc:spChg>
        <pc:spChg chg="add mod">
          <ac:chgData name="Mathilde Annette Nicole Roulleau" userId="4ab294c6-1984-4b16-bc43-8e77deede0e4" providerId="ADAL" clId="{79810BCC-BAA2-4D46-8788-90936CCE2327}" dt="2026-02-11T14:48:37.424" v="4456" actId="1076"/>
          <ac:spMkLst>
            <pc:docMk/>
            <pc:sldMk cId="1956637017" sldId="280"/>
            <ac:spMk id="22" creationId="{0414D79B-B5AA-ED72-A25E-C0B72D12CE8F}"/>
          </ac:spMkLst>
        </pc:spChg>
        <pc:spChg chg="add mod">
          <ac:chgData name="Mathilde Annette Nicole Roulleau" userId="4ab294c6-1984-4b16-bc43-8e77deede0e4" providerId="ADAL" clId="{79810BCC-BAA2-4D46-8788-90936CCE2327}" dt="2026-02-11T14:48:41.432" v="4458" actId="1076"/>
          <ac:spMkLst>
            <pc:docMk/>
            <pc:sldMk cId="1956637017" sldId="280"/>
            <ac:spMk id="23" creationId="{70FFEDFB-AFC3-FC2F-E257-AE912EF25F95}"/>
          </ac:spMkLst>
        </pc:spChg>
        <pc:spChg chg="add mod">
          <ac:chgData name="Mathilde Annette Nicole Roulleau" userId="4ab294c6-1984-4b16-bc43-8e77deede0e4" providerId="ADAL" clId="{79810BCC-BAA2-4D46-8788-90936CCE2327}" dt="2026-02-11T14:48:53.759" v="4460" actId="1076"/>
          <ac:spMkLst>
            <pc:docMk/>
            <pc:sldMk cId="1956637017" sldId="280"/>
            <ac:spMk id="24" creationId="{7AA7905B-EF6C-B1BA-B8CF-2E9B0D6A35E9}"/>
          </ac:spMkLst>
        </pc:spChg>
        <pc:spChg chg="add mod">
          <ac:chgData name="Mathilde Annette Nicole Roulleau" userId="4ab294c6-1984-4b16-bc43-8e77deede0e4" providerId="ADAL" clId="{79810BCC-BAA2-4D46-8788-90936CCE2327}" dt="2026-02-11T14:49:10.016" v="4462" actId="1076"/>
          <ac:spMkLst>
            <pc:docMk/>
            <pc:sldMk cId="1956637017" sldId="280"/>
            <ac:spMk id="25" creationId="{54173C02-0BBB-5AD3-3E2C-896E6B336F14}"/>
          </ac:spMkLst>
        </pc:spChg>
        <pc:spChg chg="add mod">
          <ac:chgData name="Mathilde Annette Nicole Roulleau" userId="4ab294c6-1984-4b16-bc43-8e77deede0e4" providerId="ADAL" clId="{79810BCC-BAA2-4D46-8788-90936CCE2327}" dt="2026-02-11T14:49:18.992" v="4464" actId="1076"/>
          <ac:spMkLst>
            <pc:docMk/>
            <pc:sldMk cId="1956637017" sldId="280"/>
            <ac:spMk id="26" creationId="{DE189937-CC6F-76DA-62E4-1D1C6C486D3E}"/>
          </ac:spMkLst>
        </pc:spChg>
        <pc:spChg chg="add mod">
          <ac:chgData name="Mathilde Annette Nicole Roulleau" userId="4ab294c6-1984-4b16-bc43-8e77deede0e4" providerId="ADAL" clId="{79810BCC-BAA2-4D46-8788-90936CCE2327}" dt="2026-02-11T14:49:34.070" v="4466" actId="1076"/>
          <ac:spMkLst>
            <pc:docMk/>
            <pc:sldMk cId="1956637017" sldId="280"/>
            <ac:spMk id="27" creationId="{0BC8F981-62D6-D80B-B746-E7ED483FEE74}"/>
          </ac:spMkLst>
        </pc:spChg>
        <pc:spChg chg="add mod">
          <ac:chgData name="Mathilde Annette Nicole Roulleau" userId="4ab294c6-1984-4b16-bc43-8e77deede0e4" providerId="ADAL" clId="{79810BCC-BAA2-4D46-8788-90936CCE2327}" dt="2026-02-11T14:49:44.142" v="4468" actId="1076"/>
          <ac:spMkLst>
            <pc:docMk/>
            <pc:sldMk cId="1956637017" sldId="280"/>
            <ac:spMk id="28" creationId="{237BA003-4562-CCF2-2B25-318EB518FDC9}"/>
          </ac:spMkLst>
        </pc:spChg>
        <pc:spChg chg="add mod">
          <ac:chgData name="Mathilde Annette Nicole Roulleau" userId="4ab294c6-1984-4b16-bc43-8e77deede0e4" providerId="ADAL" clId="{79810BCC-BAA2-4D46-8788-90936CCE2327}" dt="2026-02-11T14:49:49.472" v="4470" actId="1076"/>
          <ac:spMkLst>
            <pc:docMk/>
            <pc:sldMk cId="1956637017" sldId="280"/>
            <ac:spMk id="29" creationId="{815CF8C6-5D64-C0D7-4DA3-3FE8FA9719C5}"/>
          </ac:spMkLst>
        </pc:spChg>
        <pc:spChg chg="add mod">
          <ac:chgData name="Mathilde Annette Nicole Roulleau" userId="4ab294c6-1984-4b16-bc43-8e77deede0e4" providerId="ADAL" clId="{79810BCC-BAA2-4D46-8788-90936CCE2327}" dt="2026-02-11T14:49:56.720" v="4472" actId="1076"/>
          <ac:spMkLst>
            <pc:docMk/>
            <pc:sldMk cId="1956637017" sldId="280"/>
            <ac:spMk id="30" creationId="{A58C0256-B712-6385-C3BD-89930AA57FC1}"/>
          </ac:spMkLst>
        </pc:spChg>
        <pc:spChg chg="add mod">
          <ac:chgData name="Mathilde Annette Nicole Roulleau" userId="4ab294c6-1984-4b16-bc43-8e77deede0e4" providerId="ADAL" clId="{79810BCC-BAA2-4D46-8788-90936CCE2327}" dt="2026-02-11T14:50:01.376" v="4474" actId="1076"/>
          <ac:spMkLst>
            <pc:docMk/>
            <pc:sldMk cId="1956637017" sldId="280"/>
            <ac:spMk id="31" creationId="{68709724-F6B9-10D5-3252-185C74B0F396}"/>
          </ac:spMkLst>
        </pc:spChg>
        <pc:spChg chg="add mod">
          <ac:chgData name="Mathilde Annette Nicole Roulleau" userId="4ab294c6-1984-4b16-bc43-8e77deede0e4" providerId="ADAL" clId="{79810BCC-BAA2-4D46-8788-90936CCE2327}" dt="2026-02-11T16:24:06.156" v="4664" actId="1076"/>
          <ac:spMkLst>
            <pc:docMk/>
            <pc:sldMk cId="1956637017" sldId="280"/>
            <ac:spMk id="35" creationId="{9F410273-0C59-B8C0-9406-084BC09743D4}"/>
          </ac:spMkLst>
        </pc:spChg>
        <pc:spChg chg="add mod">
          <ac:chgData name="Mathilde Annette Nicole Roulleau" userId="4ab294c6-1984-4b16-bc43-8e77deede0e4" providerId="ADAL" clId="{79810BCC-BAA2-4D46-8788-90936CCE2327}" dt="2026-02-11T16:24:10.710" v="4666" actId="1076"/>
          <ac:spMkLst>
            <pc:docMk/>
            <pc:sldMk cId="1956637017" sldId="280"/>
            <ac:spMk id="36" creationId="{60556D94-A0E5-FDCC-388A-70F7FBEE2421}"/>
          </ac:spMkLst>
        </pc:spChg>
        <pc:spChg chg="add mod">
          <ac:chgData name="Mathilde Annette Nicole Roulleau" userId="4ab294c6-1984-4b16-bc43-8e77deede0e4" providerId="ADAL" clId="{79810BCC-BAA2-4D46-8788-90936CCE2327}" dt="2026-02-11T16:24:20.777" v="4668" actId="1076"/>
          <ac:spMkLst>
            <pc:docMk/>
            <pc:sldMk cId="1956637017" sldId="280"/>
            <ac:spMk id="37" creationId="{7B00FBF6-45F5-1EF7-FA65-D51DCFF2D418}"/>
          </ac:spMkLst>
        </pc:spChg>
        <pc:spChg chg="add mod">
          <ac:chgData name="Mathilde Annette Nicole Roulleau" userId="4ab294c6-1984-4b16-bc43-8e77deede0e4" providerId="ADAL" clId="{79810BCC-BAA2-4D46-8788-90936CCE2327}" dt="2026-02-11T16:24:26.214" v="4670" actId="1076"/>
          <ac:spMkLst>
            <pc:docMk/>
            <pc:sldMk cId="1956637017" sldId="280"/>
            <ac:spMk id="38" creationId="{AB53A4DD-EE52-9852-CDA9-BCACDFF6D0C1}"/>
          </ac:spMkLst>
        </pc:spChg>
        <pc:spChg chg="add mod">
          <ac:chgData name="Mathilde Annette Nicole Roulleau" userId="4ab294c6-1984-4b16-bc43-8e77deede0e4" providerId="ADAL" clId="{79810BCC-BAA2-4D46-8788-90936CCE2327}" dt="2026-02-11T16:24:35.190" v="4672" actId="1076"/>
          <ac:spMkLst>
            <pc:docMk/>
            <pc:sldMk cId="1956637017" sldId="280"/>
            <ac:spMk id="39" creationId="{984B350B-6AD2-43D1-C852-7263FAFB4C36}"/>
          </ac:spMkLst>
        </pc:spChg>
        <pc:spChg chg="add mod">
          <ac:chgData name="Mathilde Annette Nicole Roulleau" userId="4ab294c6-1984-4b16-bc43-8e77deede0e4" providerId="ADAL" clId="{79810BCC-BAA2-4D46-8788-90936CCE2327}" dt="2026-02-11T16:24:44.503" v="4674" actId="1076"/>
          <ac:spMkLst>
            <pc:docMk/>
            <pc:sldMk cId="1956637017" sldId="280"/>
            <ac:spMk id="40" creationId="{4F6E6EEC-5B59-1E8D-67FF-AD4DF77B95A3}"/>
          </ac:spMkLst>
        </pc:spChg>
        <pc:spChg chg="add mod">
          <ac:chgData name="Mathilde Annette Nicole Roulleau" userId="4ab294c6-1984-4b16-bc43-8e77deede0e4" providerId="ADAL" clId="{79810BCC-BAA2-4D46-8788-90936CCE2327}" dt="2026-02-11T16:24:55.788" v="4676" actId="1076"/>
          <ac:spMkLst>
            <pc:docMk/>
            <pc:sldMk cId="1956637017" sldId="280"/>
            <ac:spMk id="41" creationId="{613C106F-E6FB-FAB8-DB64-BECB94AA5BA7}"/>
          </ac:spMkLst>
        </pc:spChg>
        <pc:spChg chg="add mod">
          <ac:chgData name="Mathilde Annette Nicole Roulleau" userId="4ab294c6-1984-4b16-bc43-8e77deede0e4" providerId="ADAL" clId="{79810BCC-BAA2-4D46-8788-90936CCE2327}" dt="2026-02-11T16:25:02.316" v="4678" actId="1076"/>
          <ac:spMkLst>
            <pc:docMk/>
            <pc:sldMk cId="1956637017" sldId="280"/>
            <ac:spMk id="42" creationId="{37649E00-116E-DDC4-31A4-4E8F334F9850}"/>
          </ac:spMkLst>
        </pc:spChg>
        <pc:spChg chg="add mod">
          <ac:chgData name="Mathilde Annette Nicole Roulleau" userId="4ab294c6-1984-4b16-bc43-8e77deede0e4" providerId="ADAL" clId="{79810BCC-BAA2-4D46-8788-90936CCE2327}" dt="2026-02-11T16:25:09.757" v="4680" actId="1076"/>
          <ac:spMkLst>
            <pc:docMk/>
            <pc:sldMk cId="1956637017" sldId="280"/>
            <ac:spMk id="43" creationId="{13F766E9-02F7-E4D4-CF97-D26EA6CF16CD}"/>
          </ac:spMkLst>
        </pc:spChg>
        <pc:spChg chg="add mod">
          <ac:chgData name="Mathilde Annette Nicole Roulleau" userId="4ab294c6-1984-4b16-bc43-8e77deede0e4" providerId="ADAL" clId="{79810BCC-BAA2-4D46-8788-90936CCE2327}" dt="2026-02-11T16:25:13.740" v="4682" actId="1076"/>
          <ac:spMkLst>
            <pc:docMk/>
            <pc:sldMk cId="1956637017" sldId="280"/>
            <ac:spMk id="44" creationId="{DBD67497-DE0F-FDAE-E2E1-CC045424F57B}"/>
          </ac:spMkLst>
        </pc:spChg>
        <pc:spChg chg="add mod">
          <ac:chgData name="Mathilde Annette Nicole Roulleau" userId="4ab294c6-1984-4b16-bc43-8e77deede0e4" providerId="ADAL" clId="{79810BCC-BAA2-4D46-8788-90936CCE2327}" dt="2026-02-11T16:25:21.245" v="4684" actId="1076"/>
          <ac:spMkLst>
            <pc:docMk/>
            <pc:sldMk cId="1956637017" sldId="280"/>
            <ac:spMk id="45" creationId="{68B51C1F-04EC-A591-0F85-57501C8DF77F}"/>
          </ac:spMkLst>
        </pc:spChg>
        <pc:spChg chg="add mod">
          <ac:chgData name="Mathilde Annette Nicole Roulleau" userId="4ab294c6-1984-4b16-bc43-8e77deede0e4" providerId="ADAL" clId="{79810BCC-BAA2-4D46-8788-90936CCE2327}" dt="2026-02-11T16:25:27.309" v="4686" actId="1076"/>
          <ac:spMkLst>
            <pc:docMk/>
            <pc:sldMk cId="1956637017" sldId="280"/>
            <ac:spMk id="46" creationId="{20B76131-F04B-6B19-88C3-4AC512369958}"/>
          </ac:spMkLst>
        </pc:spChg>
        <pc:spChg chg="add mod">
          <ac:chgData name="Mathilde Annette Nicole Roulleau" userId="4ab294c6-1984-4b16-bc43-8e77deede0e4" providerId="ADAL" clId="{79810BCC-BAA2-4D46-8788-90936CCE2327}" dt="2026-02-23T20:43:27.918" v="8960" actId="790"/>
          <ac:spMkLst>
            <pc:docMk/>
            <pc:sldMk cId="1956637017" sldId="280"/>
            <ac:spMk id="47" creationId="{285B5D9D-9FD3-A544-17EC-ECDA405232E1}"/>
          </ac:spMkLst>
        </pc:spChg>
        <pc:spChg chg="add mod">
          <ac:chgData name="Mathilde Annette Nicole Roulleau" userId="4ab294c6-1984-4b16-bc43-8e77deede0e4" providerId="ADAL" clId="{79810BCC-BAA2-4D46-8788-90936CCE2327}" dt="2026-02-11T16:25:52.414" v="4694" actId="1076"/>
          <ac:spMkLst>
            <pc:docMk/>
            <pc:sldMk cId="1956637017" sldId="280"/>
            <ac:spMk id="48" creationId="{6A582D4C-A764-0040-2000-0DB9180F1F50}"/>
          </ac:spMkLst>
        </pc:spChg>
        <pc:spChg chg="add mod">
          <ac:chgData name="Mathilde Annette Nicole Roulleau" userId="4ab294c6-1984-4b16-bc43-8e77deede0e4" providerId="ADAL" clId="{79810BCC-BAA2-4D46-8788-90936CCE2327}" dt="2026-02-23T20:43:27.918" v="8960" actId="790"/>
          <ac:spMkLst>
            <pc:docMk/>
            <pc:sldMk cId="1956637017" sldId="280"/>
            <ac:spMk id="49" creationId="{66C43355-4E7C-DF11-827E-775C558FB11F}"/>
          </ac:spMkLst>
        </pc:spChg>
        <pc:spChg chg="add mod">
          <ac:chgData name="Mathilde Annette Nicole Roulleau" userId="4ab294c6-1984-4b16-bc43-8e77deede0e4" providerId="ADAL" clId="{79810BCC-BAA2-4D46-8788-90936CCE2327}" dt="2026-02-11T16:27:15.068" v="4719" actId="1076"/>
          <ac:spMkLst>
            <pc:docMk/>
            <pc:sldMk cId="1956637017" sldId="280"/>
            <ac:spMk id="50" creationId="{0045CF3C-0AA7-1598-E7DB-70EA1340E7FA}"/>
          </ac:spMkLst>
        </pc:spChg>
        <pc:spChg chg="add mod">
          <ac:chgData name="Mathilde Annette Nicole Roulleau" userId="4ab294c6-1984-4b16-bc43-8e77deede0e4" providerId="ADAL" clId="{79810BCC-BAA2-4D46-8788-90936CCE2327}" dt="2026-02-23T20:43:27.918" v="8960" actId="790"/>
          <ac:spMkLst>
            <pc:docMk/>
            <pc:sldMk cId="1956637017" sldId="280"/>
            <ac:spMk id="51" creationId="{B8FF9FFD-7249-1753-7E1C-8A92924EF885}"/>
          </ac:spMkLst>
        </pc:spChg>
        <pc:spChg chg="add mod">
          <ac:chgData name="Mathilde Annette Nicole Roulleau" userId="4ab294c6-1984-4b16-bc43-8e77deede0e4" providerId="ADAL" clId="{79810BCC-BAA2-4D46-8788-90936CCE2327}" dt="2026-02-11T16:26:22.737" v="4714" actId="1037"/>
          <ac:spMkLst>
            <pc:docMk/>
            <pc:sldMk cId="1956637017" sldId="280"/>
            <ac:spMk id="52" creationId="{C8E11FB4-09E7-A40C-224B-2FE2E4966D66}"/>
          </ac:spMkLst>
        </pc:spChg>
        <pc:spChg chg="add mod">
          <ac:chgData name="Mathilde Annette Nicole Roulleau" userId="4ab294c6-1984-4b16-bc43-8e77deede0e4" providerId="ADAL" clId="{79810BCC-BAA2-4D46-8788-90936CCE2327}" dt="2026-02-11T16:26:52.990" v="4716" actId="1076"/>
          <ac:spMkLst>
            <pc:docMk/>
            <pc:sldMk cId="1956637017" sldId="280"/>
            <ac:spMk id="53" creationId="{488D1334-EBB9-D990-AD71-86845068D6FE}"/>
          </ac:spMkLst>
        </pc:spChg>
        <pc:spChg chg="add mod">
          <ac:chgData name="Mathilde Annette Nicole Roulleau" userId="4ab294c6-1984-4b16-bc43-8e77deede0e4" providerId="ADAL" clId="{79810BCC-BAA2-4D46-8788-90936CCE2327}" dt="2026-02-23T20:43:27.918" v="8960" actId="790"/>
          <ac:spMkLst>
            <pc:docMk/>
            <pc:sldMk cId="1956637017" sldId="280"/>
            <ac:spMk id="54" creationId="{557B0047-B6B7-A820-5E68-C3F0EB8373ED}"/>
          </ac:spMkLst>
        </pc:spChg>
        <pc:spChg chg="add mod">
          <ac:chgData name="Mathilde Annette Nicole Roulleau" userId="4ab294c6-1984-4b16-bc43-8e77deede0e4" providerId="ADAL" clId="{79810BCC-BAA2-4D46-8788-90936CCE2327}" dt="2026-02-11T16:27:19.997" v="4721" actId="1076"/>
          <ac:spMkLst>
            <pc:docMk/>
            <pc:sldMk cId="1956637017" sldId="280"/>
            <ac:spMk id="55" creationId="{C0914ABF-7B36-E56A-5A7D-0678E0E064C4}"/>
          </ac:spMkLst>
        </pc:spChg>
        <pc:spChg chg="add mod">
          <ac:chgData name="Mathilde Annette Nicole Roulleau" userId="4ab294c6-1984-4b16-bc43-8e77deede0e4" providerId="ADAL" clId="{79810BCC-BAA2-4D46-8788-90936CCE2327}" dt="2026-02-11T16:27:28.075" v="4723" actId="1076"/>
          <ac:spMkLst>
            <pc:docMk/>
            <pc:sldMk cId="1956637017" sldId="280"/>
            <ac:spMk id="56" creationId="{448AF256-7E9F-815B-8FAB-E57A03E14912}"/>
          </ac:spMkLst>
        </pc:spChg>
        <pc:spChg chg="add mod">
          <ac:chgData name="Mathilde Annette Nicole Roulleau" userId="4ab294c6-1984-4b16-bc43-8e77deede0e4" providerId="ADAL" clId="{79810BCC-BAA2-4D46-8788-90936CCE2327}" dt="2026-02-23T20:43:27.918" v="8960" actId="790"/>
          <ac:spMkLst>
            <pc:docMk/>
            <pc:sldMk cId="1956637017" sldId="280"/>
            <ac:spMk id="57" creationId="{2B16AE50-43CE-0C32-8F97-58ED64D0CDC0}"/>
          </ac:spMkLst>
        </pc:spChg>
        <pc:spChg chg="add mod">
          <ac:chgData name="Mathilde Annette Nicole Roulleau" userId="4ab294c6-1984-4b16-bc43-8e77deede0e4" providerId="ADAL" clId="{79810BCC-BAA2-4D46-8788-90936CCE2327}" dt="2026-02-11T16:31:38.319" v="4754" actId="1076"/>
          <ac:spMkLst>
            <pc:docMk/>
            <pc:sldMk cId="1956637017" sldId="280"/>
            <ac:spMk id="58" creationId="{8C6C7332-3AD7-7E99-E4A6-D83FEB2EBAB9}"/>
          </ac:spMkLst>
        </pc:spChg>
        <pc:picChg chg="add mod">
          <ac:chgData name="Mathilde Annette Nicole Roulleau" userId="4ab294c6-1984-4b16-bc43-8e77deede0e4" providerId="ADAL" clId="{79810BCC-BAA2-4D46-8788-90936CCE2327}" dt="2026-02-11T16:25:32.318" v="4690" actId="1076"/>
          <ac:picMkLst>
            <pc:docMk/>
            <pc:sldMk cId="1956637017" sldId="280"/>
            <ac:picMk id="34" creationId="{8E160B36-24DC-78DA-9337-857D7EEAEA07}"/>
          </ac:picMkLst>
        </pc:picChg>
      </pc:sldChg>
      <pc:sldChg chg="addSp delSp modSp add mod modShow modNotesTx">
        <pc:chgData name="Mathilde Annette Nicole Roulleau" userId="4ab294c6-1984-4b16-bc43-8e77deede0e4" providerId="ADAL" clId="{79810BCC-BAA2-4D46-8788-90936CCE2327}" dt="2026-02-23T20:43:27.918" v="8960" actId="790"/>
        <pc:sldMkLst>
          <pc:docMk/>
          <pc:sldMk cId="1208743826" sldId="281"/>
        </pc:sldMkLst>
        <pc:spChg chg="add mod">
          <ac:chgData name="Mathilde Annette Nicole Roulleau" userId="4ab294c6-1984-4b16-bc43-8e77deede0e4" providerId="ADAL" clId="{79810BCC-BAA2-4D46-8788-90936CCE2327}" dt="2026-02-23T20:43:27.918" v="8960" actId="790"/>
          <ac:spMkLst>
            <pc:docMk/>
            <pc:sldMk cId="1208743826" sldId="281"/>
            <ac:spMk id="2" creationId="{36BE7903-F741-B34E-04A7-70CF5F7DDFC8}"/>
          </ac:spMkLst>
        </pc:spChg>
        <pc:spChg chg="add mod">
          <ac:chgData name="Mathilde Annette Nicole Roulleau" userId="4ab294c6-1984-4b16-bc43-8e77deede0e4" providerId="ADAL" clId="{79810BCC-BAA2-4D46-8788-90936CCE2327}" dt="2026-02-23T20:43:27.918" v="8960" actId="790"/>
          <ac:spMkLst>
            <pc:docMk/>
            <pc:sldMk cId="1208743826" sldId="281"/>
            <ac:spMk id="3" creationId="{D3E42266-A94C-8D65-BEAD-9303B505EA62}"/>
          </ac:spMkLst>
        </pc:spChg>
        <pc:spChg chg="mod">
          <ac:chgData name="Mathilde Annette Nicole Roulleau" userId="4ab294c6-1984-4b16-bc43-8e77deede0e4" providerId="ADAL" clId="{79810BCC-BAA2-4D46-8788-90936CCE2327}" dt="2026-02-23T20:43:27.918" v="8960" actId="790"/>
          <ac:spMkLst>
            <pc:docMk/>
            <pc:sldMk cId="1208743826" sldId="281"/>
            <ac:spMk id="4" creationId="{36CF0FFC-200F-79E8-1B64-CA77209E17B7}"/>
          </ac:spMkLst>
        </pc:spChg>
        <pc:spChg chg="add mod">
          <ac:chgData name="Mathilde Annette Nicole Roulleau" userId="4ab294c6-1984-4b16-bc43-8e77deede0e4" providerId="ADAL" clId="{79810BCC-BAA2-4D46-8788-90936CCE2327}" dt="2026-02-23T20:43:27.918" v="8960" actId="790"/>
          <ac:spMkLst>
            <pc:docMk/>
            <pc:sldMk cId="1208743826" sldId="281"/>
            <ac:spMk id="7" creationId="{45DAAED9-45D7-9E52-93B0-1DBAABAB63F7}"/>
          </ac:spMkLst>
        </pc:spChg>
        <pc:spChg chg="add mod">
          <ac:chgData name="Mathilde Annette Nicole Roulleau" userId="4ab294c6-1984-4b16-bc43-8e77deede0e4" providerId="ADAL" clId="{79810BCC-BAA2-4D46-8788-90936CCE2327}" dt="2026-02-23T20:43:27.918" v="8960" actId="790"/>
          <ac:spMkLst>
            <pc:docMk/>
            <pc:sldMk cId="1208743826" sldId="281"/>
            <ac:spMk id="8" creationId="{D4AF52B8-ABF2-481A-95CE-68AB59234968}"/>
          </ac:spMkLst>
        </pc:spChg>
        <pc:spChg chg="add mod">
          <ac:chgData name="Mathilde Annette Nicole Roulleau" userId="4ab294c6-1984-4b16-bc43-8e77deede0e4" providerId="ADAL" clId="{79810BCC-BAA2-4D46-8788-90936CCE2327}" dt="2026-02-23T20:43:27.918" v="8960" actId="790"/>
          <ac:spMkLst>
            <pc:docMk/>
            <pc:sldMk cId="1208743826" sldId="281"/>
            <ac:spMk id="9" creationId="{B74AD5DA-FBBE-C8FD-F90A-1BFE278B9DA4}"/>
          </ac:spMkLst>
        </pc:spChg>
        <pc:spChg chg="mod">
          <ac:chgData name="Mathilde Annette Nicole Roulleau" userId="4ab294c6-1984-4b16-bc43-8e77deede0e4" providerId="ADAL" clId="{79810BCC-BAA2-4D46-8788-90936CCE2327}" dt="2026-02-23T20:43:27.918" v="8960" actId="790"/>
          <ac:spMkLst>
            <pc:docMk/>
            <pc:sldMk cId="1208743826" sldId="281"/>
            <ac:spMk id="10" creationId="{144FDCBB-57F8-EE86-4698-F1B42D9C0B30}"/>
          </ac:spMkLst>
        </pc:spChg>
        <pc:spChg chg="add mod">
          <ac:chgData name="Mathilde Annette Nicole Roulleau" userId="4ab294c6-1984-4b16-bc43-8e77deede0e4" providerId="ADAL" clId="{79810BCC-BAA2-4D46-8788-90936CCE2327}" dt="2026-02-23T20:43:27.918" v="8960" actId="790"/>
          <ac:spMkLst>
            <pc:docMk/>
            <pc:sldMk cId="1208743826" sldId="281"/>
            <ac:spMk id="11" creationId="{4867A627-26EF-EBF3-CE88-482E59901734}"/>
          </ac:spMkLst>
        </pc:spChg>
        <pc:spChg chg="add mod">
          <ac:chgData name="Mathilde Annette Nicole Roulleau" userId="4ab294c6-1984-4b16-bc43-8e77deede0e4" providerId="ADAL" clId="{79810BCC-BAA2-4D46-8788-90936CCE2327}" dt="2026-02-23T20:43:27.918" v="8960" actId="790"/>
          <ac:spMkLst>
            <pc:docMk/>
            <pc:sldMk cId="1208743826" sldId="281"/>
            <ac:spMk id="12" creationId="{2D59EA30-409E-83CF-A978-207AA1E1376D}"/>
          </ac:spMkLst>
        </pc:spChg>
        <pc:spChg chg="add mod">
          <ac:chgData name="Mathilde Annette Nicole Roulleau" userId="4ab294c6-1984-4b16-bc43-8e77deede0e4" providerId="ADAL" clId="{79810BCC-BAA2-4D46-8788-90936CCE2327}" dt="2026-02-23T20:43:27.918" v="8960" actId="790"/>
          <ac:spMkLst>
            <pc:docMk/>
            <pc:sldMk cId="1208743826" sldId="281"/>
            <ac:spMk id="13" creationId="{016463F0-9D06-E691-8636-2B015B5376DB}"/>
          </ac:spMkLst>
        </pc:spChg>
        <pc:picChg chg="mod">
          <ac:chgData name="Mathilde Annette Nicole Roulleau" userId="4ab294c6-1984-4b16-bc43-8e77deede0e4" providerId="ADAL" clId="{79810BCC-BAA2-4D46-8788-90936CCE2327}" dt="2026-02-11T16:30:56.069" v="4746" actId="1076"/>
          <ac:picMkLst>
            <pc:docMk/>
            <pc:sldMk cId="1208743826" sldId="281"/>
            <ac:picMk id="5" creationId="{77623300-18F6-3E1A-1F70-4E2E4AEBFD6A}"/>
          </ac:picMkLst>
        </pc:picChg>
        <pc:picChg chg="add mod">
          <ac:chgData name="Mathilde Annette Nicole Roulleau" userId="4ab294c6-1984-4b16-bc43-8e77deede0e4" providerId="ADAL" clId="{79810BCC-BAA2-4D46-8788-90936CCE2327}" dt="2026-02-11T16:23:13.442" v="4656" actId="1076"/>
          <ac:picMkLst>
            <pc:docMk/>
            <pc:sldMk cId="1208743826" sldId="281"/>
            <ac:picMk id="6" creationId="{258E5DAE-B67B-9D83-7598-7813BBA40818}"/>
          </ac:picMkLst>
        </pc:picChg>
      </pc:sldChg>
      <pc:sldChg chg="addSp delSp modSp add mod modShow modNotesTx">
        <pc:chgData name="Mathilde Annette Nicole Roulleau" userId="4ab294c6-1984-4b16-bc43-8e77deede0e4" providerId="ADAL" clId="{79810BCC-BAA2-4D46-8788-90936CCE2327}" dt="2026-02-23T20:43:27.918" v="8960" actId="790"/>
        <pc:sldMkLst>
          <pc:docMk/>
          <pc:sldMk cId="3796169502" sldId="282"/>
        </pc:sldMkLst>
        <pc:spChg chg="add mod">
          <ac:chgData name="Mathilde Annette Nicole Roulleau" userId="4ab294c6-1984-4b16-bc43-8e77deede0e4" providerId="ADAL" clId="{79810BCC-BAA2-4D46-8788-90936CCE2327}" dt="2026-02-11T15:09:55.624" v="4512" actId="1076"/>
          <ac:spMkLst>
            <pc:docMk/>
            <pc:sldMk cId="3796169502" sldId="282"/>
            <ac:spMk id="2" creationId="{845003B5-34CC-5F5C-8C55-6986C8F36D21}"/>
          </ac:spMkLst>
        </pc:spChg>
        <pc:spChg chg="add mod">
          <ac:chgData name="Mathilde Annette Nicole Roulleau" userId="4ab294c6-1984-4b16-bc43-8e77deede0e4" providerId="ADAL" clId="{79810BCC-BAA2-4D46-8788-90936CCE2327}" dt="2026-02-23T20:43:27.918" v="8960" actId="790"/>
          <ac:spMkLst>
            <pc:docMk/>
            <pc:sldMk cId="3796169502" sldId="282"/>
            <ac:spMk id="3" creationId="{35BA9E88-93D5-CD0B-523E-55B753092D9A}"/>
          </ac:spMkLst>
        </pc:spChg>
        <pc:spChg chg="mod">
          <ac:chgData name="Mathilde Annette Nicole Roulleau" userId="4ab294c6-1984-4b16-bc43-8e77deede0e4" providerId="ADAL" clId="{79810BCC-BAA2-4D46-8788-90936CCE2327}" dt="2026-02-23T20:43:27.918" v="8960" actId="790"/>
          <ac:spMkLst>
            <pc:docMk/>
            <pc:sldMk cId="3796169502" sldId="282"/>
            <ac:spMk id="4" creationId="{9CB8DC1D-3ABD-30C0-3D4F-40C19B9AF844}"/>
          </ac:spMkLst>
        </pc:spChg>
        <pc:spChg chg="add mod">
          <ac:chgData name="Mathilde Annette Nicole Roulleau" userId="4ab294c6-1984-4b16-bc43-8e77deede0e4" providerId="ADAL" clId="{79810BCC-BAA2-4D46-8788-90936CCE2327}" dt="2026-02-23T20:43:27.918" v="8960" actId="790"/>
          <ac:spMkLst>
            <pc:docMk/>
            <pc:sldMk cId="3796169502" sldId="282"/>
            <ac:spMk id="6" creationId="{9CFF429A-3221-1F7A-0FE2-E3285B761DA9}"/>
          </ac:spMkLst>
        </pc:spChg>
        <pc:spChg chg="add mod">
          <ac:chgData name="Mathilde Annette Nicole Roulleau" userId="4ab294c6-1984-4b16-bc43-8e77deede0e4" providerId="ADAL" clId="{79810BCC-BAA2-4D46-8788-90936CCE2327}" dt="2026-02-23T20:43:27.918" v="8960" actId="790"/>
          <ac:spMkLst>
            <pc:docMk/>
            <pc:sldMk cId="3796169502" sldId="282"/>
            <ac:spMk id="7" creationId="{437E72C6-FAD5-CBA1-648B-8DB8BF2B0FF6}"/>
          </ac:spMkLst>
        </pc:spChg>
        <pc:spChg chg="add mod">
          <ac:chgData name="Mathilde Annette Nicole Roulleau" userId="4ab294c6-1984-4b16-bc43-8e77deede0e4" providerId="ADAL" clId="{79810BCC-BAA2-4D46-8788-90936CCE2327}" dt="2026-02-23T20:43:27.918" v="8960" actId="790"/>
          <ac:spMkLst>
            <pc:docMk/>
            <pc:sldMk cId="3796169502" sldId="282"/>
            <ac:spMk id="9" creationId="{4F3CADE1-1E6F-D231-392E-DD663F7EE174}"/>
          </ac:spMkLst>
        </pc:spChg>
        <pc:spChg chg="mod">
          <ac:chgData name="Mathilde Annette Nicole Roulleau" userId="4ab294c6-1984-4b16-bc43-8e77deede0e4" providerId="ADAL" clId="{79810BCC-BAA2-4D46-8788-90936CCE2327}" dt="2026-02-23T20:43:27.918" v="8960" actId="790"/>
          <ac:spMkLst>
            <pc:docMk/>
            <pc:sldMk cId="3796169502" sldId="282"/>
            <ac:spMk id="10" creationId="{10963873-EE2D-590B-8B39-72ED37D67526}"/>
          </ac:spMkLst>
        </pc:spChg>
        <pc:spChg chg="add mod">
          <ac:chgData name="Mathilde Annette Nicole Roulleau" userId="4ab294c6-1984-4b16-bc43-8e77deede0e4" providerId="ADAL" clId="{79810BCC-BAA2-4D46-8788-90936CCE2327}" dt="2026-02-23T20:43:27.918" v="8960" actId="790"/>
          <ac:spMkLst>
            <pc:docMk/>
            <pc:sldMk cId="3796169502" sldId="282"/>
            <ac:spMk id="11" creationId="{F44F7643-1E66-E837-885F-D3336E157754}"/>
          </ac:spMkLst>
        </pc:spChg>
        <pc:spChg chg="add mod">
          <ac:chgData name="Mathilde Annette Nicole Roulleau" userId="4ab294c6-1984-4b16-bc43-8e77deede0e4" providerId="ADAL" clId="{79810BCC-BAA2-4D46-8788-90936CCE2327}" dt="2026-02-11T16:05:13.999" v="4562" actId="1076"/>
          <ac:spMkLst>
            <pc:docMk/>
            <pc:sldMk cId="3796169502" sldId="282"/>
            <ac:spMk id="12" creationId="{5C3771E6-ECF8-D8A6-3FA6-961248C06F5D}"/>
          </ac:spMkLst>
        </pc:spChg>
        <pc:spChg chg="add mod">
          <ac:chgData name="Mathilde Annette Nicole Roulleau" userId="4ab294c6-1984-4b16-bc43-8e77deede0e4" providerId="ADAL" clId="{79810BCC-BAA2-4D46-8788-90936CCE2327}" dt="2026-02-23T20:43:27.918" v="8960" actId="790"/>
          <ac:spMkLst>
            <pc:docMk/>
            <pc:sldMk cId="3796169502" sldId="282"/>
            <ac:spMk id="15" creationId="{B9EC21A7-7114-5A38-639E-85A4C19E426E}"/>
          </ac:spMkLst>
        </pc:spChg>
        <pc:spChg chg="add mod">
          <ac:chgData name="Mathilde Annette Nicole Roulleau" userId="4ab294c6-1984-4b16-bc43-8e77deede0e4" providerId="ADAL" clId="{79810BCC-BAA2-4D46-8788-90936CCE2327}" dt="2026-02-23T20:43:27.918" v="8960" actId="790"/>
          <ac:spMkLst>
            <pc:docMk/>
            <pc:sldMk cId="3796169502" sldId="282"/>
            <ac:spMk id="16" creationId="{5D352042-E0A0-1017-EBC7-AC1C14EDAB98}"/>
          </ac:spMkLst>
        </pc:spChg>
        <pc:spChg chg="add mod">
          <ac:chgData name="Mathilde Annette Nicole Roulleau" userId="4ab294c6-1984-4b16-bc43-8e77deede0e4" providerId="ADAL" clId="{79810BCC-BAA2-4D46-8788-90936CCE2327}" dt="2026-02-23T20:43:27.918" v="8960" actId="790"/>
          <ac:spMkLst>
            <pc:docMk/>
            <pc:sldMk cId="3796169502" sldId="282"/>
            <ac:spMk id="17" creationId="{78819A8A-4C77-FF59-91B4-33D69A64490E}"/>
          </ac:spMkLst>
        </pc:spChg>
        <pc:picChg chg="add mod">
          <ac:chgData name="Mathilde Annette Nicole Roulleau" userId="4ab294c6-1984-4b16-bc43-8e77deede0e4" providerId="ADAL" clId="{79810BCC-BAA2-4D46-8788-90936CCE2327}" dt="2026-02-11T16:04:13.153" v="4557" actId="1076"/>
          <ac:picMkLst>
            <pc:docMk/>
            <pc:sldMk cId="3796169502" sldId="282"/>
            <ac:picMk id="8" creationId="{7D6DD822-4DEF-0A84-9B35-91498AC71FE3}"/>
          </ac:picMkLst>
        </pc:picChg>
      </pc:sldChg>
      <pc:sldChg chg="addSp delSp modSp add mod modNotesTx">
        <pc:chgData name="Mathilde Annette Nicole Roulleau" userId="4ab294c6-1984-4b16-bc43-8e77deede0e4" providerId="ADAL" clId="{79810BCC-BAA2-4D46-8788-90936CCE2327}" dt="2026-02-23T20:43:27.918" v="8960" actId="790"/>
        <pc:sldMkLst>
          <pc:docMk/>
          <pc:sldMk cId="551368788" sldId="283"/>
        </pc:sldMkLst>
        <pc:spChg chg="add mod">
          <ac:chgData name="Mathilde Annette Nicole Roulleau" userId="4ab294c6-1984-4b16-bc43-8e77deede0e4" providerId="ADAL" clId="{79810BCC-BAA2-4D46-8788-90936CCE2327}" dt="2026-02-23T20:43:27.918" v="8960" actId="790"/>
          <ac:spMkLst>
            <pc:docMk/>
            <pc:sldMk cId="551368788" sldId="283"/>
            <ac:spMk id="2" creationId="{E9222011-31C2-A89E-585F-53BF61854684}"/>
          </ac:spMkLst>
        </pc:spChg>
        <pc:spChg chg="add mod">
          <ac:chgData name="Mathilde Annette Nicole Roulleau" userId="4ab294c6-1984-4b16-bc43-8e77deede0e4" providerId="ADAL" clId="{79810BCC-BAA2-4D46-8788-90936CCE2327}" dt="2026-02-23T20:43:27.918" v="8960" actId="790"/>
          <ac:spMkLst>
            <pc:docMk/>
            <pc:sldMk cId="551368788" sldId="283"/>
            <ac:spMk id="3" creationId="{A0BF57BF-0775-D45F-9141-42690F98A410}"/>
          </ac:spMkLst>
        </pc:spChg>
        <pc:spChg chg="mod">
          <ac:chgData name="Mathilde Annette Nicole Roulleau" userId="4ab294c6-1984-4b16-bc43-8e77deede0e4" providerId="ADAL" clId="{79810BCC-BAA2-4D46-8788-90936CCE2327}" dt="2026-02-23T20:43:27.918" v="8960" actId="790"/>
          <ac:spMkLst>
            <pc:docMk/>
            <pc:sldMk cId="551368788" sldId="283"/>
            <ac:spMk id="4" creationId="{17C19C14-A101-CF2B-857A-AC82BFBC73A7}"/>
          </ac:spMkLst>
        </pc:spChg>
        <pc:spChg chg="add mod">
          <ac:chgData name="Mathilde Annette Nicole Roulleau" userId="4ab294c6-1984-4b16-bc43-8e77deede0e4" providerId="ADAL" clId="{79810BCC-BAA2-4D46-8788-90936CCE2327}" dt="2026-02-23T20:43:27.918" v="8960" actId="790"/>
          <ac:spMkLst>
            <pc:docMk/>
            <pc:sldMk cId="551368788" sldId="283"/>
            <ac:spMk id="7" creationId="{8C4A89E6-12ED-2D01-5562-409EA8E521B9}"/>
          </ac:spMkLst>
        </pc:spChg>
        <pc:spChg chg="add mod">
          <ac:chgData name="Mathilde Annette Nicole Roulleau" userId="4ab294c6-1984-4b16-bc43-8e77deede0e4" providerId="ADAL" clId="{79810BCC-BAA2-4D46-8788-90936CCE2327}" dt="2026-02-23T20:43:27.918" v="8960" actId="790"/>
          <ac:spMkLst>
            <pc:docMk/>
            <pc:sldMk cId="551368788" sldId="283"/>
            <ac:spMk id="8" creationId="{5995D903-3B0C-7605-5E9D-6FF4D313B3DF}"/>
          </ac:spMkLst>
        </pc:spChg>
        <pc:spChg chg="add mod">
          <ac:chgData name="Mathilde Annette Nicole Roulleau" userId="4ab294c6-1984-4b16-bc43-8e77deede0e4" providerId="ADAL" clId="{79810BCC-BAA2-4D46-8788-90936CCE2327}" dt="2026-02-23T20:43:27.918" v="8960" actId="790"/>
          <ac:spMkLst>
            <pc:docMk/>
            <pc:sldMk cId="551368788" sldId="283"/>
            <ac:spMk id="9" creationId="{B6A8C6AA-2710-7174-8DB7-FD93CA413061}"/>
          </ac:spMkLst>
        </pc:spChg>
        <pc:spChg chg="mod">
          <ac:chgData name="Mathilde Annette Nicole Roulleau" userId="4ab294c6-1984-4b16-bc43-8e77deede0e4" providerId="ADAL" clId="{79810BCC-BAA2-4D46-8788-90936CCE2327}" dt="2026-02-23T20:43:27.918" v="8960" actId="790"/>
          <ac:spMkLst>
            <pc:docMk/>
            <pc:sldMk cId="551368788" sldId="283"/>
            <ac:spMk id="10" creationId="{550D7BB0-C83E-4AB0-D559-83CF3DC46136}"/>
          </ac:spMkLst>
        </pc:spChg>
        <pc:spChg chg="add mod">
          <ac:chgData name="Mathilde Annette Nicole Roulleau" userId="4ab294c6-1984-4b16-bc43-8e77deede0e4" providerId="ADAL" clId="{79810BCC-BAA2-4D46-8788-90936CCE2327}" dt="2026-02-23T20:43:27.918" v="8960" actId="790"/>
          <ac:spMkLst>
            <pc:docMk/>
            <pc:sldMk cId="551368788" sldId="283"/>
            <ac:spMk id="12" creationId="{240FBC59-A09A-1B8E-E846-8BEE1393E9E7}"/>
          </ac:spMkLst>
        </pc:spChg>
        <pc:spChg chg="add mod">
          <ac:chgData name="Mathilde Annette Nicole Roulleau" userId="4ab294c6-1984-4b16-bc43-8e77deede0e4" providerId="ADAL" clId="{79810BCC-BAA2-4D46-8788-90936CCE2327}" dt="2026-02-23T20:43:27.918" v="8960" actId="790"/>
          <ac:spMkLst>
            <pc:docMk/>
            <pc:sldMk cId="551368788" sldId="283"/>
            <ac:spMk id="15" creationId="{76440C73-8D0C-364D-C092-7F70B76320F0}"/>
          </ac:spMkLst>
        </pc:spChg>
        <pc:spChg chg="add mod">
          <ac:chgData name="Mathilde Annette Nicole Roulleau" userId="4ab294c6-1984-4b16-bc43-8e77deede0e4" providerId="ADAL" clId="{79810BCC-BAA2-4D46-8788-90936CCE2327}" dt="2026-02-23T20:43:27.918" v="8960" actId="790"/>
          <ac:spMkLst>
            <pc:docMk/>
            <pc:sldMk cId="551368788" sldId="283"/>
            <ac:spMk id="16" creationId="{724EAF73-753A-7E85-4DC4-23F4CC05FE08}"/>
          </ac:spMkLst>
        </pc:spChg>
        <pc:picChg chg="add del">
          <ac:chgData name="Mathilde Annette Nicole Roulleau" userId="4ab294c6-1984-4b16-bc43-8e77deede0e4" providerId="ADAL" clId="{79810BCC-BAA2-4D46-8788-90936CCE2327}" dt="2026-02-23T07:20:24.108" v="7310" actId="478"/>
          <ac:picMkLst>
            <pc:docMk/>
            <pc:sldMk cId="551368788" sldId="283"/>
            <ac:picMk id="5" creationId="{FC5CFDF6-DA2D-EFEB-16FC-72A06E0D2A0E}"/>
          </ac:picMkLst>
        </pc:picChg>
        <pc:picChg chg="add mod">
          <ac:chgData name="Mathilde Annette Nicole Roulleau" userId="4ab294c6-1984-4b16-bc43-8e77deede0e4" providerId="ADAL" clId="{79810BCC-BAA2-4D46-8788-90936CCE2327}" dt="2026-02-11T16:19:46.571" v="4628"/>
          <ac:picMkLst>
            <pc:docMk/>
            <pc:sldMk cId="551368788" sldId="283"/>
            <ac:picMk id="6" creationId="{8289987A-C153-4295-7072-65A3C86B0F9C}"/>
          </ac:picMkLst>
        </pc:picChg>
      </pc:sldChg>
      <pc:sldChg chg="addSp delSp modSp add mod modShow modNotesTx">
        <pc:chgData name="Mathilde Annette Nicole Roulleau" userId="4ab294c6-1984-4b16-bc43-8e77deede0e4" providerId="ADAL" clId="{79810BCC-BAA2-4D46-8788-90936CCE2327}" dt="2026-02-23T20:43:27.918" v="8960" actId="790"/>
        <pc:sldMkLst>
          <pc:docMk/>
          <pc:sldMk cId="4221183311" sldId="284"/>
        </pc:sldMkLst>
        <pc:spChg chg="add mod">
          <ac:chgData name="Mathilde Annette Nicole Roulleau" userId="4ab294c6-1984-4b16-bc43-8e77deede0e4" providerId="ADAL" clId="{79810BCC-BAA2-4D46-8788-90936CCE2327}" dt="2026-02-23T20:43:27.918" v="8960" actId="790"/>
          <ac:spMkLst>
            <pc:docMk/>
            <pc:sldMk cId="4221183311" sldId="284"/>
            <ac:spMk id="2" creationId="{429F702F-C4E6-B3FE-C85C-F28F52D1D678}"/>
          </ac:spMkLst>
        </pc:spChg>
        <pc:spChg chg="add mod">
          <ac:chgData name="Mathilde Annette Nicole Roulleau" userId="4ab294c6-1984-4b16-bc43-8e77deede0e4" providerId="ADAL" clId="{79810BCC-BAA2-4D46-8788-90936CCE2327}" dt="2026-02-23T20:43:27.918" v="8960" actId="790"/>
          <ac:spMkLst>
            <pc:docMk/>
            <pc:sldMk cId="4221183311" sldId="284"/>
            <ac:spMk id="3" creationId="{2AD5DE77-7804-6F2D-356C-0583EC120812}"/>
          </ac:spMkLst>
        </pc:spChg>
        <pc:spChg chg="mod">
          <ac:chgData name="Mathilde Annette Nicole Roulleau" userId="4ab294c6-1984-4b16-bc43-8e77deede0e4" providerId="ADAL" clId="{79810BCC-BAA2-4D46-8788-90936CCE2327}" dt="2026-02-23T20:43:27.918" v="8960" actId="790"/>
          <ac:spMkLst>
            <pc:docMk/>
            <pc:sldMk cId="4221183311" sldId="284"/>
            <ac:spMk id="4" creationId="{D96EA3D8-2CE4-4B3C-7A0A-24E1E2F8903A}"/>
          </ac:spMkLst>
        </pc:spChg>
        <pc:spChg chg="mod">
          <ac:chgData name="Mathilde Annette Nicole Roulleau" userId="4ab294c6-1984-4b16-bc43-8e77deede0e4" providerId="ADAL" clId="{79810BCC-BAA2-4D46-8788-90936CCE2327}" dt="2026-02-11T16:45:53.829" v="4859" actId="20577"/>
          <ac:spMkLst>
            <pc:docMk/>
            <pc:sldMk cId="4221183311" sldId="284"/>
            <ac:spMk id="10" creationId="{B0149B61-A94D-93BB-4E3C-C049B788EBD5}"/>
          </ac:spMkLst>
        </pc:spChg>
        <pc:spChg chg="add mod">
          <ac:chgData name="Mathilde Annette Nicole Roulleau" userId="4ab294c6-1984-4b16-bc43-8e77deede0e4" providerId="ADAL" clId="{79810BCC-BAA2-4D46-8788-90936CCE2327}" dt="2026-02-23T20:43:27.918" v="8960" actId="790"/>
          <ac:spMkLst>
            <pc:docMk/>
            <pc:sldMk cId="4221183311" sldId="284"/>
            <ac:spMk id="13" creationId="{E97144D5-9527-3D19-CCEC-569314E46D5B}"/>
          </ac:spMkLst>
        </pc:spChg>
        <pc:spChg chg="add mod">
          <ac:chgData name="Mathilde Annette Nicole Roulleau" userId="4ab294c6-1984-4b16-bc43-8e77deede0e4" providerId="ADAL" clId="{79810BCC-BAA2-4D46-8788-90936CCE2327}" dt="2026-02-11T16:13:07.682" v="4584" actId="1076"/>
          <ac:spMkLst>
            <pc:docMk/>
            <pc:sldMk cId="4221183311" sldId="284"/>
            <ac:spMk id="16" creationId="{94F43B0B-E786-3FC6-16AC-9846C63E7EC6}"/>
          </ac:spMkLst>
        </pc:spChg>
        <pc:spChg chg="add mod">
          <ac:chgData name="Mathilde Annette Nicole Roulleau" userId="4ab294c6-1984-4b16-bc43-8e77deede0e4" providerId="ADAL" clId="{79810BCC-BAA2-4D46-8788-90936CCE2327}" dt="2026-02-11T16:13:16.002" v="4586" actId="1076"/>
          <ac:spMkLst>
            <pc:docMk/>
            <pc:sldMk cId="4221183311" sldId="284"/>
            <ac:spMk id="17" creationId="{C4486ACE-3EB8-A644-3DD4-4CD19133E27E}"/>
          </ac:spMkLst>
        </pc:spChg>
        <pc:spChg chg="add mod">
          <ac:chgData name="Mathilde Annette Nicole Roulleau" userId="4ab294c6-1984-4b16-bc43-8e77deede0e4" providerId="ADAL" clId="{79810BCC-BAA2-4D46-8788-90936CCE2327}" dt="2026-02-23T20:43:27.918" v="8960" actId="790"/>
          <ac:spMkLst>
            <pc:docMk/>
            <pc:sldMk cId="4221183311" sldId="284"/>
            <ac:spMk id="18" creationId="{062BB6E2-15E2-262B-CAEA-14F6A68AC771}"/>
          </ac:spMkLst>
        </pc:spChg>
        <pc:spChg chg="add mod">
          <ac:chgData name="Mathilde Annette Nicole Roulleau" userId="4ab294c6-1984-4b16-bc43-8e77deede0e4" providerId="ADAL" clId="{79810BCC-BAA2-4D46-8788-90936CCE2327}" dt="2026-02-11T16:13:29.234" v="4590" actId="1076"/>
          <ac:spMkLst>
            <pc:docMk/>
            <pc:sldMk cId="4221183311" sldId="284"/>
            <ac:spMk id="19" creationId="{1F35C8CC-52C9-B568-C464-E03689BD86BD}"/>
          </ac:spMkLst>
        </pc:spChg>
        <pc:spChg chg="add mod">
          <ac:chgData name="Mathilde Annette Nicole Roulleau" userId="4ab294c6-1984-4b16-bc43-8e77deede0e4" providerId="ADAL" clId="{79810BCC-BAA2-4D46-8788-90936CCE2327}" dt="2026-02-23T20:43:27.918" v="8960" actId="790"/>
          <ac:spMkLst>
            <pc:docMk/>
            <pc:sldMk cId="4221183311" sldId="284"/>
            <ac:spMk id="20" creationId="{ED7C2195-9D74-7FD8-BF5C-5D519404B59B}"/>
          </ac:spMkLst>
        </pc:spChg>
        <pc:spChg chg="add mod">
          <ac:chgData name="Mathilde Annette Nicole Roulleau" userId="4ab294c6-1984-4b16-bc43-8e77deede0e4" providerId="ADAL" clId="{79810BCC-BAA2-4D46-8788-90936CCE2327}" dt="2026-02-23T20:43:27.918" v="8960" actId="790"/>
          <ac:spMkLst>
            <pc:docMk/>
            <pc:sldMk cId="4221183311" sldId="284"/>
            <ac:spMk id="21" creationId="{27E93168-22BE-E9D8-0F7E-60723D488995}"/>
          </ac:spMkLst>
        </pc:spChg>
        <pc:spChg chg="add mod">
          <ac:chgData name="Mathilde Annette Nicole Roulleau" userId="4ab294c6-1984-4b16-bc43-8e77deede0e4" providerId="ADAL" clId="{79810BCC-BAA2-4D46-8788-90936CCE2327}" dt="2026-02-11T16:14:19.602" v="4596" actId="1076"/>
          <ac:spMkLst>
            <pc:docMk/>
            <pc:sldMk cId="4221183311" sldId="284"/>
            <ac:spMk id="22" creationId="{9D97C65B-4098-AECD-43F4-DC069E66107E}"/>
          </ac:spMkLst>
        </pc:spChg>
        <pc:spChg chg="add mod">
          <ac:chgData name="Mathilde Annette Nicole Roulleau" userId="4ab294c6-1984-4b16-bc43-8e77deede0e4" providerId="ADAL" clId="{79810BCC-BAA2-4D46-8788-90936CCE2327}" dt="2026-02-11T16:14:36.300" v="4598" actId="1076"/>
          <ac:spMkLst>
            <pc:docMk/>
            <pc:sldMk cId="4221183311" sldId="284"/>
            <ac:spMk id="23" creationId="{3F18BE90-4E85-830F-3C4A-C31508E9A4CE}"/>
          </ac:spMkLst>
        </pc:spChg>
        <pc:spChg chg="add mod">
          <ac:chgData name="Mathilde Annette Nicole Roulleau" userId="4ab294c6-1984-4b16-bc43-8e77deede0e4" providerId="ADAL" clId="{79810BCC-BAA2-4D46-8788-90936CCE2327}" dt="2026-02-23T20:43:27.918" v="8960" actId="790"/>
          <ac:spMkLst>
            <pc:docMk/>
            <pc:sldMk cId="4221183311" sldId="284"/>
            <ac:spMk id="24" creationId="{9FE10722-077E-4FF6-014E-852668F2E7ED}"/>
          </ac:spMkLst>
        </pc:spChg>
        <pc:spChg chg="add mod">
          <ac:chgData name="Mathilde Annette Nicole Roulleau" userId="4ab294c6-1984-4b16-bc43-8e77deede0e4" providerId="ADAL" clId="{79810BCC-BAA2-4D46-8788-90936CCE2327}" dt="2026-02-11T16:15:09.456" v="4605" actId="1076"/>
          <ac:spMkLst>
            <pc:docMk/>
            <pc:sldMk cId="4221183311" sldId="284"/>
            <ac:spMk id="25" creationId="{0144A71A-A559-8D55-C7C1-238E5E76132A}"/>
          </ac:spMkLst>
        </pc:spChg>
        <pc:spChg chg="add mod">
          <ac:chgData name="Mathilde Annette Nicole Roulleau" userId="4ab294c6-1984-4b16-bc43-8e77deede0e4" providerId="ADAL" clId="{79810BCC-BAA2-4D46-8788-90936CCE2327}" dt="2026-02-23T20:43:27.918" v="8960" actId="790"/>
          <ac:spMkLst>
            <pc:docMk/>
            <pc:sldMk cId="4221183311" sldId="284"/>
            <ac:spMk id="26" creationId="{0ACE12A0-54D2-FDEF-53A3-682C701B3CAA}"/>
          </ac:spMkLst>
        </pc:spChg>
        <pc:spChg chg="add mod">
          <ac:chgData name="Mathilde Annette Nicole Roulleau" userId="4ab294c6-1984-4b16-bc43-8e77deede0e4" providerId="ADAL" clId="{79810BCC-BAA2-4D46-8788-90936CCE2327}" dt="2026-02-11T16:15:17.760" v="4607" actId="1076"/>
          <ac:spMkLst>
            <pc:docMk/>
            <pc:sldMk cId="4221183311" sldId="284"/>
            <ac:spMk id="27" creationId="{7AB5DDFF-72FF-00A7-7A76-0E771D1C0904}"/>
          </ac:spMkLst>
        </pc:spChg>
        <pc:spChg chg="add mod">
          <ac:chgData name="Mathilde Annette Nicole Roulleau" userId="4ab294c6-1984-4b16-bc43-8e77deede0e4" providerId="ADAL" clId="{79810BCC-BAA2-4D46-8788-90936CCE2327}" dt="2026-02-23T20:43:27.918" v="8960" actId="790"/>
          <ac:spMkLst>
            <pc:docMk/>
            <pc:sldMk cId="4221183311" sldId="284"/>
            <ac:spMk id="28" creationId="{EF82AE61-AE74-EA5D-FD1F-9C284088A7B2}"/>
          </ac:spMkLst>
        </pc:spChg>
        <pc:spChg chg="add mod">
          <ac:chgData name="Mathilde Annette Nicole Roulleau" userId="4ab294c6-1984-4b16-bc43-8e77deede0e4" providerId="ADAL" clId="{79810BCC-BAA2-4D46-8788-90936CCE2327}" dt="2026-02-11T16:30:14.811" v="4739" actId="14100"/>
          <ac:spMkLst>
            <pc:docMk/>
            <pc:sldMk cId="4221183311" sldId="284"/>
            <ac:spMk id="29" creationId="{79D2D164-5611-40C0-A9F1-39BC9F3B76C7}"/>
          </ac:spMkLst>
        </pc:spChg>
        <pc:spChg chg="add mod">
          <ac:chgData name="Mathilde Annette Nicole Roulleau" userId="4ab294c6-1984-4b16-bc43-8e77deede0e4" providerId="ADAL" clId="{79810BCC-BAA2-4D46-8788-90936CCE2327}" dt="2026-02-11T17:10:52.724" v="4954" actId="1036"/>
          <ac:spMkLst>
            <pc:docMk/>
            <pc:sldMk cId="4221183311" sldId="284"/>
            <ac:spMk id="30" creationId="{32D3A43F-0171-A625-15C4-104BF09C0E4A}"/>
          </ac:spMkLst>
        </pc:spChg>
      </pc:sldChg>
      <pc:sldChg chg="addSp delSp modSp add mod modShow modNotesTx">
        <pc:chgData name="Mathilde Annette Nicole Roulleau" userId="4ab294c6-1984-4b16-bc43-8e77deede0e4" providerId="ADAL" clId="{79810BCC-BAA2-4D46-8788-90936CCE2327}" dt="2026-02-23T20:43:27.918" v="8960" actId="790"/>
        <pc:sldMkLst>
          <pc:docMk/>
          <pc:sldMk cId="3943989302" sldId="285"/>
        </pc:sldMkLst>
        <pc:spChg chg="mod">
          <ac:chgData name="Mathilde Annette Nicole Roulleau" userId="4ab294c6-1984-4b16-bc43-8e77deede0e4" providerId="ADAL" clId="{79810BCC-BAA2-4D46-8788-90936CCE2327}" dt="2026-02-23T20:43:27.918" v="8960" actId="790"/>
          <ac:spMkLst>
            <pc:docMk/>
            <pc:sldMk cId="3943989302" sldId="285"/>
            <ac:spMk id="2" creationId="{F932BC02-AF24-1176-F039-D03DC91348FF}"/>
          </ac:spMkLst>
        </pc:spChg>
        <pc:spChg chg="add mod">
          <ac:chgData name="Mathilde Annette Nicole Roulleau" userId="4ab294c6-1984-4b16-bc43-8e77deede0e4" providerId="ADAL" clId="{79810BCC-BAA2-4D46-8788-90936CCE2327}" dt="2026-02-23T20:43:27.918" v="8960" actId="790"/>
          <ac:spMkLst>
            <pc:docMk/>
            <pc:sldMk cId="3943989302" sldId="285"/>
            <ac:spMk id="3" creationId="{956B4D9A-9A1F-C11E-E55A-8993491EB7FC}"/>
          </ac:spMkLst>
        </pc:spChg>
        <pc:spChg chg="mod">
          <ac:chgData name="Mathilde Annette Nicole Roulleau" userId="4ab294c6-1984-4b16-bc43-8e77deede0e4" providerId="ADAL" clId="{79810BCC-BAA2-4D46-8788-90936CCE2327}" dt="2026-02-23T20:43:27.918" v="8960" actId="790"/>
          <ac:spMkLst>
            <pc:docMk/>
            <pc:sldMk cId="3943989302" sldId="285"/>
            <ac:spMk id="4" creationId="{F67B08F8-F273-0923-2CEF-1B0718D0EA4D}"/>
          </ac:spMkLst>
        </pc:spChg>
        <pc:spChg chg="add mod">
          <ac:chgData name="Mathilde Annette Nicole Roulleau" userId="4ab294c6-1984-4b16-bc43-8e77deede0e4" providerId="ADAL" clId="{79810BCC-BAA2-4D46-8788-90936CCE2327}" dt="2026-02-23T20:43:27.918" v="8960" actId="790"/>
          <ac:spMkLst>
            <pc:docMk/>
            <pc:sldMk cId="3943989302" sldId="285"/>
            <ac:spMk id="7" creationId="{E1475F3D-0432-6EFF-7F8D-50E15B2FE06D}"/>
          </ac:spMkLst>
        </pc:spChg>
        <pc:spChg chg="mod">
          <ac:chgData name="Mathilde Annette Nicole Roulleau" userId="4ab294c6-1984-4b16-bc43-8e77deede0e4" providerId="ADAL" clId="{79810BCC-BAA2-4D46-8788-90936CCE2327}" dt="2026-02-23T20:43:27.918" v="8960" actId="790"/>
          <ac:spMkLst>
            <pc:docMk/>
            <pc:sldMk cId="3943989302" sldId="285"/>
            <ac:spMk id="8" creationId="{49AD188D-C911-CBBE-8CEA-C1EB223D5784}"/>
          </ac:spMkLst>
        </pc:spChg>
        <pc:spChg chg="mod">
          <ac:chgData name="Mathilde Annette Nicole Roulleau" userId="4ab294c6-1984-4b16-bc43-8e77deede0e4" providerId="ADAL" clId="{79810BCC-BAA2-4D46-8788-90936CCE2327}" dt="2026-02-23T20:43:27.918" v="8960" actId="790"/>
          <ac:spMkLst>
            <pc:docMk/>
            <pc:sldMk cId="3943989302" sldId="285"/>
            <ac:spMk id="9" creationId="{FF33C43E-7577-AD08-0D11-EE4485B30537}"/>
          </ac:spMkLst>
        </pc:spChg>
        <pc:spChg chg="mod">
          <ac:chgData name="Mathilde Annette Nicole Roulleau" userId="4ab294c6-1984-4b16-bc43-8e77deede0e4" providerId="ADAL" clId="{79810BCC-BAA2-4D46-8788-90936CCE2327}" dt="2026-02-23T20:43:27.918" v="8960" actId="790"/>
          <ac:spMkLst>
            <pc:docMk/>
            <pc:sldMk cId="3943989302" sldId="285"/>
            <ac:spMk id="10" creationId="{1DB19CDA-C4D0-5AA0-F904-E67E7EC8F307}"/>
          </ac:spMkLst>
        </pc:spChg>
        <pc:spChg chg="mod">
          <ac:chgData name="Mathilde Annette Nicole Roulleau" userId="4ab294c6-1984-4b16-bc43-8e77deede0e4" providerId="ADAL" clId="{79810BCC-BAA2-4D46-8788-90936CCE2327}" dt="2026-02-23T20:43:27.918" v="8960" actId="790"/>
          <ac:spMkLst>
            <pc:docMk/>
            <pc:sldMk cId="3943989302" sldId="285"/>
            <ac:spMk id="12" creationId="{22997DB8-0BC2-7219-40A2-804BFDDC3C15}"/>
          </ac:spMkLst>
        </pc:spChg>
        <pc:spChg chg="mod">
          <ac:chgData name="Mathilde Annette Nicole Roulleau" userId="4ab294c6-1984-4b16-bc43-8e77deede0e4" providerId="ADAL" clId="{79810BCC-BAA2-4D46-8788-90936CCE2327}" dt="2026-02-23T20:43:27.918" v="8960" actId="790"/>
          <ac:spMkLst>
            <pc:docMk/>
            <pc:sldMk cId="3943989302" sldId="285"/>
            <ac:spMk id="15" creationId="{53E91E35-30A4-2411-B6D3-3EA89C1D136A}"/>
          </ac:spMkLst>
        </pc:spChg>
        <pc:spChg chg="mod">
          <ac:chgData name="Mathilde Annette Nicole Roulleau" userId="4ab294c6-1984-4b16-bc43-8e77deede0e4" providerId="ADAL" clId="{79810BCC-BAA2-4D46-8788-90936CCE2327}" dt="2026-02-23T20:43:27.918" v="8960" actId="790"/>
          <ac:spMkLst>
            <pc:docMk/>
            <pc:sldMk cId="3943989302" sldId="285"/>
            <ac:spMk id="16" creationId="{176093A6-B869-6AE5-FCF2-9FE9A2292835}"/>
          </ac:spMkLst>
        </pc:spChg>
      </pc:sldChg>
      <pc:sldChg chg="addSp delSp modSp add mod modNotesTx">
        <pc:chgData name="Mathilde Annette Nicole Roulleau" userId="4ab294c6-1984-4b16-bc43-8e77deede0e4" providerId="ADAL" clId="{79810BCC-BAA2-4D46-8788-90936CCE2327}" dt="2026-02-23T20:43:27.918" v="8960" actId="790"/>
        <pc:sldMkLst>
          <pc:docMk/>
          <pc:sldMk cId="3292262659" sldId="286"/>
        </pc:sldMkLst>
        <pc:spChg chg="mod">
          <ac:chgData name="Mathilde Annette Nicole Roulleau" userId="4ab294c6-1984-4b16-bc43-8e77deede0e4" providerId="ADAL" clId="{79810BCC-BAA2-4D46-8788-90936CCE2327}" dt="2026-02-23T20:43:27.918" v="8960" actId="790"/>
          <ac:spMkLst>
            <pc:docMk/>
            <pc:sldMk cId="3292262659" sldId="286"/>
            <ac:spMk id="2" creationId="{2647795A-A4A6-0EDC-44DE-74EC5C0F90E6}"/>
          </ac:spMkLst>
        </pc:spChg>
        <pc:spChg chg="add mod">
          <ac:chgData name="Mathilde Annette Nicole Roulleau" userId="4ab294c6-1984-4b16-bc43-8e77deede0e4" providerId="ADAL" clId="{79810BCC-BAA2-4D46-8788-90936CCE2327}" dt="2026-02-23T20:43:27.918" v="8960" actId="790"/>
          <ac:spMkLst>
            <pc:docMk/>
            <pc:sldMk cId="3292262659" sldId="286"/>
            <ac:spMk id="3" creationId="{0AAF874A-48C5-0F19-45D1-ED23A61024A6}"/>
          </ac:spMkLst>
        </pc:spChg>
        <pc:spChg chg="mod">
          <ac:chgData name="Mathilde Annette Nicole Roulleau" userId="4ab294c6-1984-4b16-bc43-8e77deede0e4" providerId="ADAL" clId="{79810BCC-BAA2-4D46-8788-90936CCE2327}" dt="2026-02-23T20:43:27.918" v="8960" actId="790"/>
          <ac:spMkLst>
            <pc:docMk/>
            <pc:sldMk cId="3292262659" sldId="286"/>
            <ac:spMk id="4" creationId="{87D6B93F-233C-AA07-501A-752EC5DC569F}"/>
          </ac:spMkLst>
        </pc:spChg>
        <pc:spChg chg="add mod">
          <ac:chgData name="Mathilde Annette Nicole Roulleau" userId="4ab294c6-1984-4b16-bc43-8e77deede0e4" providerId="ADAL" clId="{79810BCC-BAA2-4D46-8788-90936CCE2327}" dt="2026-02-23T20:43:27.918" v="8960" actId="790"/>
          <ac:spMkLst>
            <pc:docMk/>
            <pc:sldMk cId="3292262659" sldId="286"/>
            <ac:spMk id="6" creationId="{4DB871C9-CAEE-BFB7-0C89-B129B4100357}"/>
          </ac:spMkLst>
        </pc:spChg>
        <pc:spChg chg="mod">
          <ac:chgData name="Mathilde Annette Nicole Roulleau" userId="4ab294c6-1984-4b16-bc43-8e77deede0e4" providerId="ADAL" clId="{79810BCC-BAA2-4D46-8788-90936CCE2327}" dt="2026-02-23T20:43:27.918" v="8960" actId="790"/>
          <ac:spMkLst>
            <pc:docMk/>
            <pc:sldMk cId="3292262659" sldId="286"/>
            <ac:spMk id="7" creationId="{31CFF46F-4C5C-BC03-0733-136CADCC946D}"/>
          </ac:spMkLst>
        </pc:spChg>
        <pc:spChg chg="mod">
          <ac:chgData name="Mathilde Annette Nicole Roulleau" userId="4ab294c6-1984-4b16-bc43-8e77deede0e4" providerId="ADAL" clId="{79810BCC-BAA2-4D46-8788-90936CCE2327}" dt="2026-02-23T20:43:27.918" v="8960" actId="790"/>
          <ac:spMkLst>
            <pc:docMk/>
            <pc:sldMk cId="3292262659" sldId="286"/>
            <ac:spMk id="9" creationId="{11D6D947-D994-A3B7-39F8-2677D9A928E8}"/>
          </ac:spMkLst>
        </pc:spChg>
        <pc:spChg chg="mod ord">
          <ac:chgData name="Mathilde Annette Nicole Roulleau" userId="4ab294c6-1984-4b16-bc43-8e77deede0e4" providerId="ADAL" clId="{79810BCC-BAA2-4D46-8788-90936CCE2327}" dt="2026-02-23T20:43:27.918" v="8960" actId="790"/>
          <ac:spMkLst>
            <pc:docMk/>
            <pc:sldMk cId="3292262659" sldId="286"/>
            <ac:spMk id="10" creationId="{C58369AE-FAF2-A087-DF02-DD35422AF68C}"/>
          </ac:spMkLst>
        </pc:spChg>
        <pc:spChg chg="add mod">
          <ac:chgData name="Mathilde Annette Nicole Roulleau" userId="4ab294c6-1984-4b16-bc43-8e77deede0e4" providerId="ADAL" clId="{79810BCC-BAA2-4D46-8788-90936CCE2327}" dt="2026-02-23T20:43:27.918" v="8960" actId="790"/>
          <ac:spMkLst>
            <pc:docMk/>
            <pc:sldMk cId="3292262659" sldId="286"/>
            <ac:spMk id="13" creationId="{6C50A755-FB7B-5FAA-749B-44C7099463A2}"/>
          </ac:spMkLst>
        </pc:spChg>
        <pc:spChg chg="mod">
          <ac:chgData name="Mathilde Annette Nicole Roulleau" userId="4ab294c6-1984-4b16-bc43-8e77deede0e4" providerId="ADAL" clId="{79810BCC-BAA2-4D46-8788-90936CCE2327}" dt="2026-02-23T20:43:27.918" v="8960" actId="790"/>
          <ac:spMkLst>
            <pc:docMk/>
            <pc:sldMk cId="3292262659" sldId="286"/>
            <ac:spMk id="15" creationId="{C5F9FB58-0E38-DD6D-9453-F8D408B0F803}"/>
          </ac:spMkLst>
        </pc:spChg>
        <pc:spChg chg="mod">
          <ac:chgData name="Mathilde Annette Nicole Roulleau" userId="4ab294c6-1984-4b16-bc43-8e77deede0e4" providerId="ADAL" clId="{79810BCC-BAA2-4D46-8788-90936CCE2327}" dt="2026-02-23T20:43:27.918" v="8960" actId="790"/>
          <ac:spMkLst>
            <pc:docMk/>
            <pc:sldMk cId="3292262659" sldId="286"/>
            <ac:spMk id="16" creationId="{345FCADC-4AD3-1807-EC26-0018C94B3C20}"/>
          </ac:spMkLst>
        </pc:spChg>
        <pc:picChg chg="mod">
          <ac:chgData name="Mathilde Annette Nicole Roulleau" userId="4ab294c6-1984-4b16-bc43-8e77deede0e4" providerId="ADAL" clId="{79810BCC-BAA2-4D46-8788-90936CCE2327}" dt="2026-02-11T17:01:04.217" v="4931" actId="1076"/>
          <ac:picMkLst>
            <pc:docMk/>
            <pc:sldMk cId="3292262659" sldId="286"/>
            <ac:picMk id="8" creationId="{3EFB3662-C3C7-FCC8-D94F-8571A16C7B04}"/>
          </ac:picMkLst>
        </pc:picChg>
      </pc:sldChg>
      <pc:sldChg chg="addSp delSp modSp add mod modShow modNotesTx">
        <pc:chgData name="Mathilde Annette Nicole Roulleau" userId="4ab294c6-1984-4b16-bc43-8e77deede0e4" providerId="ADAL" clId="{79810BCC-BAA2-4D46-8788-90936CCE2327}" dt="2026-02-23T20:43:27.918" v="8960" actId="790"/>
        <pc:sldMkLst>
          <pc:docMk/>
          <pc:sldMk cId="2405240897" sldId="287"/>
        </pc:sldMkLst>
        <pc:spChg chg="mod">
          <ac:chgData name="Mathilde Annette Nicole Roulleau" userId="4ab294c6-1984-4b16-bc43-8e77deede0e4" providerId="ADAL" clId="{79810BCC-BAA2-4D46-8788-90936CCE2327}" dt="2026-02-23T20:43:27.918" v="8960" actId="790"/>
          <ac:spMkLst>
            <pc:docMk/>
            <pc:sldMk cId="2405240897" sldId="287"/>
            <ac:spMk id="2" creationId="{74DF3061-5E6B-FE27-72F3-CBB37CEC1C29}"/>
          </ac:spMkLst>
        </pc:spChg>
        <pc:spChg chg="add mod">
          <ac:chgData name="Mathilde Annette Nicole Roulleau" userId="4ab294c6-1984-4b16-bc43-8e77deede0e4" providerId="ADAL" clId="{79810BCC-BAA2-4D46-8788-90936CCE2327}" dt="2026-02-23T20:43:27.918" v="8960" actId="790"/>
          <ac:spMkLst>
            <pc:docMk/>
            <pc:sldMk cId="2405240897" sldId="287"/>
            <ac:spMk id="3" creationId="{5FD51B4D-D594-3E30-DC7F-1D72A2439F41}"/>
          </ac:spMkLst>
        </pc:spChg>
        <pc:spChg chg="mod">
          <ac:chgData name="Mathilde Annette Nicole Roulleau" userId="4ab294c6-1984-4b16-bc43-8e77deede0e4" providerId="ADAL" clId="{79810BCC-BAA2-4D46-8788-90936CCE2327}" dt="2026-02-23T20:43:27.918" v="8960" actId="790"/>
          <ac:spMkLst>
            <pc:docMk/>
            <pc:sldMk cId="2405240897" sldId="287"/>
            <ac:spMk id="4" creationId="{C6702AB5-0C0D-E677-FA6C-4BF97DDAF1A0}"/>
          </ac:spMkLst>
        </pc:spChg>
        <pc:spChg chg="mod">
          <ac:chgData name="Mathilde Annette Nicole Roulleau" userId="4ab294c6-1984-4b16-bc43-8e77deede0e4" providerId="ADAL" clId="{79810BCC-BAA2-4D46-8788-90936CCE2327}" dt="2026-02-23T20:43:27.918" v="8960" actId="790"/>
          <ac:spMkLst>
            <pc:docMk/>
            <pc:sldMk cId="2405240897" sldId="287"/>
            <ac:spMk id="6" creationId="{1065FB4F-A8B1-E31F-CD42-90B4821A34AA}"/>
          </ac:spMkLst>
        </pc:spChg>
        <pc:spChg chg="mod">
          <ac:chgData name="Mathilde Annette Nicole Roulleau" userId="4ab294c6-1984-4b16-bc43-8e77deede0e4" providerId="ADAL" clId="{79810BCC-BAA2-4D46-8788-90936CCE2327}" dt="2026-02-11T16:58:42.351" v="4911" actId="1076"/>
          <ac:spMkLst>
            <pc:docMk/>
            <pc:sldMk cId="2405240897" sldId="287"/>
            <ac:spMk id="7" creationId="{6395695A-7D19-D65A-6FC0-F2ACDB62A968}"/>
          </ac:spMkLst>
        </pc:spChg>
        <pc:spChg chg="mod">
          <ac:chgData name="Mathilde Annette Nicole Roulleau" userId="4ab294c6-1984-4b16-bc43-8e77deede0e4" providerId="ADAL" clId="{79810BCC-BAA2-4D46-8788-90936CCE2327}" dt="2026-02-11T16:59:57.330" v="4919" actId="1076"/>
          <ac:spMkLst>
            <pc:docMk/>
            <pc:sldMk cId="2405240897" sldId="287"/>
            <ac:spMk id="9" creationId="{E5BD65E7-4AC9-0C2B-8353-BFE162A8D56D}"/>
          </ac:spMkLst>
        </pc:spChg>
        <pc:spChg chg="mod ord">
          <ac:chgData name="Mathilde Annette Nicole Roulleau" userId="4ab294c6-1984-4b16-bc43-8e77deede0e4" providerId="ADAL" clId="{79810BCC-BAA2-4D46-8788-90936CCE2327}" dt="2026-02-23T20:43:27.918" v="8960" actId="790"/>
          <ac:spMkLst>
            <pc:docMk/>
            <pc:sldMk cId="2405240897" sldId="287"/>
            <ac:spMk id="10" creationId="{7E2AF897-37E0-EB6F-0F60-F166E05E5AB8}"/>
          </ac:spMkLst>
        </pc:spChg>
        <pc:spChg chg="add mod">
          <ac:chgData name="Mathilde Annette Nicole Roulleau" userId="4ab294c6-1984-4b16-bc43-8e77deede0e4" providerId="ADAL" clId="{79810BCC-BAA2-4D46-8788-90936CCE2327}" dt="2026-02-23T20:43:27.918" v="8960" actId="790"/>
          <ac:spMkLst>
            <pc:docMk/>
            <pc:sldMk cId="2405240897" sldId="287"/>
            <ac:spMk id="11" creationId="{FF4EA03B-75D9-6D66-20AC-9940238CA099}"/>
          </ac:spMkLst>
        </pc:spChg>
        <pc:spChg chg="mod">
          <ac:chgData name="Mathilde Annette Nicole Roulleau" userId="4ab294c6-1984-4b16-bc43-8e77deede0e4" providerId="ADAL" clId="{79810BCC-BAA2-4D46-8788-90936CCE2327}" dt="2026-02-23T20:43:27.918" v="8960" actId="790"/>
          <ac:spMkLst>
            <pc:docMk/>
            <pc:sldMk cId="2405240897" sldId="287"/>
            <ac:spMk id="12" creationId="{EC810997-FC1A-B27C-F0E0-6F4D57278995}"/>
          </ac:spMkLst>
        </pc:spChg>
        <pc:spChg chg="add mod">
          <ac:chgData name="Mathilde Annette Nicole Roulleau" userId="4ab294c6-1984-4b16-bc43-8e77deede0e4" providerId="ADAL" clId="{79810BCC-BAA2-4D46-8788-90936CCE2327}" dt="2026-02-23T20:43:27.918" v="8960" actId="790"/>
          <ac:spMkLst>
            <pc:docMk/>
            <pc:sldMk cId="2405240897" sldId="287"/>
            <ac:spMk id="13" creationId="{8519E8C0-23D7-0AD4-44DB-CE692076DDBE}"/>
          </ac:spMkLst>
        </pc:spChg>
        <pc:spChg chg="mod">
          <ac:chgData name="Mathilde Annette Nicole Roulleau" userId="4ab294c6-1984-4b16-bc43-8e77deede0e4" providerId="ADAL" clId="{79810BCC-BAA2-4D46-8788-90936CCE2327}" dt="2026-02-11T16:59:46.843" v="4918" actId="1076"/>
          <ac:spMkLst>
            <pc:docMk/>
            <pc:sldMk cId="2405240897" sldId="287"/>
            <ac:spMk id="15" creationId="{A5AF485B-5DD0-8307-5BCD-871B418FCF1E}"/>
          </ac:spMkLst>
        </pc:spChg>
        <pc:spChg chg="mod">
          <ac:chgData name="Mathilde Annette Nicole Roulleau" userId="4ab294c6-1984-4b16-bc43-8e77deede0e4" providerId="ADAL" clId="{79810BCC-BAA2-4D46-8788-90936CCE2327}" dt="2026-02-11T17:00:18.864" v="4922" actId="14100"/>
          <ac:spMkLst>
            <pc:docMk/>
            <pc:sldMk cId="2405240897" sldId="287"/>
            <ac:spMk id="17" creationId="{5371C4AB-F3AD-EBAE-7D97-F3D429DF84B6}"/>
          </ac:spMkLst>
        </pc:spChg>
        <pc:spChg chg="add mod">
          <ac:chgData name="Mathilde Annette Nicole Roulleau" userId="4ab294c6-1984-4b16-bc43-8e77deede0e4" providerId="ADAL" clId="{79810BCC-BAA2-4D46-8788-90936CCE2327}" dt="2026-02-23T20:43:27.918" v="8960" actId="790"/>
          <ac:spMkLst>
            <pc:docMk/>
            <pc:sldMk cId="2405240897" sldId="287"/>
            <ac:spMk id="18" creationId="{F80F24B9-8786-EAE1-5E00-252A0C12C5A4}"/>
          </ac:spMkLst>
        </pc:spChg>
        <pc:spChg chg="add mod">
          <ac:chgData name="Mathilde Annette Nicole Roulleau" userId="4ab294c6-1984-4b16-bc43-8e77deede0e4" providerId="ADAL" clId="{79810BCC-BAA2-4D46-8788-90936CCE2327}" dt="2026-02-23T20:43:27.918" v="8960" actId="790"/>
          <ac:spMkLst>
            <pc:docMk/>
            <pc:sldMk cId="2405240897" sldId="287"/>
            <ac:spMk id="19" creationId="{E879D825-ED01-B04C-DB1C-3711878EE2B7}"/>
          </ac:spMkLst>
        </pc:spChg>
      </pc:sldChg>
      <pc:sldChg chg="addSp delSp modSp add mod modNotesTx">
        <pc:chgData name="Mathilde Annette Nicole Roulleau" userId="4ab294c6-1984-4b16-bc43-8e77deede0e4" providerId="ADAL" clId="{79810BCC-BAA2-4D46-8788-90936CCE2327}" dt="2026-02-23T20:43:27.918" v="8960" actId="790"/>
        <pc:sldMkLst>
          <pc:docMk/>
          <pc:sldMk cId="3891851261" sldId="288"/>
        </pc:sldMkLst>
        <pc:spChg chg="add mod">
          <ac:chgData name="Mathilde Annette Nicole Roulleau" userId="4ab294c6-1984-4b16-bc43-8e77deede0e4" providerId="ADAL" clId="{79810BCC-BAA2-4D46-8788-90936CCE2327}" dt="2026-02-23T20:43:27.918" v="8960" actId="790"/>
          <ac:spMkLst>
            <pc:docMk/>
            <pc:sldMk cId="3891851261" sldId="288"/>
            <ac:spMk id="2" creationId="{686B90F0-4C63-BD5A-513A-1B70971EE6A9}"/>
          </ac:spMkLst>
        </pc:spChg>
        <pc:spChg chg="add mod">
          <ac:chgData name="Mathilde Annette Nicole Roulleau" userId="4ab294c6-1984-4b16-bc43-8e77deede0e4" providerId="ADAL" clId="{79810BCC-BAA2-4D46-8788-90936CCE2327}" dt="2026-02-18T17:51:35.033" v="6851" actId="1076"/>
          <ac:spMkLst>
            <pc:docMk/>
            <pc:sldMk cId="3891851261" sldId="288"/>
            <ac:spMk id="3" creationId="{0FE25EC8-606B-C5FB-BDD5-3BC3C89680FE}"/>
          </ac:spMkLst>
        </pc:spChg>
        <pc:spChg chg="mod ord">
          <ac:chgData name="Mathilde Annette Nicole Roulleau" userId="4ab294c6-1984-4b16-bc43-8e77deede0e4" providerId="ADAL" clId="{79810BCC-BAA2-4D46-8788-90936CCE2327}" dt="2026-02-23T20:43:27.918" v="8960" actId="790"/>
          <ac:spMkLst>
            <pc:docMk/>
            <pc:sldMk cId="3891851261" sldId="288"/>
            <ac:spMk id="10" creationId="{05DA4102-53DB-AF8C-9D62-A5E7963FCBFA}"/>
          </ac:spMkLst>
        </pc:spChg>
        <pc:spChg chg="add mod">
          <ac:chgData name="Mathilde Annette Nicole Roulleau" userId="4ab294c6-1984-4b16-bc43-8e77deede0e4" providerId="ADAL" clId="{79810BCC-BAA2-4D46-8788-90936CCE2327}" dt="2026-02-11T17:42:48.869" v="4990" actId="1076"/>
          <ac:spMkLst>
            <pc:docMk/>
            <pc:sldMk cId="3891851261" sldId="288"/>
            <ac:spMk id="13" creationId="{B8124554-0DE4-BDAD-BB8D-EE98B9BD23A6}"/>
          </ac:spMkLst>
        </pc:spChg>
        <pc:spChg chg="add mod">
          <ac:chgData name="Mathilde Annette Nicole Roulleau" userId="4ab294c6-1984-4b16-bc43-8e77deede0e4" providerId="ADAL" clId="{79810BCC-BAA2-4D46-8788-90936CCE2327}" dt="2026-02-23T20:43:27.918" v="8960" actId="790"/>
          <ac:spMkLst>
            <pc:docMk/>
            <pc:sldMk cId="3891851261" sldId="288"/>
            <ac:spMk id="32" creationId="{AD37A320-4B50-1704-8FFA-C1E02E9837D8}"/>
          </ac:spMkLst>
        </pc:spChg>
        <pc:spChg chg="add mod">
          <ac:chgData name="Mathilde Annette Nicole Roulleau" userId="4ab294c6-1984-4b16-bc43-8e77deede0e4" providerId="ADAL" clId="{79810BCC-BAA2-4D46-8788-90936CCE2327}" dt="2026-02-23T20:43:27.918" v="8960" actId="790"/>
          <ac:spMkLst>
            <pc:docMk/>
            <pc:sldMk cId="3891851261" sldId="288"/>
            <ac:spMk id="33" creationId="{FD292513-CBE1-D169-7908-0DFE2FE9DB15}"/>
          </ac:spMkLst>
        </pc:spChg>
        <pc:spChg chg="mod">
          <ac:chgData name="Mathilde Annette Nicole Roulleau" userId="4ab294c6-1984-4b16-bc43-8e77deede0e4" providerId="ADAL" clId="{79810BCC-BAA2-4D46-8788-90936CCE2327}" dt="2026-02-11T17:42:37.851" v="4988"/>
          <ac:spMkLst>
            <pc:docMk/>
            <pc:sldMk cId="3891851261" sldId="288"/>
            <ac:spMk id="45" creationId="{26AD10CB-F71C-2E44-8D97-64434A1BC991}"/>
          </ac:spMkLst>
        </pc:spChg>
        <pc:spChg chg="mod">
          <ac:chgData name="Mathilde Annette Nicole Roulleau" userId="4ab294c6-1984-4b16-bc43-8e77deede0e4" providerId="ADAL" clId="{79810BCC-BAA2-4D46-8788-90936CCE2327}" dt="2026-02-23T20:43:27.918" v="8960" actId="790"/>
          <ac:spMkLst>
            <pc:docMk/>
            <pc:sldMk cId="3891851261" sldId="288"/>
            <ac:spMk id="58" creationId="{76FF95BE-505D-072F-EC70-25DA86CFF1A4}"/>
          </ac:spMkLst>
        </pc:spChg>
        <pc:spChg chg="add mod">
          <ac:chgData name="Mathilde Annette Nicole Roulleau" userId="4ab294c6-1984-4b16-bc43-8e77deede0e4" providerId="ADAL" clId="{79810BCC-BAA2-4D46-8788-90936CCE2327}" dt="2026-02-11T17:43:15.452" v="4996" actId="1076"/>
          <ac:spMkLst>
            <pc:docMk/>
            <pc:sldMk cId="3891851261" sldId="288"/>
            <ac:spMk id="59" creationId="{A83E101D-187D-F91B-63F2-0A6CFEAB6EF1}"/>
          </ac:spMkLst>
        </pc:spChg>
        <pc:spChg chg="add mod">
          <ac:chgData name="Mathilde Annette Nicole Roulleau" userId="4ab294c6-1984-4b16-bc43-8e77deede0e4" providerId="ADAL" clId="{79810BCC-BAA2-4D46-8788-90936CCE2327}" dt="2026-02-11T17:43:19.865" v="4998" actId="1076"/>
          <ac:spMkLst>
            <pc:docMk/>
            <pc:sldMk cId="3891851261" sldId="288"/>
            <ac:spMk id="60" creationId="{F029D37A-0A22-41D8-81FF-E9492000CAB2}"/>
          </ac:spMkLst>
        </pc:spChg>
        <pc:spChg chg="add mod">
          <ac:chgData name="Mathilde Annette Nicole Roulleau" userId="4ab294c6-1984-4b16-bc43-8e77deede0e4" providerId="ADAL" clId="{79810BCC-BAA2-4D46-8788-90936CCE2327}" dt="2026-02-11T17:43:29.083" v="5000" actId="1076"/>
          <ac:spMkLst>
            <pc:docMk/>
            <pc:sldMk cId="3891851261" sldId="288"/>
            <ac:spMk id="61" creationId="{CE474D37-3A2F-33A2-1954-40160CBA84F4}"/>
          </ac:spMkLst>
        </pc:spChg>
        <pc:spChg chg="add mod">
          <ac:chgData name="Mathilde Annette Nicole Roulleau" userId="4ab294c6-1984-4b16-bc43-8e77deede0e4" providerId="ADAL" clId="{79810BCC-BAA2-4D46-8788-90936CCE2327}" dt="2026-02-11T17:43:32.554" v="5002" actId="1076"/>
          <ac:spMkLst>
            <pc:docMk/>
            <pc:sldMk cId="3891851261" sldId="288"/>
            <ac:spMk id="62" creationId="{E312188C-15F6-4A6F-91F2-F0EE09D32D00}"/>
          </ac:spMkLst>
        </pc:spChg>
        <pc:spChg chg="add mod">
          <ac:chgData name="Mathilde Annette Nicole Roulleau" userId="4ab294c6-1984-4b16-bc43-8e77deede0e4" providerId="ADAL" clId="{79810BCC-BAA2-4D46-8788-90936CCE2327}" dt="2026-02-23T20:43:27.918" v="8960" actId="790"/>
          <ac:spMkLst>
            <pc:docMk/>
            <pc:sldMk cId="3891851261" sldId="288"/>
            <ac:spMk id="63" creationId="{48A79EB9-2EB4-3E2E-2B1F-77B722014952}"/>
          </ac:spMkLst>
        </pc:spChg>
        <pc:spChg chg="add mod">
          <ac:chgData name="Mathilde Annette Nicole Roulleau" userId="4ab294c6-1984-4b16-bc43-8e77deede0e4" providerId="ADAL" clId="{79810BCC-BAA2-4D46-8788-90936CCE2327}" dt="2026-02-11T17:43:46.314" v="5006" actId="1076"/>
          <ac:spMkLst>
            <pc:docMk/>
            <pc:sldMk cId="3891851261" sldId="288"/>
            <ac:spMk id="1024" creationId="{FEBC20FF-0ABD-2DE9-F1DA-E5576B1C7833}"/>
          </ac:spMkLst>
        </pc:spChg>
        <pc:spChg chg="add mod">
          <ac:chgData name="Mathilde Annette Nicole Roulleau" userId="4ab294c6-1984-4b16-bc43-8e77deede0e4" providerId="ADAL" clId="{79810BCC-BAA2-4D46-8788-90936CCE2327}" dt="2026-02-11T17:43:55.859" v="5009" actId="1076"/>
          <ac:spMkLst>
            <pc:docMk/>
            <pc:sldMk cId="3891851261" sldId="288"/>
            <ac:spMk id="1025" creationId="{33B82C46-E5C2-0306-8F50-666823A44419}"/>
          </ac:spMkLst>
        </pc:spChg>
        <pc:spChg chg="add mod">
          <ac:chgData name="Mathilde Annette Nicole Roulleau" userId="4ab294c6-1984-4b16-bc43-8e77deede0e4" providerId="ADAL" clId="{79810BCC-BAA2-4D46-8788-90936CCE2327}" dt="2026-02-11T17:44:27.266" v="5012" actId="1076"/>
          <ac:spMkLst>
            <pc:docMk/>
            <pc:sldMk cId="3891851261" sldId="288"/>
            <ac:spMk id="1027" creationId="{1FF5E0EF-EDBE-EDDD-420C-0ABFA8A486F7}"/>
          </ac:spMkLst>
        </pc:spChg>
        <pc:spChg chg="add mod">
          <ac:chgData name="Mathilde Annette Nicole Roulleau" userId="4ab294c6-1984-4b16-bc43-8e77deede0e4" providerId="ADAL" clId="{79810BCC-BAA2-4D46-8788-90936CCE2327}" dt="2026-02-11T17:44:31.322" v="5014" actId="1076"/>
          <ac:spMkLst>
            <pc:docMk/>
            <pc:sldMk cId="3891851261" sldId="288"/>
            <ac:spMk id="1028" creationId="{3243525D-70F4-0C0F-3FBA-E1BACF20E650}"/>
          </ac:spMkLst>
        </pc:spChg>
        <pc:spChg chg="add mod">
          <ac:chgData name="Mathilde Annette Nicole Roulleau" userId="4ab294c6-1984-4b16-bc43-8e77deede0e4" providerId="ADAL" clId="{79810BCC-BAA2-4D46-8788-90936CCE2327}" dt="2026-02-23T20:43:27.918" v="8960" actId="790"/>
          <ac:spMkLst>
            <pc:docMk/>
            <pc:sldMk cId="3891851261" sldId="288"/>
            <ac:spMk id="1029" creationId="{24523587-39A2-ED75-D44F-30CFDA40CE14}"/>
          </ac:spMkLst>
        </pc:spChg>
        <pc:spChg chg="add mod">
          <ac:chgData name="Mathilde Annette Nicole Roulleau" userId="4ab294c6-1984-4b16-bc43-8e77deede0e4" providerId="ADAL" clId="{79810BCC-BAA2-4D46-8788-90936CCE2327}" dt="2026-02-11T17:45:41.370" v="5024" actId="1076"/>
          <ac:spMkLst>
            <pc:docMk/>
            <pc:sldMk cId="3891851261" sldId="288"/>
            <ac:spMk id="1030" creationId="{BE3EB3A0-5F51-8CF4-A61B-B5122EBED602}"/>
          </ac:spMkLst>
        </pc:spChg>
        <pc:spChg chg="add mod">
          <ac:chgData name="Mathilde Annette Nicole Roulleau" userId="4ab294c6-1984-4b16-bc43-8e77deede0e4" providerId="ADAL" clId="{79810BCC-BAA2-4D46-8788-90936CCE2327}" dt="2026-02-11T17:45:03.114" v="5021" actId="1076"/>
          <ac:spMkLst>
            <pc:docMk/>
            <pc:sldMk cId="3891851261" sldId="288"/>
            <ac:spMk id="1031" creationId="{B2FCCD33-68A7-9077-2F9C-EFFF8AC3AE35}"/>
          </ac:spMkLst>
        </pc:spChg>
        <pc:spChg chg="add mod">
          <ac:chgData name="Mathilde Annette Nicole Roulleau" userId="4ab294c6-1984-4b16-bc43-8e77deede0e4" providerId="ADAL" clId="{79810BCC-BAA2-4D46-8788-90936CCE2327}" dt="2026-02-23T20:43:27.918" v="8960" actId="790"/>
          <ac:spMkLst>
            <pc:docMk/>
            <pc:sldMk cId="3891851261" sldId="288"/>
            <ac:spMk id="1032" creationId="{3C879049-1279-4130-54B8-F9E8ABB58CBA}"/>
          </ac:spMkLst>
        </pc:spChg>
        <pc:spChg chg="add mod">
          <ac:chgData name="Mathilde Annette Nicole Roulleau" userId="4ab294c6-1984-4b16-bc43-8e77deede0e4" providerId="ADAL" clId="{79810BCC-BAA2-4D46-8788-90936CCE2327}" dt="2026-02-23T20:43:27.918" v="8960" actId="790"/>
          <ac:spMkLst>
            <pc:docMk/>
            <pc:sldMk cId="3891851261" sldId="288"/>
            <ac:spMk id="1033" creationId="{F77F5406-9A53-5DD2-CD41-B45186A70EFA}"/>
          </ac:spMkLst>
        </pc:spChg>
        <pc:spChg chg="add mod">
          <ac:chgData name="Mathilde Annette Nicole Roulleau" userId="4ab294c6-1984-4b16-bc43-8e77deede0e4" providerId="ADAL" clId="{79810BCC-BAA2-4D46-8788-90936CCE2327}" dt="2026-02-11T17:45:50.916" v="5028" actId="1076"/>
          <ac:spMkLst>
            <pc:docMk/>
            <pc:sldMk cId="3891851261" sldId="288"/>
            <ac:spMk id="1034" creationId="{399EEB39-0793-FA4D-FD44-9481E6BAC61E}"/>
          </ac:spMkLst>
        </pc:spChg>
        <pc:spChg chg="add mod">
          <ac:chgData name="Mathilde Annette Nicole Roulleau" userId="4ab294c6-1984-4b16-bc43-8e77deede0e4" providerId="ADAL" clId="{79810BCC-BAA2-4D46-8788-90936CCE2327}" dt="2026-02-11T17:45:57.892" v="5030" actId="1076"/>
          <ac:spMkLst>
            <pc:docMk/>
            <pc:sldMk cId="3891851261" sldId="288"/>
            <ac:spMk id="1035" creationId="{F91BF946-0FE8-3ED1-BB64-C81824519805}"/>
          </ac:spMkLst>
        </pc:spChg>
        <pc:spChg chg="add mod">
          <ac:chgData name="Mathilde Annette Nicole Roulleau" userId="4ab294c6-1984-4b16-bc43-8e77deede0e4" providerId="ADAL" clId="{79810BCC-BAA2-4D46-8788-90936CCE2327}" dt="2026-02-11T17:46:11.156" v="5032" actId="1076"/>
          <ac:spMkLst>
            <pc:docMk/>
            <pc:sldMk cId="3891851261" sldId="288"/>
            <ac:spMk id="1036" creationId="{1535282E-B593-995D-9A05-FF6C277A03A6}"/>
          </ac:spMkLst>
        </pc:spChg>
        <pc:spChg chg="add mod">
          <ac:chgData name="Mathilde Annette Nicole Roulleau" userId="4ab294c6-1984-4b16-bc43-8e77deede0e4" providerId="ADAL" clId="{79810BCC-BAA2-4D46-8788-90936CCE2327}" dt="2026-02-11T17:46:15.171" v="5034" actId="1076"/>
          <ac:spMkLst>
            <pc:docMk/>
            <pc:sldMk cId="3891851261" sldId="288"/>
            <ac:spMk id="1037" creationId="{6E409178-2B50-3886-8988-1B856CE102E8}"/>
          </ac:spMkLst>
        </pc:spChg>
        <pc:spChg chg="add mod">
          <ac:chgData name="Mathilde Annette Nicole Roulleau" userId="4ab294c6-1984-4b16-bc43-8e77deede0e4" providerId="ADAL" clId="{79810BCC-BAA2-4D46-8788-90936CCE2327}" dt="2026-02-23T20:43:27.918" v="8960" actId="790"/>
          <ac:spMkLst>
            <pc:docMk/>
            <pc:sldMk cId="3891851261" sldId="288"/>
            <ac:spMk id="1038" creationId="{E99088CC-19B9-9463-CE42-BE8B5611F2EF}"/>
          </ac:spMkLst>
        </pc:spChg>
      </pc:sldChg>
      <pc:sldChg chg="addSp delSp modSp add mod setBg modAnim modNotesTx">
        <pc:chgData name="Mathilde Annette Nicole Roulleau" userId="4ab294c6-1984-4b16-bc43-8e77deede0e4" providerId="ADAL" clId="{79810BCC-BAA2-4D46-8788-90936CCE2327}" dt="2026-02-23T20:43:27.918" v="8960" actId="790"/>
        <pc:sldMkLst>
          <pc:docMk/>
          <pc:sldMk cId="402488709" sldId="290"/>
        </pc:sldMkLst>
        <pc:spChg chg="add mod">
          <ac:chgData name="Mathilde Annette Nicole Roulleau" userId="4ab294c6-1984-4b16-bc43-8e77deede0e4" providerId="ADAL" clId="{79810BCC-BAA2-4D46-8788-90936CCE2327}" dt="2026-02-23T20:43:27.918" v="8960" actId="790"/>
          <ac:spMkLst>
            <pc:docMk/>
            <pc:sldMk cId="402488709" sldId="290"/>
            <ac:spMk id="3" creationId="{4F183B1B-AA78-9FB5-60F2-4F5FF0C91C4D}"/>
          </ac:spMkLst>
        </pc:spChg>
        <pc:spChg chg="add mod">
          <ac:chgData name="Mathilde Annette Nicole Roulleau" userId="4ab294c6-1984-4b16-bc43-8e77deede0e4" providerId="ADAL" clId="{79810BCC-BAA2-4D46-8788-90936CCE2327}" dt="2026-02-23T20:43:27.918" v="8960" actId="790"/>
          <ac:spMkLst>
            <pc:docMk/>
            <pc:sldMk cId="402488709" sldId="290"/>
            <ac:spMk id="36" creationId="{97245404-C164-74A7-B340-050C259B635F}"/>
          </ac:spMkLst>
        </pc:spChg>
        <pc:spChg chg="add mod">
          <ac:chgData name="Mathilde Annette Nicole Roulleau" userId="4ab294c6-1984-4b16-bc43-8e77deede0e4" providerId="ADAL" clId="{79810BCC-BAA2-4D46-8788-90936CCE2327}" dt="2026-02-23T20:43:27.918" v="8960" actId="790"/>
          <ac:spMkLst>
            <pc:docMk/>
            <pc:sldMk cId="402488709" sldId="290"/>
            <ac:spMk id="40" creationId="{4F233758-9393-2344-C655-278B3D563830}"/>
          </ac:spMkLst>
        </pc:spChg>
        <pc:spChg chg="add mod">
          <ac:chgData name="Mathilde Annette Nicole Roulleau" userId="4ab294c6-1984-4b16-bc43-8e77deede0e4" providerId="ADAL" clId="{79810BCC-BAA2-4D46-8788-90936CCE2327}" dt="2026-02-23T20:43:27.918" v="8960" actId="790"/>
          <ac:spMkLst>
            <pc:docMk/>
            <pc:sldMk cId="402488709" sldId="290"/>
            <ac:spMk id="50" creationId="{93A2E5B8-2E0D-699D-3C6E-44433F540F10}"/>
          </ac:spMkLst>
        </pc:spChg>
        <pc:spChg chg="add mod">
          <ac:chgData name="Mathilde Annette Nicole Roulleau" userId="4ab294c6-1984-4b16-bc43-8e77deede0e4" providerId="ADAL" clId="{79810BCC-BAA2-4D46-8788-90936CCE2327}" dt="2026-02-23T20:43:27.918" v="8960" actId="790"/>
          <ac:spMkLst>
            <pc:docMk/>
            <pc:sldMk cId="402488709" sldId="290"/>
            <ac:spMk id="51" creationId="{3D2F933A-96FC-0AB3-C3EC-D01915879FC0}"/>
          </ac:spMkLst>
        </pc:spChg>
        <pc:picChg chg="add mod ord">
          <ac:chgData name="Mathilde Annette Nicole Roulleau" userId="4ab294c6-1984-4b16-bc43-8e77deede0e4" providerId="ADAL" clId="{79810BCC-BAA2-4D46-8788-90936CCE2327}" dt="2026-02-19T16:45:43.384" v="7189" actId="1076"/>
          <ac:picMkLst>
            <pc:docMk/>
            <pc:sldMk cId="402488709" sldId="290"/>
            <ac:picMk id="2" creationId="{DFD55395-B1F1-9367-E90E-802D50AE0FE7}"/>
          </ac:picMkLst>
        </pc:picChg>
        <pc:picChg chg="add mod">
          <ac:chgData name="Mathilde Annette Nicole Roulleau" userId="4ab294c6-1984-4b16-bc43-8e77deede0e4" providerId="ADAL" clId="{79810BCC-BAA2-4D46-8788-90936CCE2327}" dt="2026-02-12T08:04:59.145" v="5363" actId="14100"/>
          <ac:picMkLst>
            <pc:docMk/>
            <pc:sldMk cId="402488709" sldId="290"/>
            <ac:picMk id="8" creationId="{AF64AF6C-C091-64F8-AF11-4122B533241E}"/>
          </ac:picMkLst>
        </pc:picChg>
        <pc:picChg chg="add mod">
          <ac:chgData name="Mathilde Annette Nicole Roulleau" userId="4ab294c6-1984-4b16-bc43-8e77deede0e4" providerId="ADAL" clId="{79810BCC-BAA2-4D46-8788-90936CCE2327}" dt="2026-02-12T08:04:59.145" v="5363" actId="14100"/>
          <ac:picMkLst>
            <pc:docMk/>
            <pc:sldMk cId="402488709" sldId="290"/>
            <ac:picMk id="10" creationId="{B5F5856C-99D0-FE44-6E5C-CB733EFC8CA1}"/>
          </ac:picMkLst>
        </pc:picChg>
        <pc:picChg chg="add mod">
          <ac:chgData name="Mathilde Annette Nicole Roulleau" userId="4ab294c6-1984-4b16-bc43-8e77deede0e4" providerId="ADAL" clId="{79810BCC-BAA2-4D46-8788-90936CCE2327}" dt="2026-02-12T08:04:43.851" v="5361" actId="1076"/>
          <ac:picMkLst>
            <pc:docMk/>
            <pc:sldMk cId="402488709" sldId="290"/>
            <ac:picMk id="12" creationId="{EA1A5654-58BB-31FF-0B6E-582EEF09D4A9}"/>
          </ac:picMkLst>
        </pc:picChg>
        <pc:picChg chg="add mod">
          <ac:chgData name="Mathilde Annette Nicole Roulleau" userId="4ab294c6-1984-4b16-bc43-8e77deede0e4" providerId="ADAL" clId="{79810BCC-BAA2-4D46-8788-90936CCE2327}" dt="2026-02-12T08:04:59.145" v="5363" actId="14100"/>
          <ac:picMkLst>
            <pc:docMk/>
            <pc:sldMk cId="402488709" sldId="290"/>
            <ac:picMk id="14" creationId="{5A709B5A-CEA4-3557-F1D7-37E617092684}"/>
          </ac:picMkLst>
        </pc:picChg>
        <pc:picChg chg="add mod">
          <ac:chgData name="Mathilde Annette Nicole Roulleau" userId="4ab294c6-1984-4b16-bc43-8e77deede0e4" providerId="ADAL" clId="{79810BCC-BAA2-4D46-8788-90936CCE2327}" dt="2026-02-12T07:53:48.643" v="5229" actId="1076"/>
          <ac:picMkLst>
            <pc:docMk/>
            <pc:sldMk cId="402488709" sldId="290"/>
            <ac:picMk id="16" creationId="{81115988-8003-C449-D0E0-AB9D02752420}"/>
          </ac:picMkLst>
        </pc:picChg>
        <pc:picChg chg="add mod">
          <ac:chgData name="Mathilde Annette Nicole Roulleau" userId="4ab294c6-1984-4b16-bc43-8e77deede0e4" providerId="ADAL" clId="{79810BCC-BAA2-4D46-8788-90936CCE2327}" dt="2026-02-12T07:59:52.371" v="5274" actId="1076"/>
          <ac:picMkLst>
            <pc:docMk/>
            <pc:sldMk cId="402488709" sldId="290"/>
            <ac:picMk id="18" creationId="{866457A1-AD1A-A67B-0212-AE2547D51A28}"/>
          </ac:picMkLst>
        </pc:picChg>
        <pc:picChg chg="add mod">
          <ac:chgData name="Mathilde Annette Nicole Roulleau" userId="4ab294c6-1984-4b16-bc43-8e77deede0e4" providerId="ADAL" clId="{79810BCC-BAA2-4D46-8788-90936CCE2327}" dt="2026-02-12T08:04:59.145" v="5363" actId="14100"/>
          <ac:picMkLst>
            <pc:docMk/>
            <pc:sldMk cId="402488709" sldId="290"/>
            <ac:picMk id="20" creationId="{368BD165-EF72-513D-969A-D806B2534423}"/>
          </ac:picMkLst>
        </pc:picChg>
        <pc:picChg chg="add mod">
          <ac:chgData name="Mathilde Annette Nicole Roulleau" userId="4ab294c6-1984-4b16-bc43-8e77deede0e4" providerId="ADAL" clId="{79810BCC-BAA2-4D46-8788-90936CCE2327}" dt="2026-02-12T08:04:59.145" v="5363" actId="14100"/>
          <ac:picMkLst>
            <pc:docMk/>
            <pc:sldMk cId="402488709" sldId="290"/>
            <ac:picMk id="22" creationId="{E78537D1-BDB0-A161-CF46-D1F0F5703CD5}"/>
          </ac:picMkLst>
        </pc:picChg>
        <pc:picChg chg="add mod">
          <ac:chgData name="Mathilde Annette Nicole Roulleau" userId="4ab294c6-1984-4b16-bc43-8e77deede0e4" providerId="ADAL" clId="{79810BCC-BAA2-4D46-8788-90936CCE2327}" dt="2026-02-12T08:04:59.145" v="5363" actId="14100"/>
          <ac:picMkLst>
            <pc:docMk/>
            <pc:sldMk cId="402488709" sldId="290"/>
            <ac:picMk id="24" creationId="{04FC4311-FFF1-652C-61BA-0DEFD3EAD99C}"/>
          </ac:picMkLst>
        </pc:picChg>
        <pc:picChg chg="add mod">
          <ac:chgData name="Mathilde Annette Nicole Roulleau" userId="4ab294c6-1984-4b16-bc43-8e77deede0e4" providerId="ADAL" clId="{79810BCC-BAA2-4D46-8788-90936CCE2327}" dt="2026-02-12T08:04:59.145" v="5363" actId="14100"/>
          <ac:picMkLst>
            <pc:docMk/>
            <pc:sldMk cId="402488709" sldId="290"/>
            <ac:picMk id="26" creationId="{261F6CF3-5187-70A8-F047-BD36D8FE4D81}"/>
          </ac:picMkLst>
        </pc:picChg>
        <pc:picChg chg="add mod">
          <ac:chgData name="Mathilde Annette Nicole Roulleau" userId="4ab294c6-1984-4b16-bc43-8e77deede0e4" providerId="ADAL" clId="{79810BCC-BAA2-4D46-8788-90936CCE2327}" dt="2026-02-12T07:57:29.251" v="5259" actId="1076"/>
          <ac:picMkLst>
            <pc:docMk/>
            <pc:sldMk cId="402488709" sldId="290"/>
            <ac:picMk id="28" creationId="{163F6824-697C-C9D6-FFF0-D584F2FE286C}"/>
          </ac:picMkLst>
        </pc:picChg>
        <pc:picChg chg="add mod">
          <ac:chgData name="Mathilde Annette Nicole Roulleau" userId="4ab294c6-1984-4b16-bc43-8e77deede0e4" providerId="ADAL" clId="{79810BCC-BAA2-4D46-8788-90936CCE2327}" dt="2026-02-12T08:04:59.145" v="5363" actId="14100"/>
          <ac:picMkLst>
            <pc:docMk/>
            <pc:sldMk cId="402488709" sldId="290"/>
            <ac:picMk id="30" creationId="{F4F0DA6E-B6A9-D5E7-CB0D-739B3F749189}"/>
          </ac:picMkLst>
        </pc:picChg>
        <pc:picChg chg="add mod">
          <ac:chgData name="Mathilde Annette Nicole Roulleau" userId="4ab294c6-1984-4b16-bc43-8e77deede0e4" providerId="ADAL" clId="{79810BCC-BAA2-4D46-8788-90936CCE2327}" dt="2026-02-12T08:04:59.145" v="5363" actId="14100"/>
          <ac:picMkLst>
            <pc:docMk/>
            <pc:sldMk cId="402488709" sldId="290"/>
            <ac:picMk id="32" creationId="{FEE8767E-6D2A-F3BF-4BC4-3FAE457B8FDB}"/>
          </ac:picMkLst>
        </pc:picChg>
        <pc:picChg chg="add mod">
          <ac:chgData name="Mathilde Annette Nicole Roulleau" userId="4ab294c6-1984-4b16-bc43-8e77deede0e4" providerId="ADAL" clId="{79810BCC-BAA2-4D46-8788-90936CCE2327}" dt="2026-02-12T07:57:04.191" v="5254" actId="1076"/>
          <ac:picMkLst>
            <pc:docMk/>
            <pc:sldMk cId="402488709" sldId="290"/>
            <ac:picMk id="34" creationId="{A162D5D7-21BC-3226-FD8E-82BDC5604FC5}"/>
          </ac:picMkLst>
        </pc:picChg>
        <pc:picChg chg="add mod">
          <ac:chgData name="Mathilde Annette Nicole Roulleau" userId="4ab294c6-1984-4b16-bc43-8e77deede0e4" providerId="ADAL" clId="{79810BCC-BAA2-4D46-8788-90936CCE2327}" dt="2026-02-19T16:48:05.074" v="7205" actId="1076"/>
          <ac:picMkLst>
            <pc:docMk/>
            <pc:sldMk cId="402488709" sldId="290"/>
            <ac:picMk id="1028" creationId="{33D46D98-6B15-C672-6F05-F207EE153A50}"/>
          </ac:picMkLst>
        </pc:picChg>
        <pc:picChg chg="add mod">
          <ac:chgData name="Mathilde Annette Nicole Roulleau" userId="4ab294c6-1984-4b16-bc43-8e77deede0e4" providerId="ADAL" clId="{79810BCC-BAA2-4D46-8788-90936CCE2327}" dt="2026-02-19T16:46:00.169" v="7190" actId="1076"/>
          <ac:picMkLst>
            <pc:docMk/>
            <pc:sldMk cId="402488709" sldId="290"/>
            <ac:picMk id="1030" creationId="{284CFE8D-E942-2E69-F550-F419EAB5AD62}"/>
          </ac:picMkLst>
        </pc:picChg>
        <pc:cxnChg chg="add mod">
          <ac:chgData name="Mathilde Annette Nicole Roulleau" userId="4ab294c6-1984-4b16-bc43-8e77deede0e4" providerId="ADAL" clId="{79810BCC-BAA2-4D46-8788-90936CCE2327}" dt="2026-02-19T16:48:05.074" v="7205" actId="1076"/>
          <ac:cxnSpMkLst>
            <pc:docMk/>
            <pc:sldMk cId="402488709" sldId="290"/>
            <ac:cxnSpMk id="38" creationId="{192E0E30-DF28-DCAA-F2C2-04FDD1318928}"/>
          </ac:cxnSpMkLst>
        </pc:cxnChg>
        <pc:cxnChg chg="add mod">
          <ac:chgData name="Mathilde Annette Nicole Roulleau" userId="4ab294c6-1984-4b16-bc43-8e77deede0e4" providerId="ADAL" clId="{79810BCC-BAA2-4D46-8788-90936CCE2327}" dt="2026-02-19T16:46:54.449" v="7199" actId="14100"/>
          <ac:cxnSpMkLst>
            <pc:docMk/>
            <pc:sldMk cId="402488709" sldId="290"/>
            <ac:cxnSpMk id="43" creationId="{CC1FB4C9-998C-6FBA-C09F-11B7B4F9CE8E}"/>
          </ac:cxnSpMkLst>
        </pc:cxnChg>
        <pc:cxnChg chg="add mod">
          <ac:chgData name="Mathilde Annette Nicole Roulleau" userId="4ab294c6-1984-4b16-bc43-8e77deede0e4" providerId="ADAL" clId="{79810BCC-BAA2-4D46-8788-90936CCE2327}" dt="2026-02-19T16:46:58.936" v="7200" actId="14100"/>
          <ac:cxnSpMkLst>
            <pc:docMk/>
            <pc:sldMk cId="402488709" sldId="290"/>
            <ac:cxnSpMk id="45" creationId="{135F7A20-01AA-CF14-94CD-5F34C206E9B5}"/>
          </ac:cxnSpMkLst>
        </pc:cxnChg>
      </pc:sldChg>
      <pc:sldChg chg="addSp delSp modSp add mod ord addAnim delAnim modAnim modNotesTx">
        <pc:chgData name="Mathilde Annette Nicole Roulleau" userId="4ab294c6-1984-4b16-bc43-8e77deede0e4" providerId="ADAL" clId="{79810BCC-BAA2-4D46-8788-90936CCE2327}" dt="2026-02-23T20:43:27.918" v="8960" actId="790"/>
        <pc:sldMkLst>
          <pc:docMk/>
          <pc:sldMk cId="856483082" sldId="291"/>
        </pc:sldMkLst>
        <pc:spChg chg="add mod">
          <ac:chgData name="Mathilde Annette Nicole Roulleau" userId="4ab294c6-1984-4b16-bc43-8e77deede0e4" providerId="ADAL" clId="{79810BCC-BAA2-4D46-8788-90936CCE2327}" dt="2026-02-23T20:43:27.918" v="8960" actId="790"/>
          <ac:spMkLst>
            <pc:docMk/>
            <pc:sldMk cId="856483082" sldId="291"/>
            <ac:spMk id="9" creationId="{86DED595-B7A6-B767-44E9-F524AEDCD3CB}"/>
          </ac:spMkLst>
        </pc:spChg>
        <pc:spChg chg="add mod">
          <ac:chgData name="Mathilde Annette Nicole Roulleau" userId="4ab294c6-1984-4b16-bc43-8e77deede0e4" providerId="ADAL" clId="{79810BCC-BAA2-4D46-8788-90936CCE2327}" dt="2026-02-23T20:43:27.918" v="8960" actId="790"/>
          <ac:spMkLst>
            <pc:docMk/>
            <pc:sldMk cId="856483082" sldId="291"/>
            <ac:spMk id="11" creationId="{8BD81410-6361-871D-C0C4-A8C1C96F1547}"/>
          </ac:spMkLst>
        </pc:spChg>
        <pc:spChg chg="mod">
          <ac:chgData name="Mathilde Annette Nicole Roulleau" userId="4ab294c6-1984-4b16-bc43-8e77deede0e4" providerId="ADAL" clId="{79810BCC-BAA2-4D46-8788-90936CCE2327}" dt="2026-02-23T20:43:27.918" v="8960" actId="790"/>
          <ac:spMkLst>
            <pc:docMk/>
            <pc:sldMk cId="856483082" sldId="291"/>
            <ac:spMk id="36" creationId="{C20FDE51-43D6-C307-9F8A-E8037589A5FE}"/>
          </ac:spMkLst>
        </pc:spChg>
        <pc:picChg chg="add mod">
          <ac:chgData name="Mathilde Annette Nicole Roulleau" userId="4ab294c6-1984-4b16-bc43-8e77deede0e4" providerId="ADAL" clId="{79810BCC-BAA2-4D46-8788-90936CCE2327}" dt="2026-02-19T16:31:48.866" v="7008" actId="1076"/>
          <ac:picMkLst>
            <pc:docMk/>
            <pc:sldMk cId="856483082" sldId="291"/>
            <ac:picMk id="2" creationId="{631CCDB6-426C-88F5-0276-57A37B452D59}"/>
          </ac:picMkLst>
        </pc:picChg>
        <pc:picChg chg="add mod">
          <ac:chgData name="Mathilde Annette Nicole Roulleau" userId="4ab294c6-1984-4b16-bc43-8e77deede0e4" providerId="ADAL" clId="{79810BCC-BAA2-4D46-8788-90936CCE2327}" dt="2026-02-12T08:17:24.221" v="5562" actId="1076"/>
          <ac:picMkLst>
            <pc:docMk/>
            <pc:sldMk cId="856483082" sldId="291"/>
            <ac:picMk id="3" creationId="{532F4D09-2704-7594-519B-1BF133B27799}"/>
          </ac:picMkLst>
        </pc:picChg>
        <pc:picChg chg="add mod">
          <ac:chgData name="Mathilde Annette Nicole Roulleau" userId="4ab294c6-1984-4b16-bc43-8e77deede0e4" providerId="ADAL" clId="{79810BCC-BAA2-4D46-8788-90936CCE2327}" dt="2026-02-12T08:24:46.940" v="5597" actId="1076"/>
          <ac:picMkLst>
            <pc:docMk/>
            <pc:sldMk cId="856483082" sldId="291"/>
            <ac:picMk id="4" creationId="{81A69626-60B8-839D-5D82-62070A42F7A1}"/>
          </ac:picMkLst>
        </pc:picChg>
        <pc:picChg chg="add mod">
          <ac:chgData name="Mathilde Annette Nicole Roulleau" userId="4ab294c6-1984-4b16-bc43-8e77deede0e4" providerId="ADAL" clId="{79810BCC-BAA2-4D46-8788-90936CCE2327}" dt="2026-02-12T08:17:24.221" v="5562" actId="1076"/>
          <ac:picMkLst>
            <pc:docMk/>
            <pc:sldMk cId="856483082" sldId="291"/>
            <ac:picMk id="5" creationId="{A4721627-B816-426A-084E-EE7F61385DBD}"/>
          </ac:picMkLst>
        </pc:picChg>
        <pc:picChg chg="add mod">
          <ac:chgData name="Mathilde Annette Nicole Roulleau" userId="4ab294c6-1984-4b16-bc43-8e77deede0e4" providerId="ADAL" clId="{79810BCC-BAA2-4D46-8788-90936CCE2327}" dt="2026-02-12T08:17:24.221" v="5562" actId="1076"/>
          <ac:picMkLst>
            <pc:docMk/>
            <pc:sldMk cId="856483082" sldId="291"/>
            <ac:picMk id="6" creationId="{F037025F-DC99-670E-C43D-6747AF8F6403}"/>
          </ac:picMkLst>
        </pc:picChg>
        <pc:picChg chg="add mod">
          <ac:chgData name="Mathilde Annette Nicole Roulleau" userId="4ab294c6-1984-4b16-bc43-8e77deede0e4" providerId="ADAL" clId="{79810BCC-BAA2-4D46-8788-90936CCE2327}" dt="2026-02-12T08:21:06.401" v="5591" actId="1076"/>
          <ac:picMkLst>
            <pc:docMk/>
            <pc:sldMk cId="856483082" sldId="291"/>
            <ac:picMk id="7" creationId="{6A10EA58-5865-1024-FAF8-749B72BB3CA5}"/>
          </ac:picMkLst>
        </pc:picChg>
        <pc:picChg chg="mod">
          <ac:chgData name="Mathilde Annette Nicole Roulleau" userId="4ab294c6-1984-4b16-bc43-8e77deede0e4" providerId="ADAL" clId="{79810BCC-BAA2-4D46-8788-90936CCE2327}" dt="2026-02-12T08:17:24.221" v="5562" actId="1076"/>
          <ac:picMkLst>
            <pc:docMk/>
            <pc:sldMk cId="856483082" sldId="291"/>
            <ac:picMk id="8" creationId="{D7E90DEF-1896-7956-7CCE-3A4F7B82D474}"/>
          </ac:picMkLst>
        </pc:picChg>
        <pc:picChg chg="mod">
          <ac:chgData name="Mathilde Annette Nicole Roulleau" userId="4ab294c6-1984-4b16-bc43-8e77deede0e4" providerId="ADAL" clId="{79810BCC-BAA2-4D46-8788-90936CCE2327}" dt="2026-02-12T08:17:24.221" v="5562" actId="1076"/>
          <ac:picMkLst>
            <pc:docMk/>
            <pc:sldMk cId="856483082" sldId="291"/>
            <ac:picMk id="12" creationId="{845D4D6F-3FC9-68E2-44F6-DEB55D717B5F}"/>
          </ac:picMkLst>
        </pc:picChg>
        <pc:picChg chg="add mod">
          <ac:chgData name="Mathilde Annette Nicole Roulleau" userId="4ab294c6-1984-4b16-bc43-8e77deede0e4" providerId="ADAL" clId="{79810BCC-BAA2-4D46-8788-90936CCE2327}" dt="2026-02-19T16:31:41.598" v="7006" actId="1076"/>
          <ac:picMkLst>
            <pc:docMk/>
            <pc:sldMk cId="856483082" sldId="291"/>
            <ac:picMk id="13" creationId="{9FD6E66F-AB51-B8AE-0FEE-5F42323864C1}"/>
          </ac:picMkLst>
        </pc:picChg>
        <pc:picChg chg="mod">
          <ac:chgData name="Mathilde Annette Nicole Roulleau" userId="4ab294c6-1984-4b16-bc43-8e77deede0e4" providerId="ADAL" clId="{79810BCC-BAA2-4D46-8788-90936CCE2327}" dt="2026-02-12T08:17:18.421" v="5561" actId="1076"/>
          <ac:picMkLst>
            <pc:docMk/>
            <pc:sldMk cId="856483082" sldId="291"/>
            <ac:picMk id="14" creationId="{24026B6E-3F8E-4A27-70C7-6CA47D36282B}"/>
          </ac:picMkLst>
        </pc:picChg>
        <pc:picChg chg="add mod">
          <ac:chgData name="Mathilde Annette Nicole Roulleau" userId="4ab294c6-1984-4b16-bc43-8e77deede0e4" providerId="ADAL" clId="{79810BCC-BAA2-4D46-8788-90936CCE2327}" dt="2026-02-19T16:31:46.815" v="7007" actId="1076"/>
          <ac:picMkLst>
            <pc:docMk/>
            <pc:sldMk cId="856483082" sldId="291"/>
            <ac:picMk id="15" creationId="{05E91D66-191B-4A3D-B221-2B014DCD482F}"/>
          </ac:picMkLst>
        </pc:picChg>
        <pc:picChg chg="mod">
          <ac:chgData name="Mathilde Annette Nicole Roulleau" userId="4ab294c6-1984-4b16-bc43-8e77deede0e4" providerId="ADAL" clId="{79810BCC-BAA2-4D46-8788-90936CCE2327}" dt="2026-02-12T08:17:18.421" v="5561" actId="1076"/>
          <ac:picMkLst>
            <pc:docMk/>
            <pc:sldMk cId="856483082" sldId="291"/>
            <ac:picMk id="16" creationId="{CA3670F6-7CFA-57FF-4C3A-29399398C286}"/>
          </ac:picMkLst>
        </pc:picChg>
        <pc:picChg chg="mod">
          <ac:chgData name="Mathilde Annette Nicole Roulleau" userId="4ab294c6-1984-4b16-bc43-8e77deede0e4" providerId="ADAL" clId="{79810BCC-BAA2-4D46-8788-90936CCE2327}" dt="2026-02-12T08:17:24.221" v="5562" actId="1076"/>
          <ac:picMkLst>
            <pc:docMk/>
            <pc:sldMk cId="856483082" sldId="291"/>
            <ac:picMk id="20" creationId="{4B86FD30-4DB3-881D-5DBC-52DF3A063B40}"/>
          </ac:picMkLst>
        </pc:picChg>
        <pc:picChg chg="mod">
          <ac:chgData name="Mathilde Annette Nicole Roulleau" userId="4ab294c6-1984-4b16-bc43-8e77deede0e4" providerId="ADAL" clId="{79810BCC-BAA2-4D46-8788-90936CCE2327}" dt="2026-02-12T08:17:18.421" v="5561" actId="1076"/>
          <ac:picMkLst>
            <pc:docMk/>
            <pc:sldMk cId="856483082" sldId="291"/>
            <ac:picMk id="22" creationId="{A023C47B-FCAD-4384-2D95-47560167DCD0}"/>
          </ac:picMkLst>
        </pc:picChg>
        <pc:picChg chg="mod">
          <ac:chgData name="Mathilde Annette Nicole Roulleau" userId="4ab294c6-1984-4b16-bc43-8e77deede0e4" providerId="ADAL" clId="{79810BCC-BAA2-4D46-8788-90936CCE2327}" dt="2026-02-12T08:17:18.421" v="5561" actId="1076"/>
          <ac:picMkLst>
            <pc:docMk/>
            <pc:sldMk cId="856483082" sldId="291"/>
            <ac:picMk id="28" creationId="{A91C0DCF-05F2-2774-4B07-77D6659E0A0D}"/>
          </ac:picMkLst>
        </pc:picChg>
        <pc:picChg chg="mod">
          <ac:chgData name="Mathilde Annette Nicole Roulleau" userId="4ab294c6-1984-4b16-bc43-8e77deede0e4" providerId="ADAL" clId="{79810BCC-BAA2-4D46-8788-90936CCE2327}" dt="2026-02-12T08:17:24.221" v="5562" actId="1076"/>
          <ac:picMkLst>
            <pc:docMk/>
            <pc:sldMk cId="856483082" sldId="291"/>
            <ac:picMk id="30" creationId="{322A2D4A-3AD6-418A-EEC1-6406112B3D28}"/>
          </ac:picMkLst>
        </pc:picChg>
        <pc:picChg chg="mod">
          <ac:chgData name="Mathilde Annette Nicole Roulleau" userId="4ab294c6-1984-4b16-bc43-8e77deede0e4" providerId="ADAL" clId="{79810BCC-BAA2-4D46-8788-90936CCE2327}" dt="2026-02-12T08:17:24.221" v="5562" actId="1076"/>
          <ac:picMkLst>
            <pc:docMk/>
            <pc:sldMk cId="856483082" sldId="291"/>
            <ac:picMk id="32" creationId="{A22B5970-8AB9-5F64-27AA-DD06FA5F8674}"/>
          </ac:picMkLst>
        </pc:picChg>
        <pc:picChg chg="add mod">
          <ac:chgData name="Mathilde Annette Nicole Roulleau" userId="4ab294c6-1984-4b16-bc43-8e77deede0e4" providerId="ADAL" clId="{79810BCC-BAA2-4D46-8788-90936CCE2327}" dt="2026-02-12T08:15:14.863" v="5526" actId="1076"/>
          <ac:picMkLst>
            <pc:docMk/>
            <pc:sldMk cId="856483082" sldId="291"/>
            <ac:picMk id="2050" creationId="{89EE426F-F48D-451E-7FC5-5E12CDED168F}"/>
          </ac:picMkLst>
        </pc:picChg>
      </pc:sldChg>
      <pc:sldChg chg="addSp delSp modSp add mod modAnim">
        <pc:chgData name="Mathilde Annette Nicole Roulleau" userId="4ab294c6-1984-4b16-bc43-8e77deede0e4" providerId="ADAL" clId="{79810BCC-BAA2-4D46-8788-90936CCE2327}" dt="2026-02-23T20:43:27.918" v="8960" actId="790"/>
        <pc:sldMkLst>
          <pc:docMk/>
          <pc:sldMk cId="4092730488" sldId="292"/>
        </pc:sldMkLst>
        <pc:spChg chg="mod">
          <ac:chgData name="Mathilde Annette Nicole Roulleau" userId="4ab294c6-1984-4b16-bc43-8e77deede0e4" providerId="ADAL" clId="{79810BCC-BAA2-4D46-8788-90936CCE2327}" dt="2026-02-23T20:43:27.918" v="8960" actId="790"/>
          <ac:spMkLst>
            <pc:docMk/>
            <pc:sldMk cId="4092730488" sldId="292"/>
            <ac:spMk id="9" creationId="{901C237D-05DE-DD2B-EBB4-974AD6CAFECE}"/>
          </ac:spMkLst>
        </pc:spChg>
        <pc:spChg chg="mod">
          <ac:chgData name="Mathilde Annette Nicole Roulleau" userId="4ab294c6-1984-4b16-bc43-8e77deede0e4" providerId="ADAL" clId="{79810BCC-BAA2-4D46-8788-90936CCE2327}" dt="2026-02-23T20:43:27.918" v="8960" actId="790"/>
          <ac:spMkLst>
            <pc:docMk/>
            <pc:sldMk cId="4092730488" sldId="292"/>
            <ac:spMk id="36" creationId="{3A089461-066B-7D63-FB8A-98AE25FE3447}"/>
          </ac:spMkLst>
        </pc:spChg>
        <pc:spChg chg="add mod">
          <ac:chgData name="Mathilde Annette Nicole Roulleau" userId="4ab294c6-1984-4b16-bc43-8e77deede0e4" providerId="ADAL" clId="{79810BCC-BAA2-4D46-8788-90936CCE2327}" dt="2026-02-23T20:43:27.918" v="8960" actId="790"/>
          <ac:spMkLst>
            <pc:docMk/>
            <pc:sldMk cId="4092730488" sldId="292"/>
            <ac:spMk id="38" creationId="{DBF5DD41-E09D-3B9E-18D2-0C0E67841E6A}"/>
          </ac:spMkLst>
        </pc:spChg>
        <pc:spChg chg="add mod">
          <ac:chgData name="Mathilde Annette Nicole Roulleau" userId="4ab294c6-1984-4b16-bc43-8e77deede0e4" providerId="ADAL" clId="{79810BCC-BAA2-4D46-8788-90936CCE2327}" dt="2026-02-23T20:43:27.918" v="8960" actId="790"/>
          <ac:spMkLst>
            <pc:docMk/>
            <pc:sldMk cId="4092730488" sldId="292"/>
            <ac:spMk id="48" creationId="{307A9136-AB82-B31D-8799-EC812055E5A9}"/>
          </ac:spMkLst>
        </pc:spChg>
        <pc:spChg chg="add mod">
          <ac:chgData name="Mathilde Annette Nicole Roulleau" userId="4ab294c6-1984-4b16-bc43-8e77deede0e4" providerId="ADAL" clId="{79810BCC-BAA2-4D46-8788-90936CCE2327}" dt="2026-02-23T20:43:27.918" v="8960" actId="790"/>
          <ac:spMkLst>
            <pc:docMk/>
            <pc:sldMk cId="4092730488" sldId="292"/>
            <ac:spMk id="59" creationId="{0AEEBEE6-E0AE-199E-2D09-A7B00C557706}"/>
          </ac:spMkLst>
        </pc:spChg>
        <pc:spChg chg="add mod">
          <ac:chgData name="Mathilde Annette Nicole Roulleau" userId="4ab294c6-1984-4b16-bc43-8e77deede0e4" providerId="ADAL" clId="{79810BCC-BAA2-4D46-8788-90936CCE2327}" dt="2026-02-23T20:43:27.918" v="8960" actId="790"/>
          <ac:spMkLst>
            <pc:docMk/>
            <pc:sldMk cId="4092730488" sldId="292"/>
            <ac:spMk id="1032" creationId="{158DADDD-A156-1C0B-8A9D-E88E86525AAC}"/>
          </ac:spMkLst>
        </pc:spChg>
        <pc:picChg chg="mod">
          <ac:chgData name="Mathilde Annette Nicole Roulleau" userId="4ab294c6-1984-4b16-bc43-8e77deede0e4" providerId="ADAL" clId="{79810BCC-BAA2-4D46-8788-90936CCE2327}" dt="2026-02-12T08:26:56.176" v="5623" actId="1076"/>
          <ac:picMkLst>
            <pc:docMk/>
            <pc:sldMk cId="4092730488" sldId="292"/>
            <ac:picMk id="8" creationId="{C45AD612-0EF0-BCE1-DBED-43040B8F3370}"/>
          </ac:picMkLst>
        </pc:picChg>
        <pc:picChg chg="mod">
          <ac:chgData name="Mathilde Annette Nicole Roulleau" userId="4ab294c6-1984-4b16-bc43-8e77deede0e4" providerId="ADAL" clId="{79810BCC-BAA2-4D46-8788-90936CCE2327}" dt="2026-02-12T08:26:56.176" v="5623" actId="1076"/>
          <ac:picMkLst>
            <pc:docMk/>
            <pc:sldMk cId="4092730488" sldId="292"/>
            <ac:picMk id="16" creationId="{0C55BB1A-7AB1-46DD-96E0-A385E846E650}"/>
          </ac:picMkLst>
        </pc:picChg>
        <pc:picChg chg="add mod">
          <ac:chgData name="Mathilde Annette Nicole Roulleau" userId="4ab294c6-1984-4b16-bc43-8e77deede0e4" providerId="ADAL" clId="{79810BCC-BAA2-4D46-8788-90936CCE2327}" dt="2026-02-12T08:28:38.631" v="5651" actId="1076"/>
          <ac:picMkLst>
            <pc:docMk/>
            <pc:sldMk cId="4092730488" sldId="292"/>
            <ac:picMk id="17" creationId="{E2E1958E-23D0-D571-C09B-52CB641278F3}"/>
          </ac:picMkLst>
        </pc:picChg>
        <pc:picChg chg="mod">
          <ac:chgData name="Mathilde Annette Nicole Roulleau" userId="4ab294c6-1984-4b16-bc43-8e77deede0e4" providerId="ADAL" clId="{79810BCC-BAA2-4D46-8788-90936CCE2327}" dt="2026-02-12T08:26:56.176" v="5623" actId="1076"/>
          <ac:picMkLst>
            <pc:docMk/>
            <pc:sldMk cId="4092730488" sldId="292"/>
            <ac:picMk id="18" creationId="{2DC96D01-D9D2-0179-FBBF-9B57840BFE66}"/>
          </ac:picMkLst>
        </pc:picChg>
        <pc:picChg chg="mod">
          <ac:chgData name="Mathilde Annette Nicole Roulleau" userId="4ab294c6-1984-4b16-bc43-8e77deede0e4" providerId="ADAL" clId="{79810BCC-BAA2-4D46-8788-90936CCE2327}" dt="2026-02-12T08:26:56.176" v="5623" actId="1076"/>
          <ac:picMkLst>
            <pc:docMk/>
            <pc:sldMk cId="4092730488" sldId="292"/>
            <ac:picMk id="20" creationId="{7FBBCD2F-5DC6-4085-BF11-11725232B70E}"/>
          </ac:picMkLst>
        </pc:picChg>
        <pc:picChg chg="mod">
          <ac:chgData name="Mathilde Annette Nicole Roulleau" userId="4ab294c6-1984-4b16-bc43-8e77deede0e4" providerId="ADAL" clId="{79810BCC-BAA2-4D46-8788-90936CCE2327}" dt="2026-02-12T08:26:56.176" v="5623" actId="1076"/>
          <ac:picMkLst>
            <pc:docMk/>
            <pc:sldMk cId="4092730488" sldId="292"/>
            <ac:picMk id="24" creationId="{E71B120B-921D-8BC8-FC9E-393FAE550BF5}"/>
          </ac:picMkLst>
        </pc:picChg>
        <pc:picChg chg="mod">
          <ac:chgData name="Mathilde Annette Nicole Roulleau" userId="4ab294c6-1984-4b16-bc43-8e77deede0e4" providerId="ADAL" clId="{79810BCC-BAA2-4D46-8788-90936CCE2327}" dt="2026-02-12T08:26:56.176" v="5623" actId="1076"/>
          <ac:picMkLst>
            <pc:docMk/>
            <pc:sldMk cId="4092730488" sldId="292"/>
            <ac:picMk id="26" creationId="{F084EDD8-91FF-D591-E131-ADE5E1DBAB09}"/>
          </ac:picMkLst>
        </pc:picChg>
        <pc:picChg chg="mod">
          <ac:chgData name="Mathilde Annette Nicole Roulleau" userId="4ab294c6-1984-4b16-bc43-8e77deede0e4" providerId="ADAL" clId="{79810BCC-BAA2-4D46-8788-90936CCE2327}" dt="2026-02-12T08:26:56.176" v="5623" actId="1076"/>
          <ac:picMkLst>
            <pc:docMk/>
            <pc:sldMk cId="4092730488" sldId="292"/>
            <ac:picMk id="28" creationId="{5DD3B749-6A24-06A5-CE05-A540FF47833F}"/>
          </ac:picMkLst>
        </pc:picChg>
        <pc:picChg chg="add mod">
          <ac:chgData name="Mathilde Annette Nicole Roulleau" userId="4ab294c6-1984-4b16-bc43-8e77deede0e4" providerId="ADAL" clId="{79810BCC-BAA2-4D46-8788-90936CCE2327}" dt="2026-02-12T08:28:28.580" v="5646" actId="14100"/>
          <ac:picMkLst>
            <pc:docMk/>
            <pc:sldMk cId="4092730488" sldId="292"/>
            <ac:picMk id="29" creationId="{8DE3BC73-817C-8E26-3CBE-4F7E17A21BB9}"/>
          </ac:picMkLst>
        </pc:picChg>
        <pc:picChg chg="mod">
          <ac:chgData name="Mathilde Annette Nicole Roulleau" userId="4ab294c6-1984-4b16-bc43-8e77deede0e4" providerId="ADAL" clId="{79810BCC-BAA2-4D46-8788-90936CCE2327}" dt="2026-02-12T08:26:56.176" v="5623" actId="1076"/>
          <ac:picMkLst>
            <pc:docMk/>
            <pc:sldMk cId="4092730488" sldId="292"/>
            <ac:picMk id="30" creationId="{52B78BF7-E850-A10E-0CFB-9B037D5F94BE}"/>
          </ac:picMkLst>
        </pc:picChg>
        <pc:picChg chg="mod">
          <ac:chgData name="Mathilde Annette Nicole Roulleau" userId="4ab294c6-1984-4b16-bc43-8e77deede0e4" providerId="ADAL" clId="{79810BCC-BAA2-4D46-8788-90936CCE2327}" dt="2026-02-12T08:26:56.176" v="5623" actId="1076"/>
          <ac:picMkLst>
            <pc:docMk/>
            <pc:sldMk cId="4092730488" sldId="292"/>
            <ac:picMk id="34" creationId="{02A567DB-1237-5D09-DDF9-218F7ED97D10}"/>
          </ac:picMkLst>
        </pc:picChg>
        <pc:picChg chg="add mod">
          <ac:chgData name="Mathilde Annette Nicole Roulleau" userId="4ab294c6-1984-4b16-bc43-8e77deede0e4" providerId="ADAL" clId="{79810BCC-BAA2-4D46-8788-90936CCE2327}" dt="2026-02-12T08:28:36.634" v="5650" actId="1076"/>
          <ac:picMkLst>
            <pc:docMk/>
            <pc:sldMk cId="4092730488" sldId="292"/>
            <ac:picMk id="39" creationId="{32C97C6C-489F-28CB-F5BE-406915204F14}"/>
          </ac:picMkLst>
        </pc:picChg>
        <pc:picChg chg="add mod">
          <ac:chgData name="Mathilde Annette Nicole Roulleau" userId="4ab294c6-1984-4b16-bc43-8e77deede0e4" providerId="ADAL" clId="{79810BCC-BAA2-4D46-8788-90936CCE2327}" dt="2026-02-12T08:28:31.777" v="5647" actId="1076"/>
          <ac:picMkLst>
            <pc:docMk/>
            <pc:sldMk cId="4092730488" sldId="292"/>
            <ac:picMk id="40" creationId="{23E98B64-0CE7-0252-C0F3-139375CD7AFE}"/>
          </ac:picMkLst>
        </pc:picChg>
        <pc:picChg chg="add mod">
          <ac:chgData name="Mathilde Annette Nicole Roulleau" userId="4ab294c6-1984-4b16-bc43-8e77deede0e4" providerId="ADAL" clId="{79810BCC-BAA2-4D46-8788-90936CCE2327}" dt="2026-02-12T08:28:45.879" v="5655" actId="1076"/>
          <ac:picMkLst>
            <pc:docMk/>
            <pc:sldMk cId="4092730488" sldId="292"/>
            <ac:picMk id="41" creationId="{6B9EAA28-C4F5-12DC-A18A-C0ABEE8CBC44}"/>
          </ac:picMkLst>
        </pc:picChg>
        <pc:picChg chg="add mod">
          <ac:chgData name="Mathilde Annette Nicole Roulleau" userId="4ab294c6-1984-4b16-bc43-8e77deede0e4" providerId="ADAL" clId="{79810BCC-BAA2-4D46-8788-90936CCE2327}" dt="2026-02-12T08:28:35.011" v="5649" actId="1076"/>
          <ac:picMkLst>
            <pc:docMk/>
            <pc:sldMk cId="4092730488" sldId="292"/>
            <ac:picMk id="42" creationId="{4A44D60F-A51E-4CA1-8324-AD6A8F9264FB}"/>
          </ac:picMkLst>
        </pc:picChg>
        <pc:picChg chg="add mod">
          <ac:chgData name="Mathilde Annette Nicole Roulleau" userId="4ab294c6-1984-4b16-bc43-8e77deede0e4" providerId="ADAL" clId="{79810BCC-BAA2-4D46-8788-90936CCE2327}" dt="2026-02-12T08:28:33.585" v="5648" actId="1076"/>
          <ac:picMkLst>
            <pc:docMk/>
            <pc:sldMk cId="4092730488" sldId="292"/>
            <ac:picMk id="43" creationId="{E453FF41-6551-A331-4B17-71967A884AC3}"/>
          </ac:picMkLst>
        </pc:picChg>
        <pc:picChg chg="add mod">
          <ac:chgData name="Mathilde Annette Nicole Roulleau" userId="4ab294c6-1984-4b16-bc43-8e77deede0e4" providerId="ADAL" clId="{79810BCC-BAA2-4D46-8788-90936CCE2327}" dt="2026-02-12T08:28:40.475" v="5652" actId="1076"/>
          <ac:picMkLst>
            <pc:docMk/>
            <pc:sldMk cId="4092730488" sldId="292"/>
            <ac:picMk id="44" creationId="{C1B7240E-056E-F6C4-3912-37B988CF95DB}"/>
          </ac:picMkLst>
        </pc:picChg>
        <pc:picChg chg="add mod">
          <ac:chgData name="Mathilde Annette Nicole Roulleau" userId="4ab294c6-1984-4b16-bc43-8e77deede0e4" providerId="ADAL" clId="{79810BCC-BAA2-4D46-8788-90936CCE2327}" dt="2026-02-12T08:28:44.284" v="5654" actId="1076"/>
          <ac:picMkLst>
            <pc:docMk/>
            <pc:sldMk cId="4092730488" sldId="292"/>
            <ac:picMk id="45" creationId="{D61A31E4-544E-7A4A-9D77-B2E8610F3B96}"/>
          </ac:picMkLst>
        </pc:picChg>
        <pc:picChg chg="add mod">
          <ac:chgData name="Mathilde Annette Nicole Roulleau" userId="4ab294c6-1984-4b16-bc43-8e77deede0e4" providerId="ADAL" clId="{79810BCC-BAA2-4D46-8788-90936CCE2327}" dt="2026-02-12T08:28:42.514" v="5653" actId="1076"/>
          <ac:picMkLst>
            <pc:docMk/>
            <pc:sldMk cId="4092730488" sldId="292"/>
            <ac:picMk id="46" creationId="{69320DD6-47AC-C797-6702-923863A83ACF}"/>
          </ac:picMkLst>
        </pc:picChg>
        <pc:picChg chg="add mod">
          <ac:chgData name="Mathilde Annette Nicole Roulleau" userId="4ab294c6-1984-4b16-bc43-8e77deede0e4" providerId="ADAL" clId="{79810BCC-BAA2-4D46-8788-90936CCE2327}" dt="2026-02-12T08:28:28.580" v="5646" actId="14100"/>
          <ac:picMkLst>
            <pc:docMk/>
            <pc:sldMk cId="4092730488" sldId="292"/>
            <ac:picMk id="47" creationId="{FA8B9CA8-257D-8AC2-1AB6-7E4B2323BCF9}"/>
          </ac:picMkLst>
        </pc:picChg>
        <pc:picChg chg="add mod">
          <ac:chgData name="Mathilde Annette Nicole Roulleau" userId="4ab294c6-1984-4b16-bc43-8e77deede0e4" providerId="ADAL" clId="{79810BCC-BAA2-4D46-8788-90936CCE2327}" dt="2026-02-12T08:29:32.858" v="5663" actId="1076"/>
          <ac:picMkLst>
            <pc:docMk/>
            <pc:sldMk cId="4092730488" sldId="292"/>
            <ac:picMk id="49" creationId="{04CA9103-7590-DCA2-E9DD-23B8362656AB}"/>
          </ac:picMkLst>
        </pc:picChg>
        <pc:picChg chg="add mod">
          <ac:chgData name="Mathilde Annette Nicole Roulleau" userId="4ab294c6-1984-4b16-bc43-8e77deede0e4" providerId="ADAL" clId="{79810BCC-BAA2-4D46-8788-90936CCE2327}" dt="2026-02-12T08:29:49.096" v="5675" actId="1076"/>
          <ac:picMkLst>
            <pc:docMk/>
            <pc:sldMk cId="4092730488" sldId="292"/>
            <ac:picMk id="50" creationId="{39A2AB61-F3F1-0101-9C7E-023F9D51F3EF}"/>
          </ac:picMkLst>
        </pc:picChg>
        <pc:picChg chg="add mod">
          <ac:chgData name="Mathilde Annette Nicole Roulleau" userId="4ab294c6-1984-4b16-bc43-8e77deede0e4" providerId="ADAL" clId="{79810BCC-BAA2-4D46-8788-90936CCE2327}" dt="2026-02-12T08:31:18.856" v="5714" actId="1076"/>
          <ac:picMkLst>
            <pc:docMk/>
            <pc:sldMk cId="4092730488" sldId="292"/>
            <ac:picMk id="51" creationId="{3DB06141-455A-C355-EA33-179F7E461012}"/>
          </ac:picMkLst>
        </pc:picChg>
        <pc:picChg chg="add mod">
          <ac:chgData name="Mathilde Annette Nicole Roulleau" userId="4ab294c6-1984-4b16-bc43-8e77deede0e4" providerId="ADAL" clId="{79810BCC-BAA2-4D46-8788-90936CCE2327}" dt="2026-02-12T08:31:18.856" v="5714" actId="1076"/>
          <ac:picMkLst>
            <pc:docMk/>
            <pc:sldMk cId="4092730488" sldId="292"/>
            <ac:picMk id="52" creationId="{4E0CDE39-7D42-4721-A0E8-B28DC155390E}"/>
          </ac:picMkLst>
        </pc:picChg>
        <pc:picChg chg="add mod">
          <ac:chgData name="Mathilde Annette Nicole Roulleau" userId="4ab294c6-1984-4b16-bc43-8e77deede0e4" providerId="ADAL" clId="{79810BCC-BAA2-4D46-8788-90936CCE2327}" dt="2026-02-12T08:29:44.938" v="5672" actId="1076"/>
          <ac:picMkLst>
            <pc:docMk/>
            <pc:sldMk cId="4092730488" sldId="292"/>
            <ac:picMk id="53" creationId="{92ED2FC5-DE4D-7DEC-26FB-B4C54EE93F30}"/>
          </ac:picMkLst>
        </pc:picChg>
        <pc:picChg chg="add mod">
          <ac:chgData name="Mathilde Annette Nicole Roulleau" userId="4ab294c6-1984-4b16-bc43-8e77deede0e4" providerId="ADAL" clId="{79810BCC-BAA2-4D46-8788-90936CCE2327}" dt="2026-02-12T08:31:35.864" v="5716" actId="1076"/>
          <ac:picMkLst>
            <pc:docMk/>
            <pc:sldMk cId="4092730488" sldId="292"/>
            <ac:picMk id="54" creationId="{1EE77336-4F71-2D9F-8648-C7F64B469B56}"/>
          </ac:picMkLst>
        </pc:picChg>
        <pc:picChg chg="add mod">
          <ac:chgData name="Mathilde Annette Nicole Roulleau" userId="4ab294c6-1984-4b16-bc43-8e77deede0e4" providerId="ADAL" clId="{79810BCC-BAA2-4D46-8788-90936CCE2327}" dt="2026-02-12T08:29:55.253" v="5682" actId="1076"/>
          <ac:picMkLst>
            <pc:docMk/>
            <pc:sldMk cId="4092730488" sldId="292"/>
            <ac:picMk id="55" creationId="{936EF99C-3AB1-C6DC-97F4-B7E58DD80DC7}"/>
          </ac:picMkLst>
        </pc:picChg>
        <pc:picChg chg="add mod">
          <ac:chgData name="Mathilde Annette Nicole Roulleau" userId="4ab294c6-1984-4b16-bc43-8e77deede0e4" providerId="ADAL" clId="{79810BCC-BAA2-4D46-8788-90936CCE2327}" dt="2026-02-12T08:31:25.937" v="5715" actId="1076"/>
          <ac:picMkLst>
            <pc:docMk/>
            <pc:sldMk cId="4092730488" sldId="292"/>
            <ac:picMk id="56" creationId="{7764EA24-DA87-9FB4-8BD5-2D57FF3E6996}"/>
          </ac:picMkLst>
        </pc:picChg>
        <pc:picChg chg="add mod">
          <ac:chgData name="Mathilde Annette Nicole Roulleau" userId="4ab294c6-1984-4b16-bc43-8e77deede0e4" providerId="ADAL" clId="{79810BCC-BAA2-4D46-8788-90936CCE2327}" dt="2026-02-12T08:29:53.818" v="5681" actId="1076"/>
          <ac:picMkLst>
            <pc:docMk/>
            <pc:sldMk cId="4092730488" sldId="292"/>
            <ac:picMk id="57" creationId="{AB8DE626-E5D3-F5B5-3EFC-CD5519219A72}"/>
          </ac:picMkLst>
        </pc:picChg>
        <pc:picChg chg="add mod">
          <ac:chgData name="Mathilde Annette Nicole Roulleau" userId="4ab294c6-1984-4b16-bc43-8e77deede0e4" providerId="ADAL" clId="{79810BCC-BAA2-4D46-8788-90936CCE2327}" dt="2026-02-12T08:29:52.139" v="5680" actId="1076"/>
          <ac:picMkLst>
            <pc:docMk/>
            <pc:sldMk cId="4092730488" sldId="292"/>
            <ac:picMk id="58" creationId="{811D0DA0-2146-EBB7-7091-062E51EEEEF2}"/>
          </ac:picMkLst>
        </pc:picChg>
        <pc:picChg chg="add mod">
          <ac:chgData name="Mathilde Annette Nicole Roulleau" userId="4ab294c6-1984-4b16-bc43-8e77deede0e4" providerId="ADAL" clId="{79810BCC-BAA2-4D46-8788-90936CCE2327}" dt="2026-02-12T08:30:39.126" v="5697" actId="1076"/>
          <ac:picMkLst>
            <pc:docMk/>
            <pc:sldMk cId="4092730488" sldId="292"/>
            <ac:picMk id="60" creationId="{0FCC1BB3-6D23-6979-826A-7E4246BC23BD}"/>
          </ac:picMkLst>
        </pc:picChg>
        <pc:picChg chg="add mod">
          <ac:chgData name="Mathilde Annette Nicole Roulleau" userId="4ab294c6-1984-4b16-bc43-8e77deede0e4" providerId="ADAL" clId="{79810BCC-BAA2-4D46-8788-90936CCE2327}" dt="2026-02-12T08:31:18.856" v="5714" actId="1076"/>
          <ac:picMkLst>
            <pc:docMk/>
            <pc:sldMk cId="4092730488" sldId="292"/>
            <ac:picMk id="61" creationId="{AEAA41CE-07B5-6A6D-ADCE-6638EB979DED}"/>
          </ac:picMkLst>
        </pc:picChg>
        <pc:picChg chg="add mod">
          <ac:chgData name="Mathilde Annette Nicole Roulleau" userId="4ab294c6-1984-4b16-bc43-8e77deede0e4" providerId="ADAL" clId="{79810BCC-BAA2-4D46-8788-90936CCE2327}" dt="2026-02-12T08:30:39.920" v="5698" actId="1076"/>
          <ac:picMkLst>
            <pc:docMk/>
            <pc:sldMk cId="4092730488" sldId="292"/>
            <ac:picMk id="62" creationId="{7D4060BF-E763-C741-5AA0-A1ADB8915A8F}"/>
          </ac:picMkLst>
        </pc:picChg>
        <pc:picChg chg="add mod">
          <ac:chgData name="Mathilde Annette Nicole Roulleau" userId="4ab294c6-1984-4b16-bc43-8e77deede0e4" providerId="ADAL" clId="{79810BCC-BAA2-4D46-8788-90936CCE2327}" dt="2026-02-12T08:30:40.709" v="5699" actId="1076"/>
          <ac:picMkLst>
            <pc:docMk/>
            <pc:sldMk cId="4092730488" sldId="292"/>
            <ac:picMk id="63" creationId="{8CDDA769-F9F5-A137-D91B-F0BB3645ADDE}"/>
          </ac:picMkLst>
        </pc:picChg>
        <pc:picChg chg="add mod">
          <ac:chgData name="Mathilde Annette Nicole Roulleau" userId="4ab294c6-1984-4b16-bc43-8e77deede0e4" providerId="ADAL" clId="{79810BCC-BAA2-4D46-8788-90936CCE2327}" dt="2026-02-12T08:30:41.789" v="5700" actId="1076"/>
          <ac:picMkLst>
            <pc:docMk/>
            <pc:sldMk cId="4092730488" sldId="292"/>
            <ac:picMk id="1024" creationId="{B75B378D-475B-6634-BB80-7FA730984C4D}"/>
          </ac:picMkLst>
        </pc:picChg>
        <pc:picChg chg="add mod">
          <ac:chgData name="Mathilde Annette Nicole Roulleau" userId="4ab294c6-1984-4b16-bc43-8e77deede0e4" providerId="ADAL" clId="{79810BCC-BAA2-4D46-8788-90936CCE2327}" dt="2026-02-12T08:30:44.125" v="5701" actId="1076"/>
          <ac:picMkLst>
            <pc:docMk/>
            <pc:sldMk cId="4092730488" sldId="292"/>
            <ac:picMk id="1025" creationId="{5811138F-7B3F-9725-A3A7-3C33CC8A7DAD}"/>
          </ac:picMkLst>
        </pc:picChg>
        <pc:picChg chg="add mod">
          <ac:chgData name="Mathilde Annette Nicole Roulleau" userId="4ab294c6-1984-4b16-bc43-8e77deede0e4" providerId="ADAL" clId="{79810BCC-BAA2-4D46-8788-90936CCE2327}" dt="2026-02-12T08:31:18.856" v="5714" actId="1076"/>
          <ac:picMkLst>
            <pc:docMk/>
            <pc:sldMk cId="4092730488" sldId="292"/>
            <ac:picMk id="1027" creationId="{1702434C-4442-F7D6-4871-CDAE3014F051}"/>
          </ac:picMkLst>
        </pc:picChg>
        <pc:picChg chg="add mod">
          <ac:chgData name="Mathilde Annette Nicole Roulleau" userId="4ab294c6-1984-4b16-bc43-8e77deede0e4" providerId="ADAL" clId="{79810BCC-BAA2-4D46-8788-90936CCE2327}" dt="2026-02-12T08:31:18.856" v="5714" actId="1076"/>
          <ac:picMkLst>
            <pc:docMk/>
            <pc:sldMk cId="4092730488" sldId="292"/>
            <ac:picMk id="1028" creationId="{698B80E0-0E18-3CE5-DFC1-A7A10C1DFF69}"/>
          </ac:picMkLst>
        </pc:picChg>
        <pc:picChg chg="add mod">
          <ac:chgData name="Mathilde Annette Nicole Roulleau" userId="4ab294c6-1984-4b16-bc43-8e77deede0e4" providerId="ADAL" clId="{79810BCC-BAA2-4D46-8788-90936CCE2327}" dt="2026-02-12T08:31:18.856" v="5714" actId="1076"/>
          <ac:picMkLst>
            <pc:docMk/>
            <pc:sldMk cId="4092730488" sldId="292"/>
            <ac:picMk id="1029" creationId="{6D65A33D-12B8-8BBA-0BDB-791AA5A8E903}"/>
          </ac:picMkLst>
        </pc:picChg>
        <pc:picChg chg="add mod">
          <ac:chgData name="Mathilde Annette Nicole Roulleau" userId="4ab294c6-1984-4b16-bc43-8e77deede0e4" providerId="ADAL" clId="{79810BCC-BAA2-4D46-8788-90936CCE2327}" dt="2026-02-12T08:30:59.158" v="5711" actId="1076"/>
          <ac:picMkLst>
            <pc:docMk/>
            <pc:sldMk cId="4092730488" sldId="292"/>
            <ac:picMk id="1030" creationId="{E73F8F25-5A5C-54A6-765D-5E0762797AC0}"/>
          </ac:picMkLst>
        </pc:picChg>
        <pc:picChg chg="add mod">
          <ac:chgData name="Mathilde Annette Nicole Roulleau" userId="4ab294c6-1984-4b16-bc43-8e77deede0e4" providerId="ADAL" clId="{79810BCC-BAA2-4D46-8788-90936CCE2327}" dt="2026-02-12T08:30:57.846" v="5710" actId="1076"/>
          <ac:picMkLst>
            <pc:docMk/>
            <pc:sldMk cId="4092730488" sldId="292"/>
            <ac:picMk id="1031" creationId="{7DD8D924-BC1B-F75A-F86D-FD70B9993551}"/>
          </ac:picMkLst>
        </pc:picChg>
      </pc:sldChg>
      <pc:sldChg chg="addSp delSp modSp add mod addAnim delAnim modAnim">
        <pc:chgData name="Mathilde Annette Nicole Roulleau" userId="4ab294c6-1984-4b16-bc43-8e77deede0e4" providerId="ADAL" clId="{79810BCC-BAA2-4D46-8788-90936CCE2327}" dt="2026-02-23T20:43:27.918" v="8960" actId="790"/>
        <pc:sldMkLst>
          <pc:docMk/>
          <pc:sldMk cId="2412630593" sldId="293"/>
        </pc:sldMkLst>
        <pc:spChg chg="add mod">
          <ac:chgData name="Mathilde Annette Nicole Roulleau" userId="4ab294c6-1984-4b16-bc43-8e77deede0e4" providerId="ADAL" clId="{79810BCC-BAA2-4D46-8788-90936CCE2327}" dt="2026-02-23T20:43:27.918" v="8960" actId="790"/>
          <ac:spMkLst>
            <pc:docMk/>
            <pc:sldMk cId="2412630593" sldId="293"/>
            <ac:spMk id="2" creationId="{87D9D75B-65B2-E9AF-25C3-68303979C90F}"/>
          </ac:spMkLst>
        </pc:spChg>
        <pc:spChg chg="add mod">
          <ac:chgData name="Mathilde Annette Nicole Roulleau" userId="4ab294c6-1984-4b16-bc43-8e77deede0e4" providerId="ADAL" clId="{79810BCC-BAA2-4D46-8788-90936CCE2327}" dt="2026-02-12T08:40:03.735" v="5823" actId="1076"/>
          <ac:spMkLst>
            <pc:docMk/>
            <pc:sldMk cId="2412630593" sldId="293"/>
            <ac:spMk id="3" creationId="{EA7262B6-BD96-0772-141C-7C42AAA05C14}"/>
          </ac:spMkLst>
        </pc:spChg>
        <pc:spChg chg="add mod">
          <ac:chgData name="Mathilde Annette Nicole Roulleau" userId="4ab294c6-1984-4b16-bc43-8e77deede0e4" providerId="ADAL" clId="{79810BCC-BAA2-4D46-8788-90936CCE2327}" dt="2026-02-12T09:09:23.386" v="6070" actId="1038"/>
          <ac:spMkLst>
            <pc:docMk/>
            <pc:sldMk cId="2412630593" sldId="293"/>
            <ac:spMk id="4" creationId="{42B09E9C-060D-000B-D1B4-A68C5A52DBB7}"/>
          </ac:spMkLst>
        </pc:spChg>
        <pc:spChg chg="add mod">
          <ac:chgData name="Mathilde Annette Nicole Roulleau" userId="4ab294c6-1984-4b16-bc43-8e77deede0e4" providerId="ADAL" clId="{79810BCC-BAA2-4D46-8788-90936CCE2327}" dt="2026-02-12T09:09:34.003" v="6128" actId="1037"/>
          <ac:spMkLst>
            <pc:docMk/>
            <pc:sldMk cId="2412630593" sldId="293"/>
            <ac:spMk id="5" creationId="{89E2E6DE-6D5B-3A56-86E3-4D1AD033BEE2}"/>
          </ac:spMkLst>
        </pc:spChg>
        <pc:spChg chg="add mod">
          <ac:chgData name="Mathilde Annette Nicole Roulleau" userId="4ab294c6-1984-4b16-bc43-8e77deede0e4" providerId="ADAL" clId="{79810BCC-BAA2-4D46-8788-90936CCE2327}" dt="2026-02-18T16:53:05.708" v="6657" actId="20577"/>
          <ac:spMkLst>
            <pc:docMk/>
            <pc:sldMk cId="2412630593" sldId="293"/>
            <ac:spMk id="6" creationId="{129A5E93-17D1-2472-4340-2D8FD376375C}"/>
          </ac:spMkLst>
        </pc:spChg>
        <pc:spChg chg="mod">
          <ac:chgData name="Mathilde Annette Nicole Roulleau" userId="4ab294c6-1984-4b16-bc43-8e77deede0e4" providerId="ADAL" clId="{79810BCC-BAA2-4D46-8788-90936CCE2327}" dt="2026-02-12T08:38:22.127" v="5790" actId="404"/>
          <ac:spMkLst>
            <pc:docMk/>
            <pc:sldMk cId="2412630593" sldId="293"/>
            <ac:spMk id="9" creationId="{934728CC-CC79-45AB-B783-F4FCD1705BEC}"/>
          </ac:spMkLst>
        </pc:spChg>
        <pc:spChg chg="mod">
          <ac:chgData name="Mathilde Annette Nicole Roulleau" userId="4ab294c6-1984-4b16-bc43-8e77deede0e4" providerId="ADAL" clId="{79810BCC-BAA2-4D46-8788-90936CCE2327}" dt="2026-02-23T20:43:27.918" v="8960" actId="790"/>
          <ac:spMkLst>
            <pc:docMk/>
            <pc:sldMk cId="2412630593" sldId="293"/>
            <ac:spMk id="38" creationId="{A226B3FB-B8E0-2542-747D-0D44F8F3AC9D}"/>
          </ac:spMkLst>
        </pc:spChg>
        <pc:spChg chg="mod">
          <ac:chgData name="Mathilde Annette Nicole Roulleau" userId="4ab294c6-1984-4b16-bc43-8e77deede0e4" providerId="ADAL" clId="{79810BCC-BAA2-4D46-8788-90936CCE2327}" dt="2026-02-12T09:09:23.386" v="6070" actId="1038"/>
          <ac:spMkLst>
            <pc:docMk/>
            <pc:sldMk cId="2412630593" sldId="293"/>
            <ac:spMk id="48" creationId="{1DD0D24F-D5CC-1982-B418-72155126D99B}"/>
          </ac:spMkLst>
        </pc:spChg>
        <pc:spChg chg="mod">
          <ac:chgData name="Mathilde Annette Nicole Roulleau" userId="4ab294c6-1984-4b16-bc43-8e77deede0e4" providerId="ADAL" clId="{79810BCC-BAA2-4D46-8788-90936CCE2327}" dt="2026-02-12T09:09:34.003" v="6128" actId="1037"/>
          <ac:spMkLst>
            <pc:docMk/>
            <pc:sldMk cId="2412630593" sldId="293"/>
            <ac:spMk id="59" creationId="{79F90310-DB63-0F1B-E025-E5C20BB785AC}"/>
          </ac:spMkLst>
        </pc:spChg>
        <pc:spChg chg="add mod">
          <ac:chgData name="Mathilde Annette Nicole Roulleau" userId="4ab294c6-1984-4b16-bc43-8e77deede0e4" providerId="ADAL" clId="{79810BCC-BAA2-4D46-8788-90936CCE2327}" dt="2026-02-23T20:43:27.918" v="8960" actId="790"/>
          <ac:spMkLst>
            <pc:docMk/>
            <pc:sldMk cId="2412630593" sldId="293"/>
            <ac:spMk id="1057" creationId="{9F5EE80A-1546-DA4B-91FE-F0507F38D0F2}"/>
          </ac:spMkLst>
        </pc:spChg>
        <pc:spChg chg="add mod">
          <ac:chgData name="Mathilde Annette Nicole Roulleau" userId="4ab294c6-1984-4b16-bc43-8e77deede0e4" providerId="ADAL" clId="{79810BCC-BAA2-4D46-8788-90936CCE2327}" dt="2026-02-23T20:43:27.918" v="8960" actId="790"/>
          <ac:spMkLst>
            <pc:docMk/>
            <pc:sldMk cId="2412630593" sldId="293"/>
            <ac:spMk id="1058" creationId="{1E5AEF48-14B4-FC86-DC5F-B00C8E261436}"/>
          </ac:spMkLst>
        </pc:spChg>
        <pc:spChg chg="add mod">
          <ac:chgData name="Mathilde Annette Nicole Roulleau" userId="4ab294c6-1984-4b16-bc43-8e77deede0e4" providerId="ADAL" clId="{79810BCC-BAA2-4D46-8788-90936CCE2327}" dt="2026-02-23T20:43:27.918" v="8960" actId="790"/>
          <ac:spMkLst>
            <pc:docMk/>
            <pc:sldMk cId="2412630593" sldId="293"/>
            <ac:spMk id="1059" creationId="{B74A3331-69EF-968C-07C1-09539F888B0E}"/>
          </ac:spMkLst>
        </pc:spChg>
        <pc:spChg chg="add mod">
          <ac:chgData name="Mathilde Annette Nicole Roulleau" userId="4ab294c6-1984-4b16-bc43-8e77deede0e4" providerId="ADAL" clId="{79810BCC-BAA2-4D46-8788-90936CCE2327}" dt="2026-02-12T09:31:49.636" v="6236" actId="1076"/>
          <ac:spMkLst>
            <pc:docMk/>
            <pc:sldMk cId="2412630593" sldId="293"/>
            <ac:spMk id="1072" creationId="{EED46126-7DCC-493B-FE38-C204B1C1BCDE}"/>
          </ac:spMkLst>
        </pc:spChg>
        <pc:spChg chg="add mod">
          <ac:chgData name="Mathilde Annette Nicole Roulleau" userId="4ab294c6-1984-4b16-bc43-8e77deede0e4" providerId="ADAL" clId="{79810BCC-BAA2-4D46-8788-90936CCE2327}" dt="2026-02-12T09:31:49.636" v="6236" actId="1076"/>
          <ac:spMkLst>
            <pc:docMk/>
            <pc:sldMk cId="2412630593" sldId="293"/>
            <ac:spMk id="1073" creationId="{3858846A-2DEC-F2A1-2CAF-0906AA25987B}"/>
          </ac:spMkLst>
        </pc:spChg>
        <pc:spChg chg="add mod">
          <ac:chgData name="Mathilde Annette Nicole Roulleau" userId="4ab294c6-1984-4b16-bc43-8e77deede0e4" providerId="ADAL" clId="{79810BCC-BAA2-4D46-8788-90936CCE2327}" dt="2026-02-12T09:31:49.636" v="6236" actId="1076"/>
          <ac:spMkLst>
            <pc:docMk/>
            <pc:sldMk cId="2412630593" sldId="293"/>
            <ac:spMk id="1074" creationId="{52F6BC9C-1D34-FE7E-EEB7-404AC316C53F}"/>
          </ac:spMkLst>
        </pc:spChg>
        <pc:spChg chg="add mod">
          <ac:chgData name="Mathilde Annette Nicole Roulleau" userId="4ab294c6-1984-4b16-bc43-8e77deede0e4" providerId="ADAL" clId="{79810BCC-BAA2-4D46-8788-90936CCE2327}" dt="2026-02-12T09:31:26.964" v="6235" actId="1076"/>
          <ac:spMkLst>
            <pc:docMk/>
            <pc:sldMk cId="2412630593" sldId="293"/>
            <ac:spMk id="1075" creationId="{BB0CE590-7FFE-46EA-E175-CCAC4112075F}"/>
          </ac:spMkLst>
        </pc:spChg>
        <pc:spChg chg="add mod">
          <ac:chgData name="Mathilde Annette Nicole Roulleau" userId="4ab294c6-1984-4b16-bc43-8e77deede0e4" providerId="ADAL" clId="{79810BCC-BAA2-4D46-8788-90936CCE2327}" dt="2026-02-12T09:31:15.984" v="6234" actId="1076"/>
          <ac:spMkLst>
            <pc:docMk/>
            <pc:sldMk cId="2412630593" sldId="293"/>
            <ac:spMk id="1076" creationId="{C9AABC38-BCC9-8D85-1E47-02E77D6C2294}"/>
          </ac:spMkLst>
        </pc:spChg>
        <pc:spChg chg="add mod">
          <ac:chgData name="Mathilde Annette Nicole Roulleau" userId="4ab294c6-1984-4b16-bc43-8e77deede0e4" providerId="ADAL" clId="{79810BCC-BAA2-4D46-8788-90936CCE2327}" dt="2026-02-12T09:31:26.964" v="6235" actId="1076"/>
          <ac:spMkLst>
            <pc:docMk/>
            <pc:sldMk cId="2412630593" sldId="293"/>
            <ac:spMk id="1077" creationId="{EA9E0793-81E9-E9E7-5287-9A2D77C8CDFB}"/>
          </ac:spMkLst>
        </pc:spChg>
        <pc:spChg chg="add mod">
          <ac:chgData name="Mathilde Annette Nicole Roulleau" userId="4ab294c6-1984-4b16-bc43-8e77deede0e4" providerId="ADAL" clId="{79810BCC-BAA2-4D46-8788-90936CCE2327}" dt="2026-02-23T20:43:27.918" v="8960" actId="790"/>
          <ac:spMkLst>
            <pc:docMk/>
            <pc:sldMk cId="2412630593" sldId="293"/>
            <ac:spMk id="1078" creationId="{3A39C940-2ACD-74CD-0F38-1C3B090C09D7}"/>
          </ac:spMkLst>
        </pc:spChg>
        <pc:spChg chg="add mod">
          <ac:chgData name="Mathilde Annette Nicole Roulleau" userId="4ab294c6-1984-4b16-bc43-8e77deede0e4" providerId="ADAL" clId="{79810BCC-BAA2-4D46-8788-90936CCE2327}" dt="2026-02-23T20:43:27.918" v="8960" actId="790"/>
          <ac:spMkLst>
            <pc:docMk/>
            <pc:sldMk cId="2412630593" sldId="293"/>
            <ac:spMk id="1079" creationId="{83A81800-E502-52DF-0EE2-92D01CE36938}"/>
          </ac:spMkLst>
        </pc:spChg>
        <pc:spChg chg="add mod">
          <ac:chgData name="Mathilde Annette Nicole Roulleau" userId="4ab294c6-1984-4b16-bc43-8e77deede0e4" providerId="ADAL" clId="{79810BCC-BAA2-4D46-8788-90936CCE2327}" dt="2026-02-23T20:43:27.918" v="8960" actId="790"/>
          <ac:spMkLst>
            <pc:docMk/>
            <pc:sldMk cId="2412630593" sldId="293"/>
            <ac:spMk id="1080" creationId="{A0A4531E-A95B-5629-EB27-7CB0FE635690}"/>
          </ac:spMkLst>
        </pc:spChg>
        <pc:spChg chg="add mod">
          <ac:chgData name="Mathilde Annette Nicole Roulleau" userId="4ab294c6-1984-4b16-bc43-8e77deede0e4" providerId="ADAL" clId="{79810BCC-BAA2-4D46-8788-90936CCE2327}" dt="2026-02-23T20:43:27.918" v="8960" actId="790"/>
          <ac:spMkLst>
            <pc:docMk/>
            <pc:sldMk cId="2412630593" sldId="293"/>
            <ac:spMk id="1081" creationId="{FCF4EF7B-4DBD-CB05-5736-29C8906DA832}"/>
          </ac:spMkLst>
        </pc:spChg>
        <pc:spChg chg="add mod">
          <ac:chgData name="Mathilde Annette Nicole Roulleau" userId="4ab294c6-1984-4b16-bc43-8e77deede0e4" providerId="ADAL" clId="{79810BCC-BAA2-4D46-8788-90936CCE2327}" dt="2026-02-12T09:31:26.964" v="6235" actId="1076"/>
          <ac:spMkLst>
            <pc:docMk/>
            <pc:sldMk cId="2412630593" sldId="293"/>
            <ac:spMk id="1082" creationId="{B8814B18-DE5F-1934-7171-6EF0D9A93F7E}"/>
          </ac:spMkLst>
        </pc:spChg>
        <pc:spChg chg="add mod">
          <ac:chgData name="Mathilde Annette Nicole Roulleau" userId="4ab294c6-1984-4b16-bc43-8e77deede0e4" providerId="ADAL" clId="{79810BCC-BAA2-4D46-8788-90936CCE2327}" dt="2026-02-12T09:32:11.597" v="6239" actId="1076"/>
          <ac:spMkLst>
            <pc:docMk/>
            <pc:sldMk cId="2412630593" sldId="293"/>
            <ac:spMk id="1083" creationId="{CBC4496A-0D8E-5D21-4945-D5C6773B1D57}"/>
          </ac:spMkLst>
        </pc:spChg>
        <pc:spChg chg="add mod">
          <ac:chgData name="Mathilde Annette Nicole Roulleau" userId="4ab294c6-1984-4b16-bc43-8e77deede0e4" providerId="ADAL" clId="{79810BCC-BAA2-4D46-8788-90936CCE2327}" dt="2026-02-12T09:32:01.883" v="6238" actId="1076"/>
          <ac:spMkLst>
            <pc:docMk/>
            <pc:sldMk cId="2412630593" sldId="293"/>
            <ac:spMk id="1085" creationId="{03759811-FAA8-C04E-12A0-27C9069AF2B6}"/>
          </ac:spMkLst>
        </pc:spChg>
        <pc:spChg chg="add mod">
          <ac:chgData name="Mathilde Annette Nicole Roulleau" userId="4ab294c6-1984-4b16-bc43-8e77deede0e4" providerId="ADAL" clId="{79810BCC-BAA2-4D46-8788-90936CCE2327}" dt="2026-02-23T20:43:27.918" v="8960" actId="790"/>
          <ac:spMkLst>
            <pc:docMk/>
            <pc:sldMk cId="2412630593" sldId="293"/>
            <ac:spMk id="1086" creationId="{FF589C7F-4553-3485-443C-20721CEF77DE}"/>
          </ac:spMkLst>
        </pc:spChg>
        <pc:spChg chg="add mod">
          <ac:chgData name="Mathilde Annette Nicole Roulleau" userId="4ab294c6-1984-4b16-bc43-8e77deede0e4" providerId="ADAL" clId="{79810BCC-BAA2-4D46-8788-90936CCE2327}" dt="2026-02-12T09:36:08.266" v="6288" actId="1076"/>
          <ac:spMkLst>
            <pc:docMk/>
            <pc:sldMk cId="2412630593" sldId="293"/>
            <ac:spMk id="1087" creationId="{8A6C2A4D-6109-2430-FB83-2587DE738F02}"/>
          </ac:spMkLst>
        </pc:spChg>
        <pc:picChg chg="mod">
          <ac:chgData name="Mathilde Annette Nicole Roulleau" userId="4ab294c6-1984-4b16-bc43-8e77deede0e4" providerId="ADAL" clId="{79810BCC-BAA2-4D46-8788-90936CCE2327}" dt="2026-02-12T08:38:38.116" v="5792" actId="1076"/>
          <ac:picMkLst>
            <pc:docMk/>
            <pc:sldMk cId="2412630593" sldId="293"/>
            <ac:picMk id="17" creationId="{BDCD8AEC-F5A7-7AFD-F091-2220F6AB863D}"/>
          </ac:picMkLst>
        </pc:picChg>
        <pc:picChg chg="mod">
          <ac:chgData name="Mathilde Annette Nicole Roulleau" userId="4ab294c6-1984-4b16-bc43-8e77deede0e4" providerId="ADAL" clId="{79810BCC-BAA2-4D46-8788-90936CCE2327}" dt="2026-02-12T08:38:38.116" v="5792" actId="1076"/>
          <ac:picMkLst>
            <pc:docMk/>
            <pc:sldMk cId="2412630593" sldId="293"/>
            <ac:picMk id="29" creationId="{1B313FC9-34FC-BAC6-C7F0-E899951E1BE1}"/>
          </ac:picMkLst>
        </pc:picChg>
        <pc:picChg chg="mod">
          <ac:chgData name="Mathilde Annette Nicole Roulleau" userId="4ab294c6-1984-4b16-bc43-8e77deede0e4" providerId="ADAL" clId="{79810BCC-BAA2-4D46-8788-90936CCE2327}" dt="2026-02-12T08:38:38.116" v="5792" actId="1076"/>
          <ac:picMkLst>
            <pc:docMk/>
            <pc:sldMk cId="2412630593" sldId="293"/>
            <ac:picMk id="40" creationId="{5451B4DD-126F-9C7D-616A-0D3C31ED9AD5}"/>
          </ac:picMkLst>
        </pc:picChg>
        <pc:picChg chg="mod">
          <ac:chgData name="Mathilde Annette Nicole Roulleau" userId="4ab294c6-1984-4b16-bc43-8e77deede0e4" providerId="ADAL" clId="{79810BCC-BAA2-4D46-8788-90936CCE2327}" dt="2026-02-12T08:38:38.116" v="5792" actId="1076"/>
          <ac:picMkLst>
            <pc:docMk/>
            <pc:sldMk cId="2412630593" sldId="293"/>
            <ac:picMk id="41" creationId="{F3C45C54-0A4B-0FB5-C5EE-51F28C988623}"/>
          </ac:picMkLst>
        </pc:picChg>
        <pc:picChg chg="mod">
          <ac:chgData name="Mathilde Annette Nicole Roulleau" userId="4ab294c6-1984-4b16-bc43-8e77deede0e4" providerId="ADAL" clId="{79810BCC-BAA2-4D46-8788-90936CCE2327}" dt="2026-02-12T08:38:38.116" v="5792" actId="1076"/>
          <ac:picMkLst>
            <pc:docMk/>
            <pc:sldMk cId="2412630593" sldId="293"/>
            <ac:picMk id="42" creationId="{3F05C8D7-F4F4-ACD7-DD82-14A09BED2303}"/>
          </ac:picMkLst>
        </pc:picChg>
        <pc:picChg chg="mod">
          <ac:chgData name="Mathilde Annette Nicole Roulleau" userId="4ab294c6-1984-4b16-bc43-8e77deede0e4" providerId="ADAL" clId="{79810BCC-BAA2-4D46-8788-90936CCE2327}" dt="2026-02-12T08:38:38.116" v="5792" actId="1076"/>
          <ac:picMkLst>
            <pc:docMk/>
            <pc:sldMk cId="2412630593" sldId="293"/>
            <ac:picMk id="43" creationId="{226BDA57-8303-5397-77B7-55B10C150FF3}"/>
          </ac:picMkLst>
        </pc:picChg>
        <pc:picChg chg="mod">
          <ac:chgData name="Mathilde Annette Nicole Roulleau" userId="4ab294c6-1984-4b16-bc43-8e77deede0e4" providerId="ADAL" clId="{79810BCC-BAA2-4D46-8788-90936CCE2327}" dt="2026-02-12T08:38:38.116" v="5792" actId="1076"/>
          <ac:picMkLst>
            <pc:docMk/>
            <pc:sldMk cId="2412630593" sldId="293"/>
            <ac:picMk id="44" creationId="{B4E9B1E2-11E3-08F8-053C-0878A78D33BA}"/>
          </ac:picMkLst>
        </pc:picChg>
        <pc:picChg chg="mod">
          <ac:chgData name="Mathilde Annette Nicole Roulleau" userId="4ab294c6-1984-4b16-bc43-8e77deede0e4" providerId="ADAL" clId="{79810BCC-BAA2-4D46-8788-90936CCE2327}" dt="2026-02-12T08:38:38.116" v="5792" actId="1076"/>
          <ac:picMkLst>
            <pc:docMk/>
            <pc:sldMk cId="2412630593" sldId="293"/>
            <ac:picMk id="45" creationId="{7B42D8C1-E591-C836-8650-1953B82172B7}"/>
          </ac:picMkLst>
        </pc:picChg>
        <pc:picChg chg="mod">
          <ac:chgData name="Mathilde Annette Nicole Roulleau" userId="4ab294c6-1984-4b16-bc43-8e77deede0e4" providerId="ADAL" clId="{79810BCC-BAA2-4D46-8788-90936CCE2327}" dt="2026-02-12T08:38:38.116" v="5792" actId="1076"/>
          <ac:picMkLst>
            <pc:docMk/>
            <pc:sldMk cId="2412630593" sldId="293"/>
            <ac:picMk id="47" creationId="{C4379855-C102-8E99-BF7F-DF432C7B7AD5}"/>
          </ac:picMkLst>
        </pc:picChg>
        <pc:picChg chg="mod">
          <ac:chgData name="Mathilde Annette Nicole Roulleau" userId="4ab294c6-1984-4b16-bc43-8e77deede0e4" providerId="ADAL" clId="{79810BCC-BAA2-4D46-8788-90936CCE2327}" dt="2026-02-12T09:09:23.386" v="6070" actId="1038"/>
          <ac:picMkLst>
            <pc:docMk/>
            <pc:sldMk cId="2412630593" sldId="293"/>
            <ac:picMk id="49" creationId="{517EBEA9-EBB8-E60F-3558-242AD3829065}"/>
          </ac:picMkLst>
        </pc:picChg>
        <pc:picChg chg="mod">
          <ac:chgData name="Mathilde Annette Nicole Roulleau" userId="4ab294c6-1984-4b16-bc43-8e77deede0e4" providerId="ADAL" clId="{79810BCC-BAA2-4D46-8788-90936CCE2327}" dt="2026-02-12T09:04:29.091" v="5962" actId="1076"/>
          <ac:picMkLst>
            <pc:docMk/>
            <pc:sldMk cId="2412630593" sldId="293"/>
            <ac:picMk id="50" creationId="{411B5712-FAD8-07CB-094F-8EF6398AC406}"/>
          </ac:picMkLst>
        </pc:picChg>
        <pc:picChg chg="mod">
          <ac:chgData name="Mathilde Annette Nicole Roulleau" userId="4ab294c6-1984-4b16-bc43-8e77deede0e4" providerId="ADAL" clId="{79810BCC-BAA2-4D46-8788-90936CCE2327}" dt="2026-02-12T09:04:29.091" v="5962" actId="1076"/>
          <ac:picMkLst>
            <pc:docMk/>
            <pc:sldMk cId="2412630593" sldId="293"/>
            <ac:picMk id="51" creationId="{317D16C7-4A1C-C266-B332-4DE33D8D8F41}"/>
          </ac:picMkLst>
        </pc:picChg>
        <pc:picChg chg="mod">
          <ac:chgData name="Mathilde Annette Nicole Roulleau" userId="4ab294c6-1984-4b16-bc43-8e77deede0e4" providerId="ADAL" clId="{79810BCC-BAA2-4D46-8788-90936CCE2327}" dt="2026-02-12T09:04:29.091" v="5962" actId="1076"/>
          <ac:picMkLst>
            <pc:docMk/>
            <pc:sldMk cId="2412630593" sldId="293"/>
            <ac:picMk id="52" creationId="{C3003186-613F-3C8C-5121-4EC549EA9FCF}"/>
          </ac:picMkLst>
        </pc:picChg>
        <pc:picChg chg="mod">
          <ac:chgData name="Mathilde Annette Nicole Roulleau" userId="4ab294c6-1984-4b16-bc43-8e77deede0e4" providerId="ADAL" clId="{79810BCC-BAA2-4D46-8788-90936CCE2327}" dt="2026-02-12T09:09:23.386" v="6070" actId="1038"/>
          <ac:picMkLst>
            <pc:docMk/>
            <pc:sldMk cId="2412630593" sldId="293"/>
            <ac:picMk id="53" creationId="{B822CE96-1BBE-FA73-CC77-E52A36DD7C91}"/>
          </ac:picMkLst>
        </pc:picChg>
        <pc:picChg chg="mod">
          <ac:chgData name="Mathilde Annette Nicole Roulleau" userId="4ab294c6-1984-4b16-bc43-8e77deede0e4" providerId="ADAL" clId="{79810BCC-BAA2-4D46-8788-90936CCE2327}" dt="2026-02-12T09:09:23.386" v="6070" actId="1038"/>
          <ac:picMkLst>
            <pc:docMk/>
            <pc:sldMk cId="2412630593" sldId="293"/>
            <ac:picMk id="54" creationId="{AB0769A9-444B-4C9C-6FCE-B8DD98E8A172}"/>
          </ac:picMkLst>
        </pc:picChg>
        <pc:picChg chg="mod">
          <ac:chgData name="Mathilde Annette Nicole Roulleau" userId="4ab294c6-1984-4b16-bc43-8e77deede0e4" providerId="ADAL" clId="{79810BCC-BAA2-4D46-8788-90936CCE2327}" dt="2026-02-12T09:04:29.091" v="5962" actId="1076"/>
          <ac:picMkLst>
            <pc:docMk/>
            <pc:sldMk cId="2412630593" sldId="293"/>
            <ac:picMk id="55" creationId="{C9A00CC9-E4EF-7F9E-AFC7-01EC31D1AAD2}"/>
          </ac:picMkLst>
        </pc:picChg>
        <pc:picChg chg="mod">
          <ac:chgData name="Mathilde Annette Nicole Roulleau" userId="4ab294c6-1984-4b16-bc43-8e77deede0e4" providerId="ADAL" clId="{79810BCC-BAA2-4D46-8788-90936CCE2327}" dt="2026-02-12T09:04:29.091" v="5962" actId="1076"/>
          <ac:picMkLst>
            <pc:docMk/>
            <pc:sldMk cId="2412630593" sldId="293"/>
            <ac:picMk id="56" creationId="{5F4C9CAA-6C65-734A-BAE6-769C5510D267}"/>
          </ac:picMkLst>
        </pc:picChg>
        <pc:picChg chg="mod">
          <ac:chgData name="Mathilde Annette Nicole Roulleau" userId="4ab294c6-1984-4b16-bc43-8e77deede0e4" providerId="ADAL" clId="{79810BCC-BAA2-4D46-8788-90936CCE2327}" dt="2026-02-12T09:04:29.091" v="5962" actId="1076"/>
          <ac:picMkLst>
            <pc:docMk/>
            <pc:sldMk cId="2412630593" sldId="293"/>
            <ac:picMk id="57" creationId="{66CCACD7-F82D-21C8-8F82-E221F71AB384}"/>
          </ac:picMkLst>
        </pc:picChg>
        <pc:picChg chg="mod">
          <ac:chgData name="Mathilde Annette Nicole Roulleau" userId="4ab294c6-1984-4b16-bc43-8e77deede0e4" providerId="ADAL" clId="{79810BCC-BAA2-4D46-8788-90936CCE2327}" dt="2026-02-12T08:38:46.188" v="5793" actId="1076"/>
          <ac:picMkLst>
            <pc:docMk/>
            <pc:sldMk cId="2412630593" sldId="293"/>
            <ac:picMk id="58" creationId="{A11C7F05-386E-14F3-F7A4-A7F2B298F3FF}"/>
          </ac:picMkLst>
        </pc:picChg>
        <pc:picChg chg="mod">
          <ac:chgData name="Mathilde Annette Nicole Roulleau" userId="4ab294c6-1984-4b16-bc43-8e77deede0e4" providerId="ADAL" clId="{79810BCC-BAA2-4D46-8788-90936CCE2327}" dt="2026-02-12T09:03:24.627" v="5958" actId="1076"/>
          <ac:picMkLst>
            <pc:docMk/>
            <pc:sldMk cId="2412630593" sldId="293"/>
            <ac:picMk id="60" creationId="{82000E4C-CD9D-A2F9-CFB1-16D09BA5F744}"/>
          </ac:picMkLst>
        </pc:picChg>
        <pc:picChg chg="mod">
          <ac:chgData name="Mathilde Annette Nicole Roulleau" userId="4ab294c6-1984-4b16-bc43-8e77deede0e4" providerId="ADAL" clId="{79810BCC-BAA2-4D46-8788-90936CCE2327}" dt="2026-02-12T09:04:37.289" v="5963" actId="1076"/>
          <ac:picMkLst>
            <pc:docMk/>
            <pc:sldMk cId="2412630593" sldId="293"/>
            <ac:picMk id="61" creationId="{A11F33F6-4074-C906-583F-1D2BF2E95439}"/>
          </ac:picMkLst>
        </pc:picChg>
        <pc:picChg chg="mod">
          <ac:chgData name="Mathilde Annette Nicole Roulleau" userId="4ab294c6-1984-4b16-bc43-8e77deede0e4" providerId="ADAL" clId="{79810BCC-BAA2-4D46-8788-90936CCE2327}" dt="2026-02-12T09:09:34.003" v="6128" actId="1037"/>
          <ac:picMkLst>
            <pc:docMk/>
            <pc:sldMk cId="2412630593" sldId="293"/>
            <ac:picMk id="62" creationId="{060D6C1D-8AC6-C64E-1B2B-DD7A4A6A9603}"/>
          </ac:picMkLst>
        </pc:picChg>
        <pc:picChg chg="mod">
          <ac:chgData name="Mathilde Annette Nicole Roulleau" userId="4ab294c6-1984-4b16-bc43-8e77deede0e4" providerId="ADAL" clId="{79810BCC-BAA2-4D46-8788-90936CCE2327}" dt="2026-02-12T09:04:37.289" v="5963" actId="1076"/>
          <ac:picMkLst>
            <pc:docMk/>
            <pc:sldMk cId="2412630593" sldId="293"/>
            <ac:picMk id="63" creationId="{29D0B811-B3AA-45B8-C672-305131EF5951}"/>
          </ac:picMkLst>
        </pc:picChg>
        <pc:picChg chg="mod">
          <ac:chgData name="Mathilde Annette Nicole Roulleau" userId="4ab294c6-1984-4b16-bc43-8e77deede0e4" providerId="ADAL" clId="{79810BCC-BAA2-4D46-8788-90936CCE2327}" dt="2026-02-12T09:03:24.627" v="5958" actId="1076"/>
          <ac:picMkLst>
            <pc:docMk/>
            <pc:sldMk cId="2412630593" sldId="293"/>
            <ac:picMk id="1024" creationId="{5D81948F-DB49-B310-FF41-FDA6F1D13E08}"/>
          </ac:picMkLst>
        </pc:picChg>
        <pc:picChg chg="mod">
          <ac:chgData name="Mathilde Annette Nicole Roulleau" userId="4ab294c6-1984-4b16-bc43-8e77deede0e4" providerId="ADAL" clId="{79810BCC-BAA2-4D46-8788-90936CCE2327}" dt="2026-02-12T09:04:03.091" v="5959" actId="1076"/>
          <ac:picMkLst>
            <pc:docMk/>
            <pc:sldMk cId="2412630593" sldId="293"/>
            <ac:picMk id="1025" creationId="{C2D1B04C-2063-8D33-97AB-BCBD9436918D}"/>
          </ac:picMkLst>
        </pc:picChg>
        <pc:picChg chg="mod">
          <ac:chgData name="Mathilde Annette Nicole Roulleau" userId="4ab294c6-1984-4b16-bc43-8e77deede0e4" providerId="ADAL" clId="{79810BCC-BAA2-4D46-8788-90936CCE2327}" dt="2026-02-12T08:38:54.236" v="5794" actId="1076"/>
          <ac:picMkLst>
            <pc:docMk/>
            <pc:sldMk cId="2412630593" sldId="293"/>
            <ac:picMk id="1027" creationId="{8E38CD65-CFD2-8990-EEB4-624C77ED46AB}"/>
          </ac:picMkLst>
        </pc:picChg>
        <pc:picChg chg="mod">
          <ac:chgData name="Mathilde Annette Nicole Roulleau" userId="4ab294c6-1984-4b16-bc43-8e77deede0e4" providerId="ADAL" clId="{79810BCC-BAA2-4D46-8788-90936CCE2327}" dt="2026-02-12T09:04:37.289" v="5963" actId="1076"/>
          <ac:picMkLst>
            <pc:docMk/>
            <pc:sldMk cId="2412630593" sldId="293"/>
            <ac:picMk id="1028" creationId="{3146A9A7-9087-E9CC-E73E-559E4ADB6EAC}"/>
          </ac:picMkLst>
        </pc:picChg>
        <pc:picChg chg="mod">
          <ac:chgData name="Mathilde Annette Nicole Roulleau" userId="4ab294c6-1984-4b16-bc43-8e77deede0e4" providerId="ADAL" clId="{79810BCC-BAA2-4D46-8788-90936CCE2327}" dt="2026-02-12T09:09:34.003" v="6128" actId="1037"/>
          <ac:picMkLst>
            <pc:docMk/>
            <pc:sldMk cId="2412630593" sldId="293"/>
            <ac:picMk id="1029" creationId="{71C64DBB-6A22-FC4C-243D-14AA5B7F6635}"/>
          </ac:picMkLst>
        </pc:picChg>
        <pc:picChg chg="mod">
          <ac:chgData name="Mathilde Annette Nicole Roulleau" userId="4ab294c6-1984-4b16-bc43-8e77deede0e4" providerId="ADAL" clId="{79810BCC-BAA2-4D46-8788-90936CCE2327}" dt="2026-02-12T09:09:34.003" v="6128" actId="1037"/>
          <ac:picMkLst>
            <pc:docMk/>
            <pc:sldMk cId="2412630593" sldId="293"/>
            <ac:picMk id="1030" creationId="{35C91D00-312A-C9BF-D20D-47BA4F1FA913}"/>
          </ac:picMkLst>
        </pc:picChg>
        <pc:picChg chg="mod">
          <ac:chgData name="Mathilde Annette Nicole Roulleau" userId="4ab294c6-1984-4b16-bc43-8e77deede0e4" providerId="ADAL" clId="{79810BCC-BAA2-4D46-8788-90936CCE2327}" dt="2026-02-12T09:04:37.289" v="5963" actId="1076"/>
          <ac:picMkLst>
            <pc:docMk/>
            <pc:sldMk cId="2412630593" sldId="293"/>
            <ac:picMk id="1031" creationId="{A91518ED-C43A-5A84-9A68-091AAC419A6B}"/>
          </ac:picMkLst>
        </pc:picChg>
        <pc:picChg chg="add mod">
          <ac:chgData name="Mathilde Annette Nicole Roulleau" userId="4ab294c6-1984-4b16-bc43-8e77deede0e4" providerId="ADAL" clId="{79810BCC-BAA2-4D46-8788-90936CCE2327}" dt="2026-02-12T09:31:49.636" v="6236" actId="1076"/>
          <ac:picMkLst>
            <pc:docMk/>
            <pc:sldMk cId="2412630593" sldId="293"/>
            <ac:picMk id="1061" creationId="{E49FE402-92F9-28DF-7C03-5A32021084E9}"/>
          </ac:picMkLst>
        </pc:picChg>
        <pc:picChg chg="add mod">
          <ac:chgData name="Mathilde Annette Nicole Roulleau" userId="4ab294c6-1984-4b16-bc43-8e77deede0e4" providerId="ADAL" clId="{79810BCC-BAA2-4D46-8788-90936CCE2327}" dt="2026-02-12T09:31:49.636" v="6236" actId="1076"/>
          <ac:picMkLst>
            <pc:docMk/>
            <pc:sldMk cId="2412630593" sldId="293"/>
            <ac:picMk id="1062" creationId="{B8B258AD-D671-0BA2-9E80-100BBA0C011A}"/>
          </ac:picMkLst>
        </pc:picChg>
        <pc:picChg chg="add mod">
          <ac:chgData name="Mathilde Annette Nicole Roulleau" userId="4ab294c6-1984-4b16-bc43-8e77deede0e4" providerId="ADAL" clId="{79810BCC-BAA2-4D46-8788-90936CCE2327}" dt="2026-02-12T09:31:49.636" v="6236" actId="1076"/>
          <ac:picMkLst>
            <pc:docMk/>
            <pc:sldMk cId="2412630593" sldId="293"/>
            <ac:picMk id="1063" creationId="{ED6A98CC-FAD2-E7A2-7A69-40FE390934C4}"/>
          </ac:picMkLst>
        </pc:picChg>
        <pc:picChg chg="add mod">
          <ac:chgData name="Mathilde Annette Nicole Roulleau" userId="4ab294c6-1984-4b16-bc43-8e77deede0e4" providerId="ADAL" clId="{79810BCC-BAA2-4D46-8788-90936CCE2327}" dt="2026-02-12T09:05:45.183" v="5976" actId="1076"/>
          <ac:picMkLst>
            <pc:docMk/>
            <pc:sldMk cId="2412630593" sldId="293"/>
            <ac:picMk id="1065" creationId="{CF8B28CC-A7F9-CA78-CAE9-79EA6001371D}"/>
          </ac:picMkLst>
        </pc:picChg>
        <pc:picChg chg="add mod">
          <ac:chgData name="Mathilde Annette Nicole Roulleau" userId="4ab294c6-1984-4b16-bc43-8e77deede0e4" providerId="ADAL" clId="{79810BCC-BAA2-4D46-8788-90936CCE2327}" dt="2026-02-12T09:05:45.183" v="5976" actId="1076"/>
          <ac:picMkLst>
            <pc:docMk/>
            <pc:sldMk cId="2412630593" sldId="293"/>
            <ac:picMk id="1066" creationId="{D6D9E86E-6399-315F-894D-EF645FDDD55E}"/>
          </ac:picMkLst>
        </pc:picChg>
        <pc:picChg chg="add mod">
          <ac:chgData name="Mathilde Annette Nicole Roulleau" userId="4ab294c6-1984-4b16-bc43-8e77deede0e4" providerId="ADAL" clId="{79810BCC-BAA2-4D46-8788-90936CCE2327}" dt="2026-02-12T09:05:45.183" v="5976" actId="1076"/>
          <ac:picMkLst>
            <pc:docMk/>
            <pc:sldMk cId="2412630593" sldId="293"/>
            <ac:picMk id="1067" creationId="{F39BF436-F47E-D110-64E2-E844A60944C3}"/>
          </ac:picMkLst>
        </pc:picChg>
        <pc:picChg chg="add mod">
          <ac:chgData name="Mathilde Annette Nicole Roulleau" userId="4ab294c6-1984-4b16-bc43-8e77deede0e4" providerId="ADAL" clId="{79810BCC-BAA2-4D46-8788-90936CCE2327}" dt="2026-02-12T09:32:11.597" v="6239" actId="1076"/>
          <ac:picMkLst>
            <pc:docMk/>
            <pc:sldMk cId="2412630593" sldId="293"/>
            <ac:picMk id="1069" creationId="{6B58E4EA-0868-4DD6-AAFE-978E0ADC846A}"/>
          </ac:picMkLst>
        </pc:picChg>
        <pc:picChg chg="add mod">
          <ac:chgData name="Mathilde Annette Nicole Roulleau" userId="4ab294c6-1984-4b16-bc43-8e77deede0e4" providerId="ADAL" clId="{79810BCC-BAA2-4D46-8788-90936CCE2327}" dt="2026-02-12T09:32:11.597" v="6239" actId="1076"/>
          <ac:picMkLst>
            <pc:docMk/>
            <pc:sldMk cId="2412630593" sldId="293"/>
            <ac:picMk id="1070" creationId="{4E8055F9-5B99-35D8-1754-EEF718629BDC}"/>
          </ac:picMkLst>
        </pc:picChg>
        <pc:picChg chg="add mod">
          <ac:chgData name="Mathilde Annette Nicole Roulleau" userId="4ab294c6-1984-4b16-bc43-8e77deede0e4" providerId="ADAL" clId="{79810BCC-BAA2-4D46-8788-90936CCE2327}" dt="2026-02-12T09:32:11.597" v="6239" actId="1076"/>
          <ac:picMkLst>
            <pc:docMk/>
            <pc:sldMk cId="2412630593" sldId="293"/>
            <ac:picMk id="1071" creationId="{76320469-44D0-1CA5-7DC7-A63D0C1CEF9C}"/>
          </ac:picMkLst>
        </pc:picChg>
        <pc:cxnChg chg="add mod">
          <ac:chgData name="Mathilde Annette Nicole Roulleau" userId="4ab294c6-1984-4b16-bc43-8e77deede0e4" providerId="ADAL" clId="{79810BCC-BAA2-4D46-8788-90936CCE2327}" dt="2026-02-12T09:09:06.958" v="6037" actId="1076"/>
          <ac:cxnSpMkLst>
            <pc:docMk/>
            <pc:sldMk cId="2412630593" sldId="293"/>
            <ac:cxnSpMk id="11" creationId="{BEF5576D-4220-FECB-20F4-AEA1A7787CDC}"/>
          </ac:cxnSpMkLst>
        </pc:cxnChg>
        <pc:cxnChg chg="add mod">
          <ac:chgData name="Mathilde Annette Nicole Roulleau" userId="4ab294c6-1984-4b16-bc43-8e77deede0e4" providerId="ADAL" clId="{79810BCC-BAA2-4D46-8788-90936CCE2327}" dt="2026-02-12T08:52:10.761" v="5920" actId="1076"/>
          <ac:cxnSpMkLst>
            <pc:docMk/>
            <pc:sldMk cId="2412630593" sldId="293"/>
            <ac:cxnSpMk id="13" creationId="{FA13F0BA-61A2-4E41-3A7E-C7AD0653C6D5}"/>
          </ac:cxnSpMkLst>
        </pc:cxnChg>
        <pc:cxnChg chg="add mod">
          <ac:chgData name="Mathilde Annette Nicole Roulleau" userId="4ab294c6-1984-4b16-bc43-8e77deede0e4" providerId="ADAL" clId="{79810BCC-BAA2-4D46-8788-90936CCE2327}" dt="2026-02-12T09:09:06.958" v="6037" actId="1076"/>
          <ac:cxnSpMkLst>
            <pc:docMk/>
            <pc:sldMk cId="2412630593" sldId="293"/>
            <ac:cxnSpMk id="15" creationId="{B94A11B5-F6F6-71F4-39A3-8089BE057A77}"/>
          </ac:cxnSpMkLst>
        </pc:cxnChg>
        <pc:cxnChg chg="add mod">
          <ac:chgData name="Mathilde Annette Nicole Roulleau" userId="4ab294c6-1984-4b16-bc43-8e77deede0e4" providerId="ADAL" clId="{79810BCC-BAA2-4D46-8788-90936CCE2327}" dt="2026-02-12T09:09:06.958" v="6037" actId="1076"/>
          <ac:cxnSpMkLst>
            <pc:docMk/>
            <pc:sldMk cId="2412630593" sldId="293"/>
            <ac:cxnSpMk id="19" creationId="{6297F366-0CD9-5EFD-CEE7-1100E3793218}"/>
          </ac:cxnSpMkLst>
        </pc:cxnChg>
        <pc:cxnChg chg="add mod">
          <ac:chgData name="Mathilde Annette Nicole Roulleau" userId="4ab294c6-1984-4b16-bc43-8e77deede0e4" providerId="ADAL" clId="{79810BCC-BAA2-4D46-8788-90936CCE2327}" dt="2026-02-12T09:09:06.958" v="6037" actId="1076"/>
          <ac:cxnSpMkLst>
            <pc:docMk/>
            <pc:sldMk cId="2412630593" sldId="293"/>
            <ac:cxnSpMk id="21" creationId="{7D73E1FC-B7BF-3800-0EA3-75043AA95BCE}"/>
          </ac:cxnSpMkLst>
        </pc:cxnChg>
        <pc:cxnChg chg="add mod">
          <ac:chgData name="Mathilde Annette Nicole Roulleau" userId="4ab294c6-1984-4b16-bc43-8e77deede0e4" providerId="ADAL" clId="{79810BCC-BAA2-4D46-8788-90936CCE2327}" dt="2026-02-12T09:09:06.958" v="6037" actId="1076"/>
          <ac:cxnSpMkLst>
            <pc:docMk/>
            <pc:sldMk cId="2412630593" sldId="293"/>
            <ac:cxnSpMk id="23" creationId="{4F6A5A4D-9E78-3DD8-8859-BA1927DE02A2}"/>
          </ac:cxnSpMkLst>
        </pc:cxnChg>
        <pc:cxnChg chg="add mod">
          <ac:chgData name="Mathilde Annette Nicole Roulleau" userId="4ab294c6-1984-4b16-bc43-8e77deede0e4" providerId="ADAL" clId="{79810BCC-BAA2-4D46-8788-90936CCE2327}" dt="2026-02-12T09:32:24.286" v="6240" actId="1076"/>
          <ac:cxnSpMkLst>
            <pc:docMk/>
            <pc:sldMk cId="2412630593" sldId="293"/>
            <ac:cxnSpMk id="25" creationId="{BACE3350-FEDA-3B05-A303-E98EB6BFCB80}"/>
          </ac:cxnSpMkLst>
        </pc:cxnChg>
        <pc:cxnChg chg="add mod">
          <ac:chgData name="Mathilde Annette Nicole Roulleau" userId="4ab294c6-1984-4b16-bc43-8e77deede0e4" providerId="ADAL" clId="{79810BCC-BAA2-4D46-8788-90936CCE2327}" dt="2026-02-12T09:32:24.286" v="6240" actId="1076"/>
          <ac:cxnSpMkLst>
            <pc:docMk/>
            <pc:sldMk cId="2412630593" sldId="293"/>
            <ac:cxnSpMk id="27" creationId="{DD6FEAA6-ADDC-4E0B-CA57-6E54C6FA0F73}"/>
          </ac:cxnSpMkLst>
        </pc:cxnChg>
        <pc:cxnChg chg="add mod">
          <ac:chgData name="Mathilde Annette Nicole Roulleau" userId="4ab294c6-1984-4b16-bc43-8e77deede0e4" providerId="ADAL" clId="{79810BCC-BAA2-4D46-8788-90936CCE2327}" dt="2026-02-12T09:09:06.958" v="6037" actId="1076"/>
          <ac:cxnSpMkLst>
            <pc:docMk/>
            <pc:sldMk cId="2412630593" sldId="293"/>
            <ac:cxnSpMk id="31" creationId="{0A0FF9DE-6383-9555-41A8-2101E417DF02}"/>
          </ac:cxnSpMkLst>
        </pc:cxnChg>
        <pc:cxnChg chg="add mod">
          <ac:chgData name="Mathilde Annette Nicole Roulleau" userId="4ab294c6-1984-4b16-bc43-8e77deede0e4" providerId="ADAL" clId="{79810BCC-BAA2-4D46-8788-90936CCE2327}" dt="2026-02-12T09:09:06.958" v="6037" actId="1076"/>
          <ac:cxnSpMkLst>
            <pc:docMk/>
            <pc:sldMk cId="2412630593" sldId="293"/>
            <ac:cxnSpMk id="33" creationId="{BD1AE5DB-E8ED-1F2C-AB65-022A394C4564}"/>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37" creationId="{DEECEB5B-8C17-81BA-624F-935F605F4899}"/>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38" creationId="{8D9DD206-54E7-8E65-D8C0-32B12E8DE6DB}"/>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39" creationId="{1F150267-5B62-61C2-475D-64C87BBB31E0}"/>
          </ac:cxnSpMkLst>
        </pc:cxnChg>
        <pc:cxnChg chg="add mod">
          <ac:chgData name="Mathilde Annette Nicole Roulleau" userId="4ab294c6-1984-4b16-bc43-8e77deede0e4" providerId="ADAL" clId="{79810BCC-BAA2-4D46-8788-90936CCE2327}" dt="2026-02-12T08:53:01.167" v="5923" actId="208"/>
          <ac:cxnSpMkLst>
            <pc:docMk/>
            <pc:sldMk cId="2412630593" sldId="293"/>
            <ac:cxnSpMk id="1040" creationId="{3306B22E-7E10-8DC1-C040-8A3D9A0277FD}"/>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41" creationId="{1B353CDC-201C-66E5-3D8D-8ADE7D92C722}"/>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42" creationId="{45C3C8D1-7D91-3158-BC8A-39B6F3630E25}"/>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43" creationId="{29404A05-B1BB-B276-6240-02E4CAD98EFB}"/>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44" creationId="{A503CD8F-2E51-24E3-974A-E54CE4822B6E}"/>
          </ac:cxnSpMkLst>
        </pc:cxnChg>
        <pc:cxnChg chg="add mod">
          <ac:chgData name="Mathilde Annette Nicole Roulleau" userId="4ab294c6-1984-4b16-bc43-8e77deede0e4" providerId="ADAL" clId="{79810BCC-BAA2-4D46-8788-90936CCE2327}" dt="2026-02-12T09:09:00.968" v="6036" actId="1076"/>
          <ac:cxnSpMkLst>
            <pc:docMk/>
            <pc:sldMk cId="2412630593" sldId="293"/>
            <ac:cxnSpMk id="1045" creationId="{1C735FD7-B2E0-7B10-BA97-BDEF2FA5FC8E}"/>
          </ac:cxnSpMkLst>
        </pc:cxnChg>
        <pc:cxnChg chg="add mod">
          <ac:chgData name="Mathilde Annette Nicole Roulleau" userId="4ab294c6-1984-4b16-bc43-8e77deede0e4" providerId="ADAL" clId="{79810BCC-BAA2-4D46-8788-90936CCE2327}" dt="2026-02-12T09:32:24.286" v="6240" actId="1076"/>
          <ac:cxnSpMkLst>
            <pc:docMk/>
            <pc:sldMk cId="2412630593" sldId="293"/>
            <ac:cxnSpMk id="1046" creationId="{66AF8676-3700-23AA-B4A6-320EDE041C6D}"/>
          </ac:cxnSpMkLst>
        </pc:cxnChg>
        <pc:cxnChg chg="add mod">
          <ac:chgData name="Mathilde Annette Nicole Roulleau" userId="4ab294c6-1984-4b16-bc43-8e77deede0e4" providerId="ADAL" clId="{79810BCC-BAA2-4D46-8788-90936CCE2327}" dt="2026-02-12T09:32:24.286" v="6240" actId="1076"/>
          <ac:cxnSpMkLst>
            <pc:docMk/>
            <pc:sldMk cId="2412630593" sldId="293"/>
            <ac:cxnSpMk id="1047" creationId="{F4018B4F-2DFA-B071-BE51-896D2CD44612}"/>
          </ac:cxnSpMkLst>
        </pc:cxnChg>
        <pc:cxnChg chg="add mod">
          <ac:chgData name="Mathilde Annette Nicole Roulleau" userId="4ab294c6-1984-4b16-bc43-8e77deede0e4" providerId="ADAL" clId="{79810BCC-BAA2-4D46-8788-90936CCE2327}" dt="2026-02-12T09:08:52.302" v="6035" actId="1076"/>
          <ac:cxnSpMkLst>
            <pc:docMk/>
            <pc:sldMk cId="2412630593" sldId="293"/>
            <ac:cxnSpMk id="1048" creationId="{97A73A5D-E73D-58ED-9A01-D8F2AFCCEBC7}"/>
          </ac:cxnSpMkLst>
        </pc:cxnChg>
        <pc:cxnChg chg="add mod">
          <ac:chgData name="Mathilde Annette Nicole Roulleau" userId="4ab294c6-1984-4b16-bc43-8e77deede0e4" providerId="ADAL" clId="{79810BCC-BAA2-4D46-8788-90936CCE2327}" dt="2026-02-12T09:08:52.302" v="6035" actId="1076"/>
          <ac:cxnSpMkLst>
            <pc:docMk/>
            <pc:sldMk cId="2412630593" sldId="293"/>
            <ac:cxnSpMk id="1049" creationId="{B2F79F15-8F7E-7E50-75B7-D21EE69FE981}"/>
          </ac:cxnSpMkLst>
        </pc:cxnChg>
        <pc:cxnChg chg="add mod">
          <ac:chgData name="Mathilde Annette Nicole Roulleau" userId="4ab294c6-1984-4b16-bc43-8e77deede0e4" providerId="ADAL" clId="{79810BCC-BAA2-4D46-8788-90936CCE2327}" dt="2026-02-12T09:32:24.286" v="6240" actId="1076"/>
          <ac:cxnSpMkLst>
            <pc:docMk/>
            <pc:sldMk cId="2412630593" sldId="293"/>
            <ac:cxnSpMk id="1050" creationId="{75749D7E-13A7-5431-0C7E-EDC8CFB3FCC6}"/>
          </ac:cxnSpMkLst>
        </pc:cxnChg>
        <pc:cxnChg chg="add mod">
          <ac:chgData name="Mathilde Annette Nicole Roulleau" userId="4ab294c6-1984-4b16-bc43-8e77deede0e4" providerId="ADAL" clId="{79810BCC-BAA2-4D46-8788-90936CCE2327}" dt="2026-02-12T09:32:24.286" v="6240" actId="1076"/>
          <ac:cxnSpMkLst>
            <pc:docMk/>
            <pc:sldMk cId="2412630593" sldId="293"/>
            <ac:cxnSpMk id="1051" creationId="{E6184C99-7689-F4E7-9BBC-C0D8EF14286F}"/>
          </ac:cxnSpMkLst>
        </pc:cxnChg>
        <pc:cxnChg chg="add mod">
          <ac:chgData name="Mathilde Annette Nicole Roulleau" userId="4ab294c6-1984-4b16-bc43-8e77deede0e4" providerId="ADAL" clId="{79810BCC-BAA2-4D46-8788-90936CCE2327}" dt="2026-02-12T09:08:52.302" v="6035" actId="1076"/>
          <ac:cxnSpMkLst>
            <pc:docMk/>
            <pc:sldMk cId="2412630593" sldId="293"/>
            <ac:cxnSpMk id="1052" creationId="{4A2B2E1D-02C0-EEFB-0CCB-012D2E693A06}"/>
          </ac:cxnSpMkLst>
        </pc:cxnChg>
        <pc:cxnChg chg="add mod">
          <ac:chgData name="Mathilde Annette Nicole Roulleau" userId="4ab294c6-1984-4b16-bc43-8e77deede0e4" providerId="ADAL" clId="{79810BCC-BAA2-4D46-8788-90936CCE2327}" dt="2026-02-12T09:08:52.302" v="6035" actId="1076"/>
          <ac:cxnSpMkLst>
            <pc:docMk/>
            <pc:sldMk cId="2412630593" sldId="293"/>
            <ac:cxnSpMk id="1053" creationId="{792ADAC4-2B1D-723E-4F28-5A9671848FF3}"/>
          </ac:cxnSpMkLst>
        </pc:cxnChg>
        <pc:cxnChg chg="add mod">
          <ac:chgData name="Mathilde Annette Nicole Roulleau" userId="4ab294c6-1984-4b16-bc43-8e77deede0e4" providerId="ADAL" clId="{79810BCC-BAA2-4D46-8788-90936CCE2327}" dt="2026-02-12T09:08:52.302" v="6035" actId="1076"/>
          <ac:cxnSpMkLst>
            <pc:docMk/>
            <pc:sldMk cId="2412630593" sldId="293"/>
            <ac:cxnSpMk id="1054" creationId="{F04536DC-A2EC-FF88-74A2-F8825FC33208}"/>
          </ac:cxnSpMkLst>
        </pc:cxnChg>
        <pc:cxnChg chg="add mod">
          <ac:chgData name="Mathilde Annette Nicole Roulleau" userId="4ab294c6-1984-4b16-bc43-8e77deede0e4" providerId="ADAL" clId="{79810BCC-BAA2-4D46-8788-90936CCE2327}" dt="2026-02-12T09:32:24.286" v="6240" actId="1076"/>
          <ac:cxnSpMkLst>
            <pc:docMk/>
            <pc:sldMk cId="2412630593" sldId="293"/>
            <ac:cxnSpMk id="1055" creationId="{AC83C8C1-E23F-890E-268F-68D406E8F907}"/>
          </ac:cxnSpMkLst>
        </pc:cxnChg>
        <pc:cxnChg chg="add mod">
          <ac:chgData name="Mathilde Annette Nicole Roulleau" userId="4ab294c6-1984-4b16-bc43-8e77deede0e4" providerId="ADAL" clId="{79810BCC-BAA2-4D46-8788-90936CCE2327}" dt="2026-02-12T08:53:16.270" v="5926" actId="208"/>
          <ac:cxnSpMkLst>
            <pc:docMk/>
            <pc:sldMk cId="2412630593" sldId="293"/>
            <ac:cxnSpMk id="1056" creationId="{B7E9544C-80A0-1EEF-87E9-A0CC7865F6C9}"/>
          </ac:cxnSpMkLst>
        </pc:cxnChg>
      </pc:sldChg>
      <pc:sldChg chg="addSp delSp modSp add mod ord">
        <pc:chgData name="Mathilde Annette Nicole Roulleau" userId="4ab294c6-1984-4b16-bc43-8e77deede0e4" providerId="ADAL" clId="{79810BCC-BAA2-4D46-8788-90936CCE2327}" dt="2026-02-23T20:43:27.918" v="8960" actId="790"/>
        <pc:sldMkLst>
          <pc:docMk/>
          <pc:sldMk cId="2802614682" sldId="294"/>
        </pc:sldMkLst>
        <pc:spChg chg="add mod">
          <ac:chgData name="Mathilde Annette Nicole Roulleau" userId="4ab294c6-1984-4b16-bc43-8e77deede0e4" providerId="ADAL" clId="{79810BCC-BAA2-4D46-8788-90936CCE2327}" dt="2026-02-23T20:43:27.918" v="8960" actId="790"/>
          <ac:spMkLst>
            <pc:docMk/>
            <pc:sldMk cId="2802614682" sldId="294"/>
            <ac:spMk id="3" creationId="{5613A2BC-AA4A-8E70-40C5-7BECE34ADB4B}"/>
          </ac:spMkLst>
        </pc:spChg>
        <pc:spChg chg="mod">
          <ac:chgData name="Mathilde Annette Nicole Roulleau" userId="4ab294c6-1984-4b16-bc43-8e77deede0e4" providerId="ADAL" clId="{79810BCC-BAA2-4D46-8788-90936CCE2327}" dt="2026-02-23T20:43:27.918" v="8960" actId="790"/>
          <ac:spMkLst>
            <pc:docMk/>
            <pc:sldMk cId="2802614682" sldId="294"/>
            <ac:spMk id="4" creationId="{01A62A2E-5712-2E5C-29D4-7FC7454C8FD4}"/>
          </ac:spMkLst>
        </pc:spChg>
        <pc:picChg chg="add mod">
          <ac:chgData name="Mathilde Annette Nicole Roulleau" userId="4ab294c6-1984-4b16-bc43-8e77deede0e4" providerId="ADAL" clId="{79810BCC-BAA2-4D46-8788-90936CCE2327}" dt="2026-02-19T07:23:02.644" v="6870" actId="14100"/>
          <ac:picMkLst>
            <pc:docMk/>
            <pc:sldMk cId="2802614682" sldId="294"/>
            <ac:picMk id="2" creationId="{BCB1EBC3-D9BE-AF9F-2189-4CF0CDF153EB}"/>
          </ac:picMkLst>
        </pc:picChg>
        <pc:picChg chg="add mod">
          <ac:chgData name="Mathilde Annette Nicole Roulleau" userId="4ab294c6-1984-4b16-bc43-8e77deede0e4" providerId="ADAL" clId="{79810BCC-BAA2-4D46-8788-90936CCE2327}" dt="2026-02-19T16:51:04.150" v="7212" actId="1076"/>
          <ac:picMkLst>
            <pc:docMk/>
            <pc:sldMk cId="2802614682" sldId="294"/>
            <ac:picMk id="5" creationId="{3CF2C589-4400-7CDA-3C7B-16F2E3700822}"/>
          </ac:picMkLst>
        </pc:picChg>
      </pc:sldChg>
      <pc:sldChg chg="delSp modSp add mod">
        <pc:chgData name="Mathilde Annette Nicole Roulleau" userId="4ab294c6-1984-4b16-bc43-8e77deede0e4" providerId="ADAL" clId="{79810BCC-BAA2-4D46-8788-90936CCE2327}" dt="2026-02-23T20:43:27.918" v="8960" actId="790"/>
        <pc:sldMkLst>
          <pc:docMk/>
          <pc:sldMk cId="3571708312" sldId="296"/>
        </pc:sldMkLst>
        <pc:spChg chg="mod">
          <ac:chgData name="Mathilde Annette Nicole Roulleau" userId="4ab294c6-1984-4b16-bc43-8e77deede0e4" providerId="ADAL" clId="{79810BCC-BAA2-4D46-8788-90936CCE2327}" dt="2026-02-23T20:43:27.918" v="8960" actId="790"/>
          <ac:spMkLst>
            <pc:docMk/>
            <pc:sldMk cId="3571708312" sldId="296"/>
            <ac:spMk id="4" creationId="{2A5D59A3-D581-D887-8138-2BE85079C3F0}"/>
          </ac:spMkLst>
        </pc:spChg>
      </pc:sldChg>
      <pc:sldChg chg="addSp delSp modSp add mod">
        <pc:chgData name="Mathilde Annette Nicole Roulleau" userId="4ab294c6-1984-4b16-bc43-8e77deede0e4" providerId="ADAL" clId="{79810BCC-BAA2-4D46-8788-90936CCE2327}" dt="2026-02-23T21:31:54.461" v="9341" actId="113"/>
        <pc:sldMkLst>
          <pc:docMk/>
          <pc:sldMk cId="210965434" sldId="297"/>
        </pc:sldMkLst>
        <pc:spChg chg="add mod">
          <ac:chgData name="Mathilde Annette Nicole Roulleau" userId="4ab294c6-1984-4b16-bc43-8e77deede0e4" providerId="ADAL" clId="{79810BCC-BAA2-4D46-8788-90936CCE2327}" dt="2026-02-23T21:31:54.461" v="9341" actId="113"/>
          <ac:spMkLst>
            <pc:docMk/>
            <pc:sldMk cId="210965434" sldId="297"/>
            <ac:spMk id="2" creationId="{E96D28D8-4D2D-5AAB-59FB-DCCE04F90D8A}"/>
          </ac:spMkLst>
        </pc:spChg>
        <pc:spChg chg="mod">
          <ac:chgData name="Mathilde Annette Nicole Roulleau" userId="4ab294c6-1984-4b16-bc43-8e77deede0e4" providerId="ADAL" clId="{79810BCC-BAA2-4D46-8788-90936CCE2327}" dt="2026-02-23T21:31:32.373" v="9337" actId="1076"/>
          <ac:spMkLst>
            <pc:docMk/>
            <pc:sldMk cId="210965434" sldId="297"/>
            <ac:spMk id="4" creationId="{A6AEE22B-67F4-5969-A91B-DB0FCC675827}"/>
          </ac:spMkLst>
        </pc:spChg>
      </pc:sldChg>
      <pc:sldChg chg="addSp modSp add mod">
        <pc:chgData name="Mathilde Annette Nicole Roulleau" userId="4ab294c6-1984-4b16-bc43-8e77deede0e4" providerId="ADAL" clId="{79810BCC-BAA2-4D46-8788-90936CCE2327}" dt="2026-02-23T21:42:22.281" v="9378" actId="1076"/>
        <pc:sldMkLst>
          <pc:docMk/>
          <pc:sldMk cId="809705544" sldId="298"/>
        </pc:sldMkLst>
        <pc:spChg chg="add mod">
          <ac:chgData name="Mathilde Annette Nicole Roulleau" userId="4ab294c6-1984-4b16-bc43-8e77deede0e4" providerId="ADAL" clId="{79810BCC-BAA2-4D46-8788-90936CCE2327}" dt="2026-02-23T21:42:22.281" v="9378" actId="1076"/>
          <ac:spMkLst>
            <pc:docMk/>
            <pc:sldMk cId="809705544" sldId="298"/>
            <ac:spMk id="2" creationId="{F1308CE0-5215-5295-2853-C3F6566172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81A728-E1E5-4F15-9DCD-66CEAF78F37C}" type="datetimeFigureOut">
              <a:rPr lang="fr-FR" smtClean="0"/>
              <a:t>27/02/2026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B66DA-37FE-4E64-831A-52059B9D5EC0}" type="slidenum">
              <a:rPr lang="fr-FR" smtClean="0"/>
              <a:t>‹N°›</a:t>
            </a:fld>
            <a:endParaRPr lang="fr-FR"/>
          </a:p>
        </p:txBody>
      </p:sp>
    </p:spTree>
    <p:extLst>
      <p:ext uri="{BB962C8B-B14F-4D97-AF65-F5344CB8AC3E}">
        <p14:creationId xmlns:p14="http://schemas.microsoft.com/office/powerpoint/2010/main" val="1744905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Bacteria</a:t>
            </a:r>
            <a:r>
              <a:rPr lang="fr-FR" dirty="0"/>
              <a:t> </a:t>
            </a:r>
            <a:r>
              <a:rPr lang="fr-FR" dirty="0" err="1"/>
              <a:t>constantly</a:t>
            </a:r>
            <a:r>
              <a:rPr lang="fr-FR" dirty="0"/>
              <a:t> </a:t>
            </a:r>
            <a:r>
              <a:rPr lang="fr-FR" dirty="0" err="1"/>
              <a:t>exposed</a:t>
            </a:r>
            <a:r>
              <a:rPr lang="fr-FR" dirty="0"/>
              <a:t> to phage (</a:t>
            </a:r>
            <a:r>
              <a:rPr lang="fr-FR" dirty="0" err="1"/>
              <a:t>most</a:t>
            </a:r>
            <a:r>
              <a:rPr lang="fr-FR" dirty="0"/>
              <a:t> </a:t>
            </a:r>
            <a:r>
              <a:rPr lang="fr-FR" dirty="0" err="1"/>
              <a:t>abundant</a:t>
            </a:r>
            <a:r>
              <a:rPr lang="fr-FR" dirty="0"/>
              <a:t> </a:t>
            </a:r>
            <a:r>
              <a:rPr lang="fr-FR" dirty="0" err="1"/>
              <a:t>biological</a:t>
            </a:r>
            <a:r>
              <a:rPr lang="fr-FR" dirty="0"/>
              <a:t> </a:t>
            </a:r>
            <a:r>
              <a:rPr lang="fr-FR" dirty="0" err="1"/>
              <a:t>entities</a:t>
            </a:r>
            <a:r>
              <a:rPr lang="fr-FR" dirty="0"/>
              <a:t> on </a:t>
            </a:r>
            <a:r>
              <a:rPr lang="fr-FR" dirty="0" err="1"/>
              <a:t>Earth</a:t>
            </a:r>
            <a:r>
              <a:rPr lang="fr-FR" dirty="0"/>
              <a:t>), </a:t>
            </a:r>
            <a:r>
              <a:rPr lang="fr-FR" dirty="0" err="1"/>
              <a:t>exerts</a:t>
            </a:r>
            <a:r>
              <a:rPr lang="fr-FR" dirty="0"/>
              <a:t> </a:t>
            </a:r>
            <a:r>
              <a:rPr lang="fr-FR" dirty="0" err="1"/>
              <a:t>strong</a:t>
            </a:r>
            <a:r>
              <a:rPr lang="fr-FR" dirty="0"/>
              <a:t> </a:t>
            </a:r>
            <a:r>
              <a:rPr lang="fr-FR" dirty="0" err="1"/>
              <a:t>selective</a:t>
            </a:r>
            <a:r>
              <a:rPr lang="fr-FR" dirty="0"/>
              <a:t> pressure </a:t>
            </a:r>
            <a:r>
              <a:rPr lang="en-US" dirty="0"/>
              <a:t>driving the evolution of a remarkable diversity of defense systems. These include innate mechanisms such as restriction–modification systems, adaptive immunity mediated by CRISPR–Cas systems, and a wide range of recently discovered antiviral systems such as chemical defense, abortive infection modules and </a:t>
            </a:r>
            <a:r>
              <a:rPr lang="en-US" dirty="0" err="1"/>
              <a:t>signalling</a:t>
            </a:r>
            <a:r>
              <a:rPr lang="en-US" dirty="0"/>
              <a:t> systems. Over the past years, more than 200 antiphage defense systems were discovered, prokaryotic genomes are now thought to encode an average of at least ten such defenses. In eukaryotes, the immune response is largely driven by transcriptomic upregulation of immune genes following pathogen detection. By contrast, the extent, drivers, and nature of transcriptional regulation in prokaryotic immunity remains largely unexplored. We currently don’t know how defense system transcription levels vary across physiological and environmental gradients, as well as across strains or species. </a:t>
            </a:r>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2</a:t>
            </a:fld>
            <a:endParaRPr lang="fr-FR"/>
          </a:p>
        </p:txBody>
      </p:sp>
    </p:spTree>
    <p:extLst>
      <p:ext uri="{BB962C8B-B14F-4D97-AF65-F5344CB8AC3E}">
        <p14:creationId xmlns:p14="http://schemas.microsoft.com/office/powerpoint/2010/main" val="778068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Studying phage resistance is important both ecologically and practically. Phages control bacterial populations, drive nutrient cycling, and shape biodiversity—from oceans to soils—affecting microbial community stability and soil health. Understanding how bacteria resist phages is also key for applications like phage therapy, agricultural biocontrol, and maintaining healthy microbiomes, since resistance influences treatment success and ecosystem balance.</a:t>
            </a:r>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3</a:t>
            </a:fld>
            <a:endParaRPr lang="fr-FR"/>
          </a:p>
        </p:txBody>
      </p:sp>
    </p:spTree>
    <p:extLst>
      <p:ext uri="{BB962C8B-B14F-4D97-AF65-F5344CB8AC3E}">
        <p14:creationId xmlns:p14="http://schemas.microsoft.com/office/powerpoint/2010/main" val="2931450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But studying these interactions in nature is challenging due to complexity and variability. In this project, we focus on in vitro studies under controlled conditions, using a single bacterial strain and phage, to better understand how defense systems are regulated relative to growth and infection.</a:t>
            </a:r>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4</a:t>
            </a:fld>
            <a:endParaRPr lang="fr-FR"/>
          </a:p>
        </p:txBody>
      </p:sp>
    </p:spTree>
    <p:extLst>
      <p:ext uri="{BB962C8B-B14F-4D97-AF65-F5344CB8AC3E}">
        <p14:creationId xmlns:p14="http://schemas.microsoft.com/office/powerpoint/2010/main" val="1650320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12</a:t>
            </a:fld>
            <a:endParaRPr lang="fr-FR"/>
          </a:p>
        </p:txBody>
      </p:sp>
    </p:spTree>
    <p:extLst>
      <p:ext uri="{BB962C8B-B14F-4D97-AF65-F5344CB8AC3E}">
        <p14:creationId xmlns:p14="http://schemas.microsoft.com/office/powerpoint/2010/main" val="2485257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4D6D-C7F8-D42F-00FC-2033713110E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1BC0F1C-7C7E-2851-642B-52B9E97C37C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679F8F-18D1-AAEA-8B14-C2817530392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00DA6AA-F295-9D65-7580-F9B8EB59B459}"/>
              </a:ext>
            </a:extLst>
          </p:cNvPr>
          <p:cNvSpPr>
            <a:spLocks noGrp="1"/>
          </p:cNvSpPr>
          <p:nvPr>
            <p:ph type="sldNum" sz="quarter" idx="5"/>
          </p:nvPr>
        </p:nvSpPr>
        <p:spPr/>
        <p:txBody>
          <a:bodyPr/>
          <a:lstStyle/>
          <a:p>
            <a:fld id="{890B66DA-37FE-4E64-831A-52059B9D5EC0}" type="slidenum">
              <a:rPr lang="fr-FR" smtClean="0"/>
              <a:t>13</a:t>
            </a:fld>
            <a:endParaRPr lang="fr-FR"/>
          </a:p>
        </p:txBody>
      </p:sp>
    </p:spTree>
    <p:extLst>
      <p:ext uri="{BB962C8B-B14F-4D97-AF65-F5344CB8AC3E}">
        <p14:creationId xmlns:p14="http://schemas.microsoft.com/office/powerpoint/2010/main" val="2617750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Explain</a:t>
            </a:r>
            <a:r>
              <a:rPr lang="fr-FR" dirty="0"/>
              <a:t> positive and </a:t>
            </a:r>
            <a:r>
              <a:rPr lang="fr-FR" dirty="0" err="1"/>
              <a:t>negative</a:t>
            </a:r>
            <a:r>
              <a:rPr lang="fr-FR" dirty="0"/>
              <a:t> </a:t>
            </a:r>
            <a:r>
              <a:rPr lang="fr-FR" dirty="0" err="1"/>
              <a:t>correlation</a:t>
            </a:r>
            <a:r>
              <a:rPr lang="fr-FR" dirty="0"/>
              <a:t> </a:t>
            </a:r>
            <a:r>
              <a:rPr lang="fr-FR" dirty="0" err="1"/>
              <a:t>with</a:t>
            </a:r>
            <a:r>
              <a:rPr lang="fr-FR" dirty="0"/>
              <a:t> </a:t>
            </a:r>
            <a:r>
              <a:rPr lang="fr-FR" dirty="0" err="1"/>
              <a:t>biology</a:t>
            </a:r>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16</a:t>
            </a:fld>
            <a:endParaRPr lang="fr-FR"/>
          </a:p>
        </p:txBody>
      </p:sp>
    </p:spTree>
    <p:extLst>
      <p:ext uri="{BB962C8B-B14F-4D97-AF65-F5344CB8AC3E}">
        <p14:creationId xmlns:p14="http://schemas.microsoft.com/office/powerpoint/2010/main" val="1820791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Selection</a:t>
            </a:r>
            <a:r>
              <a:rPr lang="fr-FR" dirty="0"/>
              <a:t> of </a:t>
            </a:r>
            <a:r>
              <a:rPr lang="fr-FR" dirty="0" err="1"/>
              <a:t>projects</a:t>
            </a:r>
            <a:endParaRPr lang="fr-FR" dirty="0"/>
          </a:p>
          <a:p>
            <a:r>
              <a:rPr lang="fr-FR" dirty="0" err="1"/>
              <a:t>Each</a:t>
            </a:r>
            <a:r>
              <a:rPr lang="fr-FR" dirty="0"/>
              <a:t> dot (</a:t>
            </a:r>
            <a:r>
              <a:rPr lang="fr-FR" dirty="0" err="1"/>
              <a:t>upper</a:t>
            </a:r>
            <a:r>
              <a:rPr lang="fr-FR" dirty="0"/>
              <a:t> plots) correspond to 1 </a:t>
            </a:r>
            <a:r>
              <a:rPr lang="fr-FR" dirty="0" err="1"/>
              <a:t>defense</a:t>
            </a:r>
            <a:r>
              <a:rPr lang="fr-FR" dirty="0"/>
              <a:t> system in 1 </a:t>
            </a:r>
            <a:r>
              <a:rPr lang="fr-FR" dirty="0" err="1"/>
              <a:t>project</a:t>
            </a:r>
            <a:r>
              <a:rPr lang="fr-FR" dirty="0"/>
              <a:t> or (</a:t>
            </a:r>
            <a:r>
              <a:rPr lang="fr-FR" dirty="0" err="1"/>
              <a:t>lower</a:t>
            </a:r>
            <a:r>
              <a:rPr lang="fr-FR" dirty="0"/>
              <a:t> plots) to 1 </a:t>
            </a:r>
            <a:r>
              <a:rPr lang="fr-FR" dirty="0" err="1"/>
              <a:t>gene</a:t>
            </a:r>
            <a:r>
              <a:rPr lang="fr-FR" dirty="0"/>
              <a:t> in 1 </a:t>
            </a:r>
            <a:r>
              <a:rPr lang="fr-FR" dirty="0" err="1"/>
              <a:t>project</a:t>
            </a:r>
            <a:endParaRPr lang="fr-FR" dirty="0"/>
          </a:p>
          <a:p>
            <a:r>
              <a:rPr lang="fr-FR" dirty="0"/>
              <a:t>The </a:t>
            </a:r>
            <a:r>
              <a:rPr lang="fr-FR" dirty="0" err="1"/>
              <a:t>correlations</a:t>
            </a:r>
            <a:r>
              <a:rPr lang="fr-FR" dirty="0"/>
              <a:t> of all </a:t>
            </a:r>
            <a:r>
              <a:rPr lang="fr-FR" dirty="0" err="1"/>
              <a:t>genes</a:t>
            </a:r>
            <a:r>
              <a:rPr lang="fr-FR" dirty="0"/>
              <a:t> </a:t>
            </a:r>
            <a:r>
              <a:rPr lang="fr-FR" dirty="0" err="1"/>
              <a:t>with</a:t>
            </a:r>
            <a:r>
              <a:rPr lang="fr-FR" dirty="0"/>
              <a:t> </a:t>
            </a:r>
            <a:r>
              <a:rPr lang="fr-FR" dirty="0" err="1"/>
              <a:t>growth</a:t>
            </a:r>
            <a:r>
              <a:rPr lang="fr-FR" dirty="0"/>
              <a:t> and infection </a:t>
            </a:r>
            <a:r>
              <a:rPr lang="fr-FR" dirty="0" err="1"/>
              <a:t>is</a:t>
            </a:r>
            <a:r>
              <a:rPr lang="fr-FR" dirty="0"/>
              <a:t> </a:t>
            </a:r>
            <a:r>
              <a:rPr lang="fr-FR" dirty="0" err="1"/>
              <a:t>centered</a:t>
            </a:r>
            <a:r>
              <a:rPr lang="fr-FR" dirty="0"/>
              <a:t> </a:t>
            </a:r>
            <a:r>
              <a:rPr lang="fr-FR" dirty="0" err="1"/>
              <a:t>around</a:t>
            </a:r>
            <a:r>
              <a:rPr lang="fr-FR" dirty="0"/>
              <a:t> 0 as </a:t>
            </a:r>
            <a:r>
              <a:rPr lang="fr-FR" dirty="0" err="1"/>
              <a:t>expected</a:t>
            </a:r>
            <a:endParaRPr lang="fr-FR" dirty="0"/>
          </a:p>
          <a:p>
            <a:r>
              <a:rPr lang="fr-FR" dirty="0"/>
              <a:t>For the DS </a:t>
            </a:r>
            <a:r>
              <a:rPr lang="fr-FR" dirty="0" err="1"/>
              <a:t>genes</a:t>
            </a:r>
            <a:r>
              <a:rPr lang="fr-FR" dirty="0"/>
              <a:t>, </a:t>
            </a:r>
            <a:r>
              <a:rPr lang="fr-FR" dirty="0" err="1"/>
              <a:t>slight</a:t>
            </a:r>
            <a:r>
              <a:rPr lang="fr-FR" dirty="0"/>
              <a:t> + </a:t>
            </a:r>
            <a:r>
              <a:rPr lang="fr-FR" dirty="0" err="1"/>
              <a:t>correlation</a:t>
            </a:r>
            <a:r>
              <a:rPr lang="fr-FR" dirty="0"/>
              <a:t> </a:t>
            </a:r>
            <a:r>
              <a:rPr lang="fr-FR" dirty="0" err="1"/>
              <a:t>with</a:t>
            </a:r>
            <a:r>
              <a:rPr lang="fr-FR" dirty="0"/>
              <a:t> </a:t>
            </a:r>
            <a:r>
              <a:rPr lang="fr-FR" dirty="0" err="1"/>
              <a:t>growth</a:t>
            </a:r>
            <a:r>
              <a:rPr lang="fr-FR" dirty="0"/>
              <a:t> and no </a:t>
            </a:r>
            <a:r>
              <a:rPr lang="fr-FR" dirty="0" err="1"/>
              <a:t>defined</a:t>
            </a:r>
            <a:r>
              <a:rPr lang="fr-FR" dirty="0"/>
              <a:t> pattern for </a:t>
            </a:r>
            <a:r>
              <a:rPr lang="fr-FR" dirty="0" err="1"/>
              <a:t>correlation</a:t>
            </a:r>
            <a:r>
              <a:rPr lang="fr-FR" dirty="0"/>
              <a:t> </a:t>
            </a:r>
            <a:r>
              <a:rPr lang="fr-FR" dirty="0" err="1"/>
              <a:t>with</a:t>
            </a:r>
            <a:r>
              <a:rPr lang="fr-FR" dirty="0"/>
              <a:t> infection. </a:t>
            </a:r>
            <a:r>
              <a:rPr lang="fr-FR" dirty="0" err="1"/>
              <a:t>Overall</a:t>
            </a:r>
            <a:r>
              <a:rPr lang="fr-FR" dirty="0"/>
              <a:t> </a:t>
            </a:r>
            <a:r>
              <a:rPr lang="fr-FR" dirty="0" err="1"/>
              <a:t>very</a:t>
            </a:r>
            <a:r>
              <a:rPr lang="fr-FR" dirty="0"/>
              <a:t> </a:t>
            </a:r>
            <a:r>
              <a:rPr lang="fr-FR" dirty="0" err="1"/>
              <a:t>heterogenous</a:t>
            </a:r>
            <a:r>
              <a:rPr lang="fr-FR" dirty="0"/>
              <a:t> </a:t>
            </a:r>
            <a:r>
              <a:rPr lang="fr-FR" dirty="0" err="1"/>
              <a:t>among</a:t>
            </a:r>
            <a:r>
              <a:rPr lang="fr-FR" dirty="0"/>
              <a:t> DS, </a:t>
            </a:r>
            <a:r>
              <a:rPr lang="fr-FR" dirty="0" err="1"/>
              <a:t>strains</a:t>
            </a:r>
            <a:r>
              <a:rPr lang="fr-FR" dirty="0"/>
              <a:t> and conditions. </a:t>
            </a:r>
          </a:p>
          <a:p>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17</a:t>
            </a:fld>
            <a:endParaRPr lang="fr-FR"/>
          </a:p>
        </p:txBody>
      </p:sp>
    </p:spTree>
    <p:extLst>
      <p:ext uri="{BB962C8B-B14F-4D97-AF65-F5344CB8AC3E}">
        <p14:creationId xmlns:p14="http://schemas.microsoft.com/office/powerpoint/2010/main" val="2188925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distinguish:</a:t>
            </a:r>
          </a:p>
          <a:p>
            <a:r>
              <a:rPr lang="en-US" b="1" dirty="0"/>
              <a:t>Genes driven mainly by growth</a:t>
            </a:r>
            <a:br>
              <a:rPr lang="en-US" dirty="0"/>
            </a:br>
            <a:r>
              <a:rPr lang="en-US" dirty="0"/>
              <a:t>→ Strong growth correlation, weak infection correlation</a:t>
            </a:r>
          </a:p>
          <a:p>
            <a:r>
              <a:rPr lang="en-US" b="1" dirty="0"/>
              <a:t>Genes specifically responding to infection</a:t>
            </a:r>
            <a:br>
              <a:rPr lang="en-US" dirty="0"/>
            </a:br>
            <a:r>
              <a:rPr lang="en-US" dirty="0"/>
              <a:t>→ Strong infection correlation, weak growth correlation</a:t>
            </a:r>
          </a:p>
          <a:p>
            <a:r>
              <a:rPr lang="en-US" b="1" dirty="0"/>
              <a:t>Genes responding to both</a:t>
            </a:r>
            <a:br>
              <a:rPr lang="en-US" dirty="0"/>
            </a:br>
            <a:r>
              <a:rPr lang="en-US" dirty="0"/>
              <a:t>→ Strong in both directions</a:t>
            </a:r>
          </a:p>
          <a:p>
            <a:r>
              <a:rPr lang="en-US" b="1" dirty="0"/>
              <a:t>Unrelated genes</a:t>
            </a:r>
            <a:br>
              <a:rPr lang="en-US" dirty="0"/>
            </a:br>
            <a:r>
              <a:rPr lang="en-US" dirty="0"/>
              <a:t>→ Near zero in both</a:t>
            </a:r>
          </a:p>
          <a:p>
            <a:r>
              <a:rPr lang="fr-FR" dirty="0"/>
              <a:t>Very </a:t>
            </a:r>
            <a:r>
              <a:rPr lang="fr-FR" dirty="0" err="1"/>
              <a:t>heterogenous</a:t>
            </a:r>
            <a:r>
              <a:rPr lang="fr-FR" dirty="0"/>
              <a:t> </a:t>
            </a:r>
            <a:r>
              <a:rPr lang="fr-FR" dirty="0" err="1"/>
              <a:t>with</a:t>
            </a:r>
            <a:r>
              <a:rPr lang="fr-FR" dirty="0"/>
              <a:t> a </a:t>
            </a:r>
            <a:r>
              <a:rPr lang="fr-FR" dirty="0" err="1"/>
              <a:t>highest</a:t>
            </a:r>
            <a:r>
              <a:rPr lang="fr-FR" dirty="0"/>
              <a:t> concentration </a:t>
            </a:r>
            <a:r>
              <a:rPr lang="fr-FR" dirty="0" err="1"/>
              <a:t>near</a:t>
            </a:r>
            <a:r>
              <a:rPr lang="fr-FR" dirty="0"/>
              <a:t> </a:t>
            </a:r>
            <a:r>
              <a:rPr lang="fr-FR" dirty="0" err="1"/>
              <a:t>zero</a:t>
            </a:r>
            <a:r>
              <a:rPr lang="fr-FR" dirty="0"/>
              <a:t> </a:t>
            </a:r>
            <a:r>
              <a:rPr lang="fr-FR" dirty="0" err="1"/>
              <a:t>so</a:t>
            </a:r>
            <a:r>
              <a:rPr lang="fr-FR" dirty="0"/>
              <a:t> no </a:t>
            </a:r>
            <a:r>
              <a:rPr lang="fr-FR" dirty="0" err="1"/>
              <a:t>correlation</a:t>
            </a:r>
            <a:r>
              <a:rPr lang="fr-FR" dirty="0"/>
              <a:t>. </a:t>
            </a:r>
            <a:r>
              <a:rPr lang="fr-FR" dirty="0" err="1"/>
              <a:t>Slight</a:t>
            </a:r>
            <a:r>
              <a:rPr lang="fr-FR" dirty="0"/>
              <a:t> </a:t>
            </a:r>
            <a:r>
              <a:rPr lang="fr-FR" dirty="0" err="1"/>
              <a:t>tendancy</a:t>
            </a:r>
            <a:r>
              <a:rPr lang="fr-FR" dirty="0"/>
              <a:t> </a:t>
            </a:r>
            <a:r>
              <a:rPr lang="fr-FR" dirty="0" err="1"/>
              <a:t>towards</a:t>
            </a:r>
            <a:r>
              <a:rPr lang="fr-FR" dirty="0"/>
              <a:t> positive </a:t>
            </a:r>
            <a:r>
              <a:rPr lang="fr-FR" dirty="0" err="1"/>
              <a:t>correlation</a:t>
            </a:r>
            <a:r>
              <a:rPr lang="fr-FR" dirty="0"/>
              <a:t> to </a:t>
            </a:r>
            <a:r>
              <a:rPr lang="fr-FR" dirty="0" err="1"/>
              <a:t>growth</a:t>
            </a:r>
            <a:r>
              <a:rPr lang="fr-FR" dirty="0"/>
              <a:t> and </a:t>
            </a:r>
            <a:r>
              <a:rPr lang="fr-FR" dirty="0" err="1"/>
              <a:t>negative</a:t>
            </a:r>
            <a:r>
              <a:rPr lang="fr-FR" dirty="0"/>
              <a:t> </a:t>
            </a:r>
            <a:r>
              <a:rPr lang="fr-FR" dirty="0" err="1"/>
              <a:t>correlation</a:t>
            </a:r>
            <a:r>
              <a:rPr lang="fr-FR" dirty="0"/>
              <a:t> to phage but not </a:t>
            </a:r>
            <a:r>
              <a:rPr lang="fr-FR" dirty="0" err="1"/>
              <a:t>that</a:t>
            </a:r>
            <a:r>
              <a:rPr lang="fr-FR" dirty="0"/>
              <a:t> relevant. All </a:t>
            </a:r>
            <a:r>
              <a:rPr lang="fr-FR" dirty="0" err="1"/>
              <a:t>genes</a:t>
            </a:r>
            <a:r>
              <a:rPr lang="fr-FR" dirty="0"/>
              <a:t> as </a:t>
            </a:r>
            <a:r>
              <a:rPr lang="fr-FR" dirty="0" err="1"/>
              <a:t>comparison</a:t>
            </a:r>
            <a:r>
              <a:rPr lang="fr-FR" dirty="0"/>
              <a:t>. </a:t>
            </a:r>
            <a:r>
              <a:rPr lang="fr-FR" dirty="0" err="1"/>
              <a:t>Centered</a:t>
            </a:r>
            <a:r>
              <a:rPr lang="fr-FR" dirty="0"/>
              <a:t> </a:t>
            </a:r>
            <a:r>
              <a:rPr lang="fr-FR" dirty="0" err="1"/>
              <a:t>around</a:t>
            </a:r>
            <a:r>
              <a:rPr lang="fr-FR" dirty="0"/>
              <a:t> 0 and spread all </a:t>
            </a:r>
            <a:r>
              <a:rPr lang="fr-FR" dirty="0" err="1"/>
              <a:t>around</a:t>
            </a:r>
            <a:r>
              <a:rPr lang="fr-FR" dirty="0"/>
              <a:t>. </a:t>
            </a:r>
          </a:p>
          <a:p>
            <a:r>
              <a:rPr lang="fr-FR" dirty="0"/>
              <a:t>Limitation -&gt; </a:t>
            </a:r>
            <a:r>
              <a:rPr lang="fr-FR" dirty="0" err="1"/>
              <a:t>some</a:t>
            </a:r>
            <a:r>
              <a:rPr lang="fr-FR" dirty="0"/>
              <a:t> </a:t>
            </a:r>
            <a:r>
              <a:rPr lang="fr-FR" dirty="0" err="1"/>
              <a:t>bacteria</a:t>
            </a:r>
            <a:r>
              <a:rPr lang="fr-FR" dirty="0"/>
              <a:t> have more </a:t>
            </a:r>
            <a:r>
              <a:rPr lang="fr-FR" dirty="0" err="1"/>
              <a:t>ds</a:t>
            </a:r>
            <a:r>
              <a:rPr lang="fr-FR" dirty="0"/>
              <a:t> </a:t>
            </a:r>
            <a:r>
              <a:rPr lang="fr-FR" dirty="0" err="1"/>
              <a:t>than</a:t>
            </a:r>
            <a:r>
              <a:rPr lang="fr-FR" dirty="0"/>
              <a:t> </a:t>
            </a:r>
            <a:r>
              <a:rPr lang="fr-FR" dirty="0" err="1"/>
              <a:t>other</a:t>
            </a:r>
            <a:r>
              <a:rPr lang="fr-FR" dirty="0"/>
              <a:t> + if </a:t>
            </a:r>
            <a:r>
              <a:rPr lang="fr-FR" dirty="0" err="1"/>
              <a:t>different</a:t>
            </a:r>
            <a:r>
              <a:rPr lang="fr-FR" dirty="0"/>
              <a:t> conditions for one </a:t>
            </a:r>
            <a:r>
              <a:rPr lang="fr-FR" dirty="0" err="1"/>
              <a:t>bacteria</a:t>
            </a:r>
            <a:r>
              <a:rPr lang="fr-FR" dirty="0"/>
              <a:t> of a </a:t>
            </a:r>
            <a:r>
              <a:rPr lang="fr-FR" dirty="0" err="1"/>
              <a:t>project</a:t>
            </a:r>
            <a:r>
              <a:rPr lang="fr-FR" dirty="0"/>
              <a:t> </a:t>
            </a:r>
            <a:r>
              <a:rPr lang="fr-FR" dirty="0" err="1"/>
              <a:t>represented</a:t>
            </a:r>
            <a:r>
              <a:rPr lang="fr-FR" dirty="0"/>
              <a:t> </a:t>
            </a:r>
            <a:r>
              <a:rPr lang="fr-FR" dirty="0" err="1"/>
              <a:t>twice</a:t>
            </a:r>
            <a:r>
              <a:rPr lang="fr-FR" dirty="0"/>
              <a:t> on the graph</a:t>
            </a:r>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18</a:t>
            </a:fld>
            <a:endParaRPr lang="fr-FR"/>
          </a:p>
        </p:txBody>
      </p:sp>
    </p:spTree>
    <p:extLst>
      <p:ext uri="{BB962C8B-B14F-4D97-AF65-F5344CB8AC3E}">
        <p14:creationId xmlns:p14="http://schemas.microsoft.com/office/powerpoint/2010/main" val="2149881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20</a:t>
            </a:fld>
            <a:endParaRPr lang="fr-FR"/>
          </a:p>
        </p:txBody>
      </p:sp>
    </p:spTree>
    <p:extLst>
      <p:ext uri="{BB962C8B-B14F-4D97-AF65-F5344CB8AC3E}">
        <p14:creationId xmlns:p14="http://schemas.microsoft.com/office/powerpoint/2010/main" val="2493637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Still spread </a:t>
            </a:r>
            <a:r>
              <a:rPr lang="fr-FR" dirty="0" err="1"/>
              <a:t>so</a:t>
            </a:r>
            <a:r>
              <a:rPr lang="fr-FR" dirty="0"/>
              <a:t> still </a:t>
            </a:r>
            <a:r>
              <a:rPr lang="fr-FR" dirty="0" err="1"/>
              <a:t>very</a:t>
            </a:r>
            <a:r>
              <a:rPr lang="fr-FR" dirty="0"/>
              <a:t> </a:t>
            </a:r>
            <a:r>
              <a:rPr lang="fr-FR" dirty="0" err="1"/>
              <a:t>heterogenous</a:t>
            </a:r>
            <a:r>
              <a:rPr lang="fr-FR" dirty="0"/>
              <a:t> </a:t>
            </a:r>
            <a:r>
              <a:rPr lang="fr-FR" dirty="0" err="1"/>
              <a:t>transcriptional</a:t>
            </a:r>
            <a:r>
              <a:rPr lang="fr-FR" dirty="0"/>
              <a:t> </a:t>
            </a:r>
            <a:r>
              <a:rPr lang="fr-FR" dirty="0" err="1"/>
              <a:t>regulations</a:t>
            </a:r>
            <a:endParaRPr lang="fr-FR" dirty="0"/>
          </a:p>
          <a:p>
            <a:r>
              <a:rPr lang="fr-FR" dirty="0"/>
              <a:t>Very </a:t>
            </a:r>
            <a:r>
              <a:rPr lang="fr-FR" dirty="0" err="1"/>
              <a:t>smooth</a:t>
            </a:r>
            <a:r>
              <a:rPr lang="fr-FR" dirty="0"/>
              <a:t> distribution of all the </a:t>
            </a:r>
            <a:r>
              <a:rPr lang="fr-FR" dirty="0" err="1"/>
              <a:t>genes</a:t>
            </a:r>
            <a:r>
              <a:rPr lang="fr-FR" dirty="0"/>
              <a:t> </a:t>
            </a:r>
            <a:r>
              <a:rPr lang="fr-FR" dirty="0" err="1"/>
              <a:t>centered</a:t>
            </a:r>
            <a:r>
              <a:rPr lang="fr-FR" dirty="0"/>
              <a:t> </a:t>
            </a:r>
            <a:r>
              <a:rPr lang="fr-FR" dirty="0" err="1"/>
              <a:t>around</a:t>
            </a:r>
            <a:r>
              <a:rPr lang="fr-FR" dirty="0"/>
              <a:t> 0</a:t>
            </a:r>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21</a:t>
            </a:fld>
            <a:endParaRPr lang="fr-FR"/>
          </a:p>
        </p:txBody>
      </p:sp>
    </p:spTree>
    <p:extLst>
      <p:ext uri="{BB962C8B-B14F-4D97-AF65-F5344CB8AC3E}">
        <p14:creationId xmlns:p14="http://schemas.microsoft.com/office/powerpoint/2010/main" val="2743723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618A6-6BD4-FBA7-9F63-6B7EAAA8307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FA7BAD7-143F-C526-A5A9-BF2230FBEF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B145238-9394-E2D9-B110-46D50C0AB604}"/>
              </a:ext>
            </a:extLst>
          </p:cNvPr>
          <p:cNvSpPr>
            <a:spLocks noGrp="1"/>
          </p:cNvSpPr>
          <p:nvPr>
            <p:ph type="body" idx="1"/>
          </p:nvPr>
        </p:nvSpPr>
        <p:spPr/>
        <p:txBody>
          <a:bodyPr/>
          <a:lstStyle/>
          <a:p>
            <a:r>
              <a:rPr lang="fr-FR" dirty="0" err="1"/>
              <a:t>We</a:t>
            </a:r>
            <a:r>
              <a:rPr lang="fr-FR" dirty="0"/>
              <a:t> </a:t>
            </a:r>
            <a:r>
              <a:rPr lang="fr-FR" dirty="0" err="1"/>
              <a:t>talked</a:t>
            </a:r>
            <a:r>
              <a:rPr lang="fr-FR" dirty="0"/>
              <a:t> about </a:t>
            </a:r>
            <a:r>
              <a:rPr lang="fr-FR" dirty="0" err="1"/>
              <a:t>general</a:t>
            </a:r>
            <a:r>
              <a:rPr lang="fr-FR" dirty="0"/>
              <a:t> transcription but </a:t>
            </a:r>
            <a:r>
              <a:rPr lang="fr-FR" dirty="0" err="1"/>
              <a:t>what</a:t>
            </a:r>
            <a:r>
              <a:rPr lang="fr-FR" dirty="0"/>
              <a:t> about </a:t>
            </a:r>
            <a:r>
              <a:rPr lang="fr-FR" dirty="0" err="1"/>
              <a:t>individual</a:t>
            </a:r>
            <a:r>
              <a:rPr lang="fr-FR" dirty="0"/>
              <a:t> DS and </a:t>
            </a:r>
            <a:r>
              <a:rPr lang="fr-FR" dirty="0" err="1"/>
              <a:t>individual</a:t>
            </a:r>
            <a:r>
              <a:rPr lang="fr-FR" dirty="0"/>
              <a:t> </a:t>
            </a:r>
            <a:r>
              <a:rPr lang="fr-FR" dirty="0" err="1"/>
              <a:t>strains</a:t>
            </a:r>
            <a:r>
              <a:rPr lang="fr-FR" dirty="0"/>
              <a:t>. I </a:t>
            </a:r>
            <a:r>
              <a:rPr lang="fr-FR" dirty="0" err="1"/>
              <a:t>highlihted</a:t>
            </a:r>
            <a:r>
              <a:rPr lang="fr-FR" dirty="0"/>
              <a:t> </a:t>
            </a:r>
            <a:r>
              <a:rPr lang="fr-FR" dirty="0" err="1"/>
              <a:t>some</a:t>
            </a:r>
            <a:r>
              <a:rPr lang="fr-FR" dirty="0"/>
              <a:t> DS </a:t>
            </a:r>
            <a:r>
              <a:rPr lang="fr-FR" dirty="0" err="1"/>
              <a:t>that</a:t>
            </a:r>
            <a:r>
              <a:rPr lang="fr-FR" dirty="0"/>
              <a:t> have </a:t>
            </a:r>
            <a:r>
              <a:rPr lang="fr-FR" dirty="0" err="1"/>
              <a:t>both</a:t>
            </a:r>
            <a:r>
              <a:rPr lang="fr-FR" dirty="0"/>
              <a:t> </a:t>
            </a:r>
            <a:r>
              <a:rPr lang="fr-FR" dirty="0" err="1"/>
              <a:t>strong</a:t>
            </a:r>
            <a:r>
              <a:rPr lang="fr-FR" dirty="0"/>
              <a:t> </a:t>
            </a:r>
            <a:r>
              <a:rPr lang="fr-FR" dirty="0" err="1"/>
              <a:t>correlations</a:t>
            </a:r>
            <a:r>
              <a:rPr lang="fr-FR" dirty="0"/>
              <a:t> and </a:t>
            </a:r>
            <a:r>
              <a:rPr lang="fr-FR" dirty="0" err="1"/>
              <a:t>same</a:t>
            </a:r>
            <a:r>
              <a:rPr lang="fr-FR" dirty="0"/>
              <a:t> </a:t>
            </a:r>
            <a:r>
              <a:rPr lang="fr-FR" dirty="0" err="1"/>
              <a:t>behaviour</a:t>
            </a:r>
            <a:r>
              <a:rPr lang="fr-FR" dirty="0"/>
              <a:t> </a:t>
            </a:r>
            <a:r>
              <a:rPr lang="fr-FR" dirty="0" err="1"/>
              <a:t>among</a:t>
            </a:r>
            <a:r>
              <a:rPr lang="fr-FR" dirty="0"/>
              <a:t> all </a:t>
            </a:r>
            <a:r>
              <a:rPr lang="fr-FR" dirty="0" err="1"/>
              <a:t>projects</a:t>
            </a:r>
            <a:r>
              <a:rPr lang="fr-FR" dirty="0"/>
              <a:t> and </a:t>
            </a:r>
            <a:r>
              <a:rPr lang="fr-FR" dirty="0" err="1"/>
              <a:t>strains</a:t>
            </a:r>
            <a:r>
              <a:rPr lang="fr-FR" dirty="0"/>
              <a:t> and </a:t>
            </a:r>
            <a:r>
              <a:rPr lang="fr-FR" dirty="0" err="1"/>
              <a:t>same</a:t>
            </a:r>
            <a:r>
              <a:rPr lang="fr-FR" dirty="0"/>
              <a:t> for the </a:t>
            </a:r>
            <a:r>
              <a:rPr lang="fr-FR" dirty="0" err="1"/>
              <a:t>strains</a:t>
            </a:r>
            <a:r>
              <a:rPr lang="fr-FR" dirty="0"/>
              <a:t>. </a:t>
            </a:r>
          </a:p>
        </p:txBody>
      </p:sp>
      <p:sp>
        <p:nvSpPr>
          <p:cNvPr id="4" name="Espace réservé du numéro de diapositive 3">
            <a:extLst>
              <a:ext uri="{FF2B5EF4-FFF2-40B4-BE49-F238E27FC236}">
                <a16:creationId xmlns:a16="http://schemas.microsoft.com/office/drawing/2014/main" id="{A63DAAD9-3898-7EBB-C539-EB02C857145C}"/>
              </a:ext>
            </a:extLst>
          </p:cNvPr>
          <p:cNvSpPr>
            <a:spLocks noGrp="1"/>
          </p:cNvSpPr>
          <p:nvPr>
            <p:ph type="sldNum" sz="quarter" idx="5"/>
          </p:nvPr>
        </p:nvSpPr>
        <p:spPr/>
        <p:txBody>
          <a:bodyPr/>
          <a:lstStyle/>
          <a:p>
            <a:fld id="{890B66DA-37FE-4E64-831A-52059B9D5EC0}" type="slidenum">
              <a:rPr lang="fr-FR" smtClean="0"/>
              <a:t>22</a:t>
            </a:fld>
            <a:endParaRPr lang="fr-FR"/>
          </a:p>
        </p:txBody>
      </p:sp>
    </p:spTree>
    <p:extLst>
      <p:ext uri="{BB962C8B-B14F-4D97-AF65-F5344CB8AC3E}">
        <p14:creationId xmlns:p14="http://schemas.microsoft.com/office/powerpoint/2010/main" val="3542420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2D873-4A37-486C-145F-1D13DE6633A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6451F2F-4860-B515-5F54-B401E65047E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80CB3F7-30FB-E0F3-FAC8-6CE855E8BF1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536976D-C005-B896-6FB0-26186B53B054}"/>
              </a:ext>
            </a:extLst>
          </p:cNvPr>
          <p:cNvSpPr>
            <a:spLocks noGrp="1"/>
          </p:cNvSpPr>
          <p:nvPr>
            <p:ph type="sldNum" sz="quarter" idx="5"/>
          </p:nvPr>
        </p:nvSpPr>
        <p:spPr/>
        <p:txBody>
          <a:bodyPr/>
          <a:lstStyle/>
          <a:p>
            <a:fld id="{890B66DA-37FE-4E64-831A-52059B9D5EC0}" type="slidenum">
              <a:rPr lang="fr-FR" smtClean="0"/>
              <a:t>23</a:t>
            </a:fld>
            <a:endParaRPr lang="fr-FR"/>
          </a:p>
        </p:txBody>
      </p:sp>
    </p:spTree>
    <p:extLst>
      <p:ext uri="{BB962C8B-B14F-4D97-AF65-F5344CB8AC3E}">
        <p14:creationId xmlns:p14="http://schemas.microsoft.com/office/powerpoint/2010/main" val="648652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9B72-E943-B85C-E2FC-77D8DBB3DB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3E5CA3-82C9-FD7A-00AB-325AEABDDB5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82C4CE-6EAE-D217-FD5F-05BE6528EE3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5F5A939-B536-A4CC-5645-C8C10B120FB3}"/>
              </a:ext>
            </a:extLst>
          </p:cNvPr>
          <p:cNvSpPr>
            <a:spLocks noGrp="1"/>
          </p:cNvSpPr>
          <p:nvPr>
            <p:ph type="sldNum" sz="quarter" idx="5"/>
          </p:nvPr>
        </p:nvSpPr>
        <p:spPr/>
        <p:txBody>
          <a:bodyPr/>
          <a:lstStyle/>
          <a:p>
            <a:fld id="{890B66DA-37FE-4E64-831A-52059B9D5EC0}" type="slidenum">
              <a:rPr lang="fr-FR" smtClean="0"/>
              <a:t>24</a:t>
            </a:fld>
            <a:endParaRPr lang="fr-FR"/>
          </a:p>
        </p:txBody>
      </p:sp>
    </p:spTree>
    <p:extLst>
      <p:ext uri="{BB962C8B-B14F-4D97-AF65-F5344CB8AC3E}">
        <p14:creationId xmlns:p14="http://schemas.microsoft.com/office/powerpoint/2010/main" val="3181983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15D44-1B2F-3B01-0570-8509215812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0AF60B-4486-7256-CBD7-64270750FE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0D1F8FA-1AAE-192D-ABFF-11C5B83F846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B3C0B29-1B56-B96D-238C-EA37109BADE4}"/>
              </a:ext>
            </a:extLst>
          </p:cNvPr>
          <p:cNvSpPr>
            <a:spLocks noGrp="1"/>
          </p:cNvSpPr>
          <p:nvPr>
            <p:ph type="sldNum" sz="quarter" idx="5"/>
          </p:nvPr>
        </p:nvSpPr>
        <p:spPr/>
        <p:txBody>
          <a:bodyPr/>
          <a:lstStyle/>
          <a:p>
            <a:fld id="{890B66DA-37FE-4E64-831A-52059B9D5EC0}" type="slidenum">
              <a:rPr lang="fr-FR" smtClean="0"/>
              <a:t>25</a:t>
            </a:fld>
            <a:endParaRPr lang="fr-FR"/>
          </a:p>
        </p:txBody>
      </p:sp>
    </p:spTree>
    <p:extLst>
      <p:ext uri="{BB962C8B-B14F-4D97-AF65-F5344CB8AC3E}">
        <p14:creationId xmlns:p14="http://schemas.microsoft.com/office/powerpoint/2010/main" val="4280160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11434-1635-3ED3-5819-1313A2CB58D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05CB1E1-588F-C5E1-55CA-3891575BF5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979F565-78B1-424A-A793-CBC45DDAC4B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8320D4A-91B6-6151-701D-7178A2C020A8}"/>
              </a:ext>
            </a:extLst>
          </p:cNvPr>
          <p:cNvSpPr>
            <a:spLocks noGrp="1"/>
          </p:cNvSpPr>
          <p:nvPr>
            <p:ph type="sldNum" sz="quarter" idx="5"/>
          </p:nvPr>
        </p:nvSpPr>
        <p:spPr/>
        <p:txBody>
          <a:bodyPr/>
          <a:lstStyle/>
          <a:p>
            <a:fld id="{890B66DA-37FE-4E64-831A-52059B9D5EC0}" type="slidenum">
              <a:rPr lang="fr-FR" smtClean="0"/>
              <a:t>26</a:t>
            </a:fld>
            <a:endParaRPr lang="fr-FR"/>
          </a:p>
        </p:txBody>
      </p:sp>
    </p:spTree>
    <p:extLst>
      <p:ext uri="{BB962C8B-B14F-4D97-AF65-F5344CB8AC3E}">
        <p14:creationId xmlns:p14="http://schemas.microsoft.com/office/powerpoint/2010/main" val="3880767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7EBA-39C9-B5AA-DB63-DDA4F175609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803324C-3986-00E8-3C73-EE958E04D99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891D7E-6C04-A796-9FF3-6DDE8EC6518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04C3305-FC4C-2174-D6E0-60F24DCE641B}"/>
              </a:ext>
            </a:extLst>
          </p:cNvPr>
          <p:cNvSpPr>
            <a:spLocks noGrp="1"/>
          </p:cNvSpPr>
          <p:nvPr>
            <p:ph type="sldNum" sz="quarter" idx="5"/>
          </p:nvPr>
        </p:nvSpPr>
        <p:spPr/>
        <p:txBody>
          <a:bodyPr/>
          <a:lstStyle/>
          <a:p>
            <a:fld id="{890B66DA-37FE-4E64-831A-52059B9D5EC0}" type="slidenum">
              <a:rPr lang="fr-FR" smtClean="0"/>
              <a:t>27</a:t>
            </a:fld>
            <a:endParaRPr lang="fr-FR"/>
          </a:p>
        </p:txBody>
      </p:sp>
    </p:spTree>
    <p:extLst>
      <p:ext uri="{BB962C8B-B14F-4D97-AF65-F5344CB8AC3E}">
        <p14:creationId xmlns:p14="http://schemas.microsoft.com/office/powerpoint/2010/main" val="1792172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4C27-8B70-79DD-790D-0CCABBCD41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7FD6E83-2CFA-CD3D-B484-F7A59B29A24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B8540A8-F00C-6B89-FA6B-B8886B2BD94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E80366E-9C4A-C3D5-7BDB-3696487B3337}"/>
              </a:ext>
            </a:extLst>
          </p:cNvPr>
          <p:cNvSpPr>
            <a:spLocks noGrp="1"/>
          </p:cNvSpPr>
          <p:nvPr>
            <p:ph type="sldNum" sz="quarter" idx="5"/>
          </p:nvPr>
        </p:nvSpPr>
        <p:spPr/>
        <p:txBody>
          <a:bodyPr/>
          <a:lstStyle/>
          <a:p>
            <a:fld id="{890B66DA-37FE-4E64-831A-52059B9D5EC0}" type="slidenum">
              <a:rPr lang="fr-FR" smtClean="0"/>
              <a:t>28</a:t>
            </a:fld>
            <a:endParaRPr lang="fr-FR"/>
          </a:p>
        </p:txBody>
      </p:sp>
    </p:spTree>
    <p:extLst>
      <p:ext uri="{BB962C8B-B14F-4D97-AF65-F5344CB8AC3E}">
        <p14:creationId xmlns:p14="http://schemas.microsoft.com/office/powerpoint/2010/main" val="1868282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459B7-623A-B069-B7E8-EAD9119A237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594193-A35B-3262-D9E3-F510108F36F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DDEA26-B81A-51DC-2FE3-A96B6A5A96A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ABE571A-4B93-F457-1150-C44B7AB6A0B3}"/>
              </a:ext>
            </a:extLst>
          </p:cNvPr>
          <p:cNvSpPr>
            <a:spLocks noGrp="1"/>
          </p:cNvSpPr>
          <p:nvPr>
            <p:ph type="sldNum" sz="quarter" idx="5"/>
          </p:nvPr>
        </p:nvSpPr>
        <p:spPr/>
        <p:txBody>
          <a:bodyPr/>
          <a:lstStyle/>
          <a:p>
            <a:fld id="{890B66DA-37FE-4E64-831A-52059B9D5EC0}" type="slidenum">
              <a:rPr lang="fr-FR" smtClean="0"/>
              <a:t>29</a:t>
            </a:fld>
            <a:endParaRPr lang="fr-FR"/>
          </a:p>
        </p:txBody>
      </p:sp>
    </p:spTree>
    <p:extLst>
      <p:ext uri="{BB962C8B-B14F-4D97-AF65-F5344CB8AC3E}">
        <p14:creationId xmlns:p14="http://schemas.microsoft.com/office/powerpoint/2010/main" val="4138826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96BA2-7140-4EBB-6CCC-DCB44D49D9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AD76CB-720A-B453-900E-810965F91E2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410A5F-E8AA-1A5B-F5A2-2491944A389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493F829-5FC1-066D-F89B-BAE2955767CC}"/>
              </a:ext>
            </a:extLst>
          </p:cNvPr>
          <p:cNvSpPr>
            <a:spLocks noGrp="1"/>
          </p:cNvSpPr>
          <p:nvPr>
            <p:ph type="sldNum" sz="quarter" idx="5"/>
          </p:nvPr>
        </p:nvSpPr>
        <p:spPr/>
        <p:txBody>
          <a:bodyPr/>
          <a:lstStyle/>
          <a:p>
            <a:fld id="{890B66DA-37FE-4E64-831A-52059B9D5EC0}" type="slidenum">
              <a:rPr lang="fr-FR" smtClean="0"/>
              <a:t>30</a:t>
            </a:fld>
            <a:endParaRPr lang="fr-FR"/>
          </a:p>
        </p:txBody>
      </p:sp>
    </p:spTree>
    <p:extLst>
      <p:ext uri="{BB962C8B-B14F-4D97-AF65-F5344CB8AC3E}">
        <p14:creationId xmlns:p14="http://schemas.microsoft.com/office/powerpoint/2010/main" val="12164606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08C86-51DC-40CE-C025-6732B084D7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C3D0A7-9D36-21E9-7F59-B2C6C35FE06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BD0BEFB-0A95-C2DC-5C61-82360D28CC4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318D99B-6E47-FB8F-3556-7242165E2AA7}"/>
              </a:ext>
            </a:extLst>
          </p:cNvPr>
          <p:cNvSpPr>
            <a:spLocks noGrp="1"/>
          </p:cNvSpPr>
          <p:nvPr>
            <p:ph type="sldNum" sz="quarter" idx="5"/>
          </p:nvPr>
        </p:nvSpPr>
        <p:spPr/>
        <p:txBody>
          <a:bodyPr/>
          <a:lstStyle/>
          <a:p>
            <a:fld id="{890B66DA-37FE-4E64-831A-52059B9D5EC0}" type="slidenum">
              <a:rPr lang="fr-FR" smtClean="0"/>
              <a:t>31</a:t>
            </a:fld>
            <a:endParaRPr lang="fr-FR"/>
          </a:p>
        </p:txBody>
      </p:sp>
    </p:spTree>
    <p:extLst>
      <p:ext uri="{BB962C8B-B14F-4D97-AF65-F5344CB8AC3E}">
        <p14:creationId xmlns:p14="http://schemas.microsoft.com/office/powerpoint/2010/main" val="3641522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71303-5823-AC59-76C2-6531494F333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F20846-6E07-74F5-EB04-946BAED451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D3CF7B9-11BF-6CDA-6BE4-F8167E60297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3F79277-F2BA-6A0F-4928-9C9FF3E4F91B}"/>
              </a:ext>
            </a:extLst>
          </p:cNvPr>
          <p:cNvSpPr>
            <a:spLocks noGrp="1"/>
          </p:cNvSpPr>
          <p:nvPr>
            <p:ph type="sldNum" sz="quarter" idx="5"/>
          </p:nvPr>
        </p:nvSpPr>
        <p:spPr/>
        <p:txBody>
          <a:bodyPr/>
          <a:lstStyle/>
          <a:p>
            <a:fld id="{890B66DA-37FE-4E64-831A-52059B9D5EC0}" type="slidenum">
              <a:rPr lang="fr-FR" smtClean="0"/>
              <a:t>32</a:t>
            </a:fld>
            <a:endParaRPr lang="fr-FR"/>
          </a:p>
        </p:txBody>
      </p:sp>
    </p:spTree>
    <p:extLst>
      <p:ext uri="{BB962C8B-B14F-4D97-AF65-F5344CB8AC3E}">
        <p14:creationId xmlns:p14="http://schemas.microsoft.com/office/powerpoint/2010/main" val="4628618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sz="1200" kern="1200" dirty="0">
                <a:solidFill>
                  <a:schemeClr val="tx1"/>
                </a:solidFill>
                <a:effectLst/>
                <a:latin typeface="+mn-lt"/>
                <a:ea typeface="+mn-ea"/>
                <a:cs typeface="+mn-cs"/>
              </a:rPr>
              <a:t>If some defense systems remain positively associated with phage gene expression even after controlling for host growth, </a:t>
            </a:r>
            <a:r>
              <a:rPr lang="en-US" sz="1200" kern="1200">
                <a:solidFill>
                  <a:schemeClr val="tx1"/>
                </a:solidFill>
                <a:effectLst/>
                <a:latin typeface="+mn-lt"/>
                <a:ea typeface="+mn-ea"/>
                <a:cs typeface="+mn-cs"/>
              </a:rPr>
              <a:t>it suggests </a:t>
            </a:r>
            <a:r>
              <a:rPr lang="en-US" sz="1200" kern="1200" dirty="0">
                <a:solidFill>
                  <a:schemeClr val="tx1"/>
                </a:solidFill>
                <a:effectLst/>
                <a:latin typeface="+mn-lt"/>
                <a:ea typeface="+mn-ea"/>
                <a:cs typeface="+mn-cs"/>
              </a:rPr>
              <a:t>infection-specific activation rather than indirect effects of growth inhibition</a:t>
            </a:r>
            <a:endParaRPr lang="fr-FR" dirty="0"/>
          </a:p>
        </p:txBody>
      </p:sp>
      <p:sp>
        <p:nvSpPr>
          <p:cNvPr id="4" name="Espace réservé du numéro de diapositive 3"/>
          <p:cNvSpPr>
            <a:spLocks noGrp="1"/>
          </p:cNvSpPr>
          <p:nvPr>
            <p:ph type="sldNum" sz="quarter" idx="5"/>
          </p:nvPr>
        </p:nvSpPr>
        <p:spPr/>
        <p:txBody>
          <a:bodyPr/>
          <a:lstStyle/>
          <a:p>
            <a:fld id="{890B66DA-37FE-4E64-831A-52059B9D5EC0}" type="slidenum">
              <a:rPr lang="fr-FR" smtClean="0"/>
              <a:t>35</a:t>
            </a:fld>
            <a:endParaRPr lang="fr-FR"/>
          </a:p>
        </p:txBody>
      </p:sp>
    </p:spTree>
    <p:extLst>
      <p:ext uri="{BB962C8B-B14F-4D97-AF65-F5344CB8AC3E}">
        <p14:creationId xmlns:p14="http://schemas.microsoft.com/office/powerpoint/2010/main" val="3318960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B4608A-25AB-39B3-403C-FAA2CD367EE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E3CCDEB-4534-E07F-3832-D5D5AB7248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964B8D2-1242-43E1-AD2C-8F66C23EE8D7}"/>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9523C1D1-65EC-1635-1EE9-7A446D80630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7D66A28-92F1-9923-C779-473DF6D01320}"/>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3651440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9788F4-0E33-4298-7A91-EF7BDD7104D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4BC234D-24D5-8041-F807-C8634C9B2D4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BFD094F-DAB6-64FE-2160-AA0779A78EE0}"/>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0AD8EDEF-7254-07E3-8AF0-60586188746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2CC1BDF-61C4-2018-A3DE-8E88FD1901AE}"/>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2529451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086FC9-CDB9-D87C-422E-D4133DD9CE4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CE6C3AA-A95E-E3F1-FB35-1B34ECB912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566E051-71D9-B63E-8A8F-8D22D7E3A771}"/>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A44B595E-9B5C-6733-F893-9BD7896312E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080BF51-DAF9-0898-A388-A3D6B3D6DE6A}"/>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2329324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5CA9FB-7CD9-1C84-2D98-C0C24C6DDE9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5DF13BF-461C-5ACE-DBD2-9C256B19F2F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D0B2D1E-F1BF-7C77-6C8D-63560C5E7C4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AFA6324-97D9-A9EC-2A63-E118461BACD3}"/>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6" name="Espace réservé du pied de page 5">
            <a:extLst>
              <a:ext uri="{FF2B5EF4-FFF2-40B4-BE49-F238E27FC236}">
                <a16:creationId xmlns:a16="http://schemas.microsoft.com/office/drawing/2014/main" id="{AAEE4828-4419-413B-2B73-BC1FC7491C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57942E5-C819-2B42-1E14-E1652264E2B7}"/>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827266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E52DFA-96C7-F4C6-C88D-850CE4B0F9F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78DCBE9-6325-B978-42A4-14BEBB9BB5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A5E281A-34F9-1B5E-DE8A-095DEA92EA8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F17CF98-FC4C-5813-BD33-3476224998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E04A78A-1A84-DF39-A8F7-0B13F93F6BE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4B31B15-19A1-CC1A-9A0A-72C10BB34652}"/>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8" name="Espace réservé du pied de page 7">
            <a:extLst>
              <a:ext uri="{FF2B5EF4-FFF2-40B4-BE49-F238E27FC236}">
                <a16:creationId xmlns:a16="http://schemas.microsoft.com/office/drawing/2014/main" id="{179A0A49-8A7C-EBBB-3260-C1BBA1C550A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A682B01-008C-2D6C-2743-432333A80C9B}"/>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625236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08FC1C-9D87-83F9-7333-F55B26338F5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492B722-185A-C011-B5C4-73A4854A62FF}"/>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4" name="Espace réservé du pied de page 3">
            <a:extLst>
              <a:ext uri="{FF2B5EF4-FFF2-40B4-BE49-F238E27FC236}">
                <a16:creationId xmlns:a16="http://schemas.microsoft.com/office/drawing/2014/main" id="{F83BEDEE-BF40-3BEC-A866-0234263041B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96C6E91-9990-BDD0-E542-9CFFA873C936}"/>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1735011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5A298BB-01C6-D5DE-F7D3-120464FF8309}"/>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3" name="Espace réservé du pied de page 2">
            <a:extLst>
              <a:ext uri="{FF2B5EF4-FFF2-40B4-BE49-F238E27FC236}">
                <a16:creationId xmlns:a16="http://schemas.microsoft.com/office/drawing/2014/main" id="{38F29A0B-2E69-FE15-97D2-152995FEECA4}"/>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0229F51-0213-2861-5D77-6B7F25B68DB5}"/>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1212831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6B9A4A-B1A6-A50A-A8A4-FD41CFF7592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AE3F0AE-F3E9-420D-5532-8161D8F231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42DBF80-8B93-BDF5-F852-560C9EA2FC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C701BEF-5F2C-4348-1227-FC1EAB7332F0}"/>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6" name="Espace réservé du pied de page 5">
            <a:extLst>
              <a:ext uri="{FF2B5EF4-FFF2-40B4-BE49-F238E27FC236}">
                <a16:creationId xmlns:a16="http://schemas.microsoft.com/office/drawing/2014/main" id="{29160F44-A618-DA2D-9219-8883383C830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BA07A5F-1FD5-270D-36E4-25B59B7742D1}"/>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2906373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BB4D0B-F598-A9F0-6C21-B21C974F00C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F2EEE50-5C9F-13ED-E394-7E39174963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513F01B-CC54-6D87-58E6-82E3864586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F2372D4-9EE5-C809-E0A0-452A1FBB9771}"/>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6" name="Espace réservé du pied de page 5">
            <a:extLst>
              <a:ext uri="{FF2B5EF4-FFF2-40B4-BE49-F238E27FC236}">
                <a16:creationId xmlns:a16="http://schemas.microsoft.com/office/drawing/2014/main" id="{6F1BC91E-8482-D8F8-8967-BC469FD502D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94E827F-B29E-BF07-EA64-AB2AE4E04783}"/>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1950570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4AC44-E60E-9A5B-6439-C83F4828B33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7598F78-349D-CF25-6B6F-A0283E97143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0617CBA-DE47-4BB6-53FD-185BFEF205A5}"/>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C03C6BEE-860A-F328-886E-EE619E384DB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44736D4-A5F6-7D7A-A829-54EB469A5AF5}"/>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2374270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F7A07CD-76F8-F0AC-F8EF-4050A6AE359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93D7E8E-1115-1A0E-D53E-8705FCC447B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64110FD-6C6D-288C-578F-1080DC0E0D05}"/>
              </a:ext>
            </a:extLst>
          </p:cNvPr>
          <p:cNvSpPr>
            <a:spLocks noGrp="1"/>
          </p:cNvSpPr>
          <p:nvPr>
            <p:ph type="dt" sz="half" idx="10"/>
          </p:nvPr>
        </p:nvSpPr>
        <p:spPr/>
        <p:txBody>
          <a:bodyPr/>
          <a:lstStyle/>
          <a:p>
            <a:fld id="{B31605AF-44F8-4C57-B945-CB0A72E9DB1D}"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3A21B36C-5FD2-7DB5-7141-C253EDB49C5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091EEAC-75C0-BCE5-ECFA-96D1A0C97248}"/>
              </a:ext>
            </a:extLst>
          </p:cNvPr>
          <p:cNvSpPr>
            <a:spLocks noGrp="1"/>
          </p:cNvSpPr>
          <p:nvPr>
            <p:ph type="sldNum" sz="quarter" idx="12"/>
          </p:nvPr>
        </p:nvSpPr>
        <p:spPr/>
        <p:txBody>
          <a:bodyPr/>
          <a:lstStyle/>
          <a:p>
            <a:fld id="{765C7B35-E11B-435D-8BAB-DB3A410C0F61}" type="slidenum">
              <a:rPr lang="fr-FR" smtClean="0"/>
              <a:t>‹N°›</a:t>
            </a:fld>
            <a:endParaRPr lang="fr-FR"/>
          </a:p>
        </p:txBody>
      </p:sp>
    </p:spTree>
    <p:extLst>
      <p:ext uri="{BB962C8B-B14F-4D97-AF65-F5344CB8AC3E}">
        <p14:creationId xmlns:p14="http://schemas.microsoft.com/office/powerpoint/2010/main" val="1269670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367FADF-62CD-14F8-BD55-EC017D2C4D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4FDB8166-038B-D0F2-8733-BD5CC9DD41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8AE0BFF-A713-8648-F290-644E156689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1605AF-44F8-4C57-B945-CB0A72E9DB1D}" type="datetimeFigureOut">
              <a:rPr lang="fr-FR" smtClean="0"/>
              <a:t>27/02/2026</a:t>
            </a:fld>
            <a:endParaRPr lang="fr-FR"/>
          </a:p>
        </p:txBody>
      </p:sp>
      <p:sp>
        <p:nvSpPr>
          <p:cNvPr id="5" name="Espace réservé du pied de page 4">
            <a:extLst>
              <a:ext uri="{FF2B5EF4-FFF2-40B4-BE49-F238E27FC236}">
                <a16:creationId xmlns:a16="http://schemas.microsoft.com/office/drawing/2014/main" id="{0EE723FF-F169-4DF2-58E1-A1E584392A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343BAB3-8BF8-906F-FB6B-D03424A594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5C7B35-E11B-435D-8BAB-DB3A410C0F61}" type="slidenum">
              <a:rPr lang="fr-FR" smtClean="0"/>
              <a:t>‹N°›</a:t>
            </a:fld>
            <a:endParaRPr lang="fr-FR"/>
          </a:p>
        </p:txBody>
      </p:sp>
    </p:spTree>
    <p:extLst>
      <p:ext uri="{BB962C8B-B14F-4D97-AF65-F5344CB8AC3E}">
        <p14:creationId xmlns:p14="http://schemas.microsoft.com/office/powerpoint/2010/main" val="224057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1.png"/><Relationship Id="rId21" Type="http://schemas.openxmlformats.org/officeDocument/2006/relationships/image" Target="../media/image20.jpe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9.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jpe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notesSlide" Target="../notesSlides/notesSlide2.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jpeg"/><Relationship Id="rId11" Type="http://schemas.openxmlformats.org/officeDocument/2006/relationships/image" Target="../media/image7.png"/><Relationship Id="rId5" Type="http://schemas.openxmlformats.org/officeDocument/2006/relationships/image" Target="../media/image19.jpeg"/><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15.png"/><Relationship Id="rId4" Type="http://schemas.openxmlformats.org/officeDocument/2006/relationships/image" Target="../media/image18.jpeg"/><Relationship Id="rId9" Type="http://schemas.openxmlformats.org/officeDocument/2006/relationships/image" Target="../media/image5.png"/><Relationship Id="rId1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3.xml"/><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3.png"/><Relationship Id="rId5" Type="http://schemas.openxmlformats.org/officeDocument/2006/relationships/image" Target="../media/image7.png"/><Relationship Id="rId10" Type="http://schemas.openxmlformats.org/officeDocument/2006/relationships/image" Target="../media/image22.png"/><Relationship Id="rId4" Type="http://schemas.openxmlformats.org/officeDocument/2006/relationships/image" Target="../media/image12.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png"/><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0D4A331-2558-686E-2E09-96E96794A2D1}"/>
              </a:ext>
            </a:extLst>
          </p:cNvPr>
          <p:cNvSpPr/>
          <p:nvPr/>
        </p:nvSpPr>
        <p:spPr>
          <a:xfrm>
            <a:off x="6096000" y="0"/>
            <a:ext cx="6096000" cy="685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 name="Rectangle 1">
            <a:extLst>
              <a:ext uri="{FF2B5EF4-FFF2-40B4-BE49-F238E27FC236}">
                <a16:creationId xmlns:a16="http://schemas.microsoft.com/office/drawing/2014/main" id="{AA48F40B-9B3E-6BDD-DA3E-627F2D529871}"/>
              </a:ext>
            </a:extLst>
          </p:cNvPr>
          <p:cNvSpPr>
            <a:spLocks noChangeArrowheads="1"/>
          </p:cNvSpPr>
          <p:nvPr/>
        </p:nvSpPr>
        <p:spPr bwMode="auto">
          <a:xfrm>
            <a:off x="974363" y="605176"/>
            <a:ext cx="4976733"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6600" b="1" i="0" u="none" strike="noStrike" cap="none" normalizeH="0" baseline="0" noProof="0" dirty="0">
                <a:ln>
                  <a:noFill/>
                </a:ln>
                <a:solidFill>
                  <a:srgbClr val="000000"/>
                </a:solidFill>
                <a:effectLst/>
                <a:latin typeface="Oswald" panose="020F0502020204030204" pitchFamily="2" charset="0"/>
              </a:rPr>
              <a:t>Project </a:t>
            </a:r>
            <a:r>
              <a:rPr kumimoji="0" lang="en-GB" sz="6600" b="1" i="0" u="none" strike="noStrike" cap="none" normalizeH="0" baseline="0" noProof="0" dirty="0" err="1">
                <a:ln>
                  <a:noFill/>
                </a:ln>
                <a:solidFill>
                  <a:srgbClr val="000000"/>
                </a:solidFill>
                <a:effectLst/>
                <a:latin typeface="Oswald" panose="020F0502020204030204" pitchFamily="2" charset="0"/>
              </a:rPr>
              <a:t>defense</a:t>
            </a:r>
            <a:r>
              <a:rPr kumimoji="0" lang="en-GB" sz="6600" b="1" i="0" u="none" strike="noStrike" cap="none" normalizeH="0" baseline="0" noProof="0" dirty="0">
                <a:ln>
                  <a:noFill/>
                </a:ln>
                <a:solidFill>
                  <a:srgbClr val="000000"/>
                </a:solidFill>
                <a:effectLst/>
                <a:latin typeface="Oswald" panose="020F0502020204030204" pitchFamily="2" charset="0"/>
              </a:rPr>
              <a:t> regulation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3200" i="0" u="none" strike="noStrike" cap="none" normalizeH="0" baseline="0" noProof="0" dirty="0">
              <a:ln>
                <a:noFill/>
              </a:ln>
              <a:solidFill>
                <a:srgbClr val="000000"/>
              </a:solidFill>
              <a:effectLst/>
              <a:latin typeface="Oswald"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3200" i="0" u="none" strike="noStrike" cap="none" normalizeH="0" baseline="0" noProof="0" dirty="0">
                <a:ln>
                  <a:noFill/>
                </a:ln>
                <a:solidFill>
                  <a:schemeClr val="bg2">
                    <a:lumMod val="25000"/>
                  </a:schemeClr>
                </a:solidFill>
                <a:effectLst/>
                <a:latin typeface="Oswald" panose="020F0502020204030204" pitchFamily="2" charset="0"/>
              </a:rPr>
              <a:t>09/2025-02/2026</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sz="3200" i="0" u="none" strike="noStrike" cap="none" normalizeH="0" baseline="0" noProof="0" dirty="0">
                <a:ln>
                  <a:noFill/>
                </a:ln>
                <a:solidFill>
                  <a:schemeClr val="bg2">
                    <a:lumMod val="25000"/>
                  </a:schemeClr>
                </a:solidFill>
                <a:effectLst/>
                <a:latin typeface="Oswald" panose="020F0502020204030204" pitchFamily="2" charset="0"/>
              </a:rPr>
              <a:t>Mathilde Roulleau</a:t>
            </a:r>
          </a:p>
          <a:p>
            <a:pPr marL="0" marR="0" lvl="0" indent="0" algn="l" defTabSz="914400" rtl="0" eaLnBrk="0" fontAlgn="base" latinLnBrk="0" hangingPunct="0">
              <a:lnSpc>
                <a:spcPct val="100000"/>
              </a:lnSpc>
              <a:spcBef>
                <a:spcPct val="0"/>
              </a:spcBef>
              <a:spcAft>
                <a:spcPct val="0"/>
              </a:spcAft>
              <a:buClrTx/>
              <a:buSzTx/>
              <a:buFontTx/>
              <a:buNone/>
              <a:tabLst/>
            </a:pPr>
            <a:endParaRPr lang="en-GB" sz="3200" b="1" noProof="0" dirty="0">
              <a:solidFill>
                <a:schemeClr val="bg2">
                  <a:lumMod val="25000"/>
                </a:schemeClr>
              </a:solidFill>
              <a:latin typeface="Oswald" panose="020F0502020204030204"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400" i="0" u="none" strike="noStrike" cap="none" normalizeH="0" baseline="0" noProof="0" dirty="0">
                <a:ln>
                  <a:noFill/>
                </a:ln>
                <a:solidFill>
                  <a:schemeClr val="bg2">
                    <a:lumMod val="25000"/>
                  </a:schemeClr>
                </a:solidFill>
                <a:effectLst/>
                <a:latin typeface="Oswald" panose="020F0502020204030204" pitchFamily="2" charset="0"/>
              </a:rPr>
              <a:t>Teacher – Lucas Paoli</a:t>
            </a:r>
          </a:p>
          <a:p>
            <a:pPr marL="0" marR="0" lvl="0" indent="0" algn="l" defTabSz="914400" rtl="0" eaLnBrk="0" fontAlgn="base" latinLnBrk="0" hangingPunct="0">
              <a:lnSpc>
                <a:spcPct val="100000"/>
              </a:lnSpc>
              <a:spcBef>
                <a:spcPct val="0"/>
              </a:spcBef>
              <a:spcAft>
                <a:spcPct val="0"/>
              </a:spcAft>
              <a:buClrTx/>
              <a:buSzTx/>
              <a:buFontTx/>
              <a:buNone/>
              <a:tabLst/>
            </a:pPr>
            <a:r>
              <a:rPr lang="en-GB" sz="2400" noProof="0" dirty="0">
                <a:solidFill>
                  <a:schemeClr val="bg2">
                    <a:lumMod val="25000"/>
                  </a:schemeClr>
                </a:solidFill>
                <a:latin typeface="Oswald" panose="020F0502020204030204" pitchFamily="2" charset="0"/>
              </a:rPr>
              <a:t>Assistant – Agathe Bredel</a:t>
            </a:r>
            <a:r>
              <a:rPr kumimoji="0" lang="en-GB" sz="2400" i="0" u="none" strike="noStrike" cap="none" normalizeH="0" baseline="0" noProof="0" dirty="0">
                <a:ln>
                  <a:noFill/>
                </a:ln>
                <a:solidFill>
                  <a:schemeClr val="bg2">
                    <a:lumMod val="25000"/>
                  </a:schemeClr>
                </a:solidFill>
                <a:effectLst/>
                <a:latin typeface="Oswald" panose="020F0502020204030204" pitchFamily="2" charset="0"/>
              </a:rPr>
              <a:t> </a:t>
            </a:r>
            <a:endParaRPr kumimoji="0" lang="en-GB" sz="2400" i="0" u="none" strike="noStrike" cap="none" normalizeH="0" baseline="0" noProof="0" dirty="0">
              <a:ln>
                <a:noFill/>
              </a:ln>
              <a:solidFill>
                <a:schemeClr val="bg2">
                  <a:lumMod val="25000"/>
                </a:schemeClr>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58A93E98-DD0F-BF85-9C73-72EFEA96C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descr="Une image contenant dessin, croquis, dessin humoristique, conception&#10;&#10;Le contenu généré par l’IA peut être incorrect.">
            <a:extLst>
              <a:ext uri="{FF2B5EF4-FFF2-40B4-BE49-F238E27FC236}">
                <a16:creationId xmlns:a16="http://schemas.microsoft.com/office/drawing/2014/main" id="{0F804417-C8BC-28EB-FE95-FFC9E4A6F9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2049" y="200107"/>
            <a:ext cx="1869223" cy="1918630"/>
          </a:xfrm>
          <a:prstGeom prst="rect">
            <a:avLst/>
          </a:prstGeom>
        </p:spPr>
      </p:pic>
      <p:sp>
        <p:nvSpPr>
          <p:cNvPr id="6" name="Rectangle 1">
            <a:extLst>
              <a:ext uri="{FF2B5EF4-FFF2-40B4-BE49-F238E27FC236}">
                <a16:creationId xmlns:a16="http://schemas.microsoft.com/office/drawing/2014/main" id="{818FE3B1-E45C-A8BC-65B3-892987224A6D}"/>
              </a:ext>
            </a:extLst>
          </p:cNvPr>
          <p:cNvSpPr>
            <a:spLocks noChangeArrowheads="1"/>
          </p:cNvSpPr>
          <p:nvPr/>
        </p:nvSpPr>
        <p:spPr bwMode="auto">
          <a:xfrm>
            <a:off x="6541834" y="1409032"/>
            <a:ext cx="520433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GB" sz="4000" b="1" noProof="0" dirty="0">
                <a:solidFill>
                  <a:schemeClr val="bg1"/>
                </a:solidFill>
                <a:latin typeface="Oswald" panose="00000500000000000000" pitchFamily="2" charset="0"/>
              </a:rPr>
              <a:t>How are bacterial </a:t>
            </a:r>
            <a:r>
              <a:rPr lang="en-GB" sz="4000" b="1" noProof="0" dirty="0" err="1">
                <a:solidFill>
                  <a:schemeClr val="bg1"/>
                </a:solidFill>
                <a:latin typeface="Oswald" panose="00000500000000000000" pitchFamily="2" charset="0"/>
              </a:rPr>
              <a:t>defense</a:t>
            </a:r>
            <a:r>
              <a:rPr lang="en-GB" sz="4000" b="1" noProof="0" dirty="0">
                <a:solidFill>
                  <a:schemeClr val="bg1"/>
                </a:solidFill>
                <a:latin typeface="Oswald" panose="00000500000000000000" pitchFamily="2" charset="0"/>
              </a:rPr>
              <a:t> systems expressed relative to bacterial growth and phage infection? </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070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CAA93-D2DD-C04C-48CE-12FD5C6ECBC1}"/>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2C08FB7-7E97-A2CB-178B-00A067144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D7E90DEF-1896-7956-7CCE-3A4F7B82D474}"/>
              </a:ext>
            </a:extLst>
          </p:cNvPr>
          <p:cNvPicPr>
            <a:picLocks noChangeAspect="1"/>
          </p:cNvPicPr>
          <p:nvPr/>
        </p:nvPicPr>
        <p:blipFill>
          <a:blip r:embed="rId4"/>
          <a:stretch>
            <a:fillRect/>
          </a:stretch>
        </p:blipFill>
        <p:spPr>
          <a:xfrm flipH="1">
            <a:off x="1517809" y="2514876"/>
            <a:ext cx="292325" cy="1350391"/>
          </a:xfrm>
          <a:prstGeom prst="rect">
            <a:avLst/>
          </a:prstGeom>
        </p:spPr>
      </p:pic>
      <p:pic>
        <p:nvPicPr>
          <p:cNvPr id="10" name="Image 9">
            <a:extLst>
              <a:ext uri="{FF2B5EF4-FFF2-40B4-BE49-F238E27FC236}">
                <a16:creationId xmlns:a16="http://schemas.microsoft.com/office/drawing/2014/main" id="{F26FC29E-836C-2ECB-55D7-DA6F8137738D}"/>
              </a:ext>
            </a:extLst>
          </p:cNvPr>
          <p:cNvPicPr>
            <a:picLocks noChangeAspect="1"/>
          </p:cNvPicPr>
          <p:nvPr/>
        </p:nvPicPr>
        <p:blipFill>
          <a:blip r:embed="rId5"/>
          <a:stretch>
            <a:fillRect/>
          </a:stretch>
        </p:blipFill>
        <p:spPr>
          <a:xfrm flipH="1">
            <a:off x="2129496" y="2672588"/>
            <a:ext cx="313979" cy="1324486"/>
          </a:xfrm>
          <a:prstGeom prst="rect">
            <a:avLst/>
          </a:prstGeom>
        </p:spPr>
      </p:pic>
      <p:pic>
        <p:nvPicPr>
          <p:cNvPr id="12" name="Image 11">
            <a:extLst>
              <a:ext uri="{FF2B5EF4-FFF2-40B4-BE49-F238E27FC236}">
                <a16:creationId xmlns:a16="http://schemas.microsoft.com/office/drawing/2014/main" id="{845D4D6F-3FC9-68E2-44F6-DEB55D717B5F}"/>
              </a:ext>
            </a:extLst>
          </p:cNvPr>
          <p:cNvPicPr>
            <a:picLocks noChangeAspect="1"/>
          </p:cNvPicPr>
          <p:nvPr/>
        </p:nvPicPr>
        <p:blipFill>
          <a:blip r:embed="rId6"/>
          <a:stretch>
            <a:fillRect/>
          </a:stretch>
        </p:blipFill>
        <p:spPr>
          <a:xfrm flipH="1">
            <a:off x="3281488" y="3576257"/>
            <a:ext cx="324806" cy="1328095"/>
          </a:xfrm>
          <a:prstGeom prst="rect">
            <a:avLst/>
          </a:prstGeom>
        </p:spPr>
      </p:pic>
      <p:pic>
        <p:nvPicPr>
          <p:cNvPr id="14" name="Image 13">
            <a:extLst>
              <a:ext uri="{FF2B5EF4-FFF2-40B4-BE49-F238E27FC236}">
                <a16:creationId xmlns:a16="http://schemas.microsoft.com/office/drawing/2014/main" id="{24026B6E-3F8E-4A27-70C7-6CA47D36282B}"/>
              </a:ext>
            </a:extLst>
          </p:cNvPr>
          <p:cNvPicPr>
            <a:picLocks noChangeAspect="1"/>
          </p:cNvPicPr>
          <p:nvPr/>
        </p:nvPicPr>
        <p:blipFill>
          <a:blip r:embed="rId7"/>
          <a:stretch>
            <a:fillRect/>
          </a:stretch>
        </p:blipFill>
        <p:spPr>
          <a:xfrm flipH="1">
            <a:off x="2975947" y="2621404"/>
            <a:ext cx="274280" cy="1331702"/>
          </a:xfrm>
          <a:prstGeom prst="rect">
            <a:avLst/>
          </a:prstGeom>
        </p:spPr>
      </p:pic>
      <p:pic>
        <p:nvPicPr>
          <p:cNvPr id="16" name="Image 15">
            <a:extLst>
              <a:ext uri="{FF2B5EF4-FFF2-40B4-BE49-F238E27FC236}">
                <a16:creationId xmlns:a16="http://schemas.microsoft.com/office/drawing/2014/main" id="{CA3670F6-7CFA-57FF-4C3A-29399398C286}"/>
              </a:ext>
            </a:extLst>
          </p:cNvPr>
          <p:cNvPicPr>
            <a:picLocks noChangeAspect="1"/>
          </p:cNvPicPr>
          <p:nvPr/>
        </p:nvPicPr>
        <p:blipFill>
          <a:blip r:embed="rId8"/>
          <a:stretch>
            <a:fillRect/>
          </a:stretch>
        </p:blipFill>
        <p:spPr>
          <a:xfrm flipH="1">
            <a:off x="1156576" y="3547696"/>
            <a:ext cx="274280" cy="1317266"/>
          </a:xfrm>
          <a:prstGeom prst="rect">
            <a:avLst/>
          </a:prstGeom>
        </p:spPr>
      </p:pic>
      <p:pic>
        <p:nvPicPr>
          <p:cNvPr id="18" name="Image 17">
            <a:extLst>
              <a:ext uri="{FF2B5EF4-FFF2-40B4-BE49-F238E27FC236}">
                <a16:creationId xmlns:a16="http://schemas.microsoft.com/office/drawing/2014/main" id="{142D509B-8A45-CEC4-D196-BD730DC743B2}"/>
              </a:ext>
            </a:extLst>
          </p:cNvPr>
          <p:cNvPicPr>
            <a:picLocks noChangeAspect="1"/>
          </p:cNvPicPr>
          <p:nvPr/>
        </p:nvPicPr>
        <p:blipFill>
          <a:blip r:embed="rId9"/>
          <a:stretch>
            <a:fillRect/>
          </a:stretch>
        </p:blipFill>
        <p:spPr>
          <a:xfrm flipH="1">
            <a:off x="2588557" y="3454843"/>
            <a:ext cx="292325" cy="1338920"/>
          </a:xfrm>
          <a:prstGeom prst="rect">
            <a:avLst/>
          </a:prstGeom>
        </p:spPr>
      </p:pic>
      <p:pic>
        <p:nvPicPr>
          <p:cNvPr id="20" name="Image 19">
            <a:extLst>
              <a:ext uri="{FF2B5EF4-FFF2-40B4-BE49-F238E27FC236}">
                <a16:creationId xmlns:a16="http://schemas.microsoft.com/office/drawing/2014/main" id="{4B86FD30-4DB3-881D-5DBC-52DF3A063B40}"/>
              </a:ext>
            </a:extLst>
          </p:cNvPr>
          <p:cNvPicPr>
            <a:picLocks noChangeAspect="1"/>
          </p:cNvPicPr>
          <p:nvPr/>
        </p:nvPicPr>
        <p:blipFill>
          <a:blip r:embed="rId10"/>
          <a:stretch>
            <a:fillRect/>
          </a:stretch>
        </p:blipFill>
        <p:spPr>
          <a:xfrm flipH="1">
            <a:off x="1753657" y="3801602"/>
            <a:ext cx="277889" cy="1320876"/>
          </a:xfrm>
          <a:prstGeom prst="rect">
            <a:avLst/>
          </a:prstGeom>
        </p:spPr>
      </p:pic>
      <p:pic>
        <p:nvPicPr>
          <p:cNvPr id="22" name="Image 21" descr="Une image contenant croquis, art, conception&#10;&#10;Le contenu généré par l’IA peut être incorrect.">
            <a:extLst>
              <a:ext uri="{FF2B5EF4-FFF2-40B4-BE49-F238E27FC236}">
                <a16:creationId xmlns:a16="http://schemas.microsoft.com/office/drawing/2014/main" id="{A023C47B-FCAD-4384-2D95-47560167DCD0}"/>
              </a:ext>
            </a:extLst>
          </p:cNvPr>
          <p:cNvPicPr>
            <a:picLocks noChangeAspect="1"/>
          </p:cNvPicPr>
          <p:nvPr/>
        </p:nvPicPr>
        <p:blipFill>
          <a:blip r:embed="rId11"/>
          <a:stretch>
            <a:fillRect/>
          </a:stretch>
        </p:blipFill>
        <p:spPr>
          <a:xfrm>
            <a:off x="1938461" y="2879937"/>
            <a:ext cx="291911" cy="407318"/>
          </a:xfrm>
          <a:prstGeom prst="rect">
            <a:avLst/>
          </a:prstGeom>
        </p:spPr>
      </p:pic>
      <p:pic>
        <p:nvPicPr>
          <p:cNvPr id="24" name="Image 23" descr="Une image contenant conception, art, origami&#10;&#10;Le contenu généré par l’IA peut être incorrect.">
            <a:extLst>
              <a:ext uri="{FF2B5EF4-FFF2-40B4-BE49-F238E27FC236}">
                <a16:creationId xmlns:a16="http://schemas.microsoft.com/office/drawing/2014/main" id="{12D1F60C-9310-DC03-A5C7-54BD12DD35E2}"/>
              </a:ext>
            </a:extLst>
          </p:cNvPr>
          <p:cNvPicPr>
            <a:picLocks noChangeAspect="1"/>
          </p:cNvPicPr>
          <p:nvPr/>
        </p:nvPicPr>
        <p:blipFill>
          <a:blip r:embed="rId12"/>
          <a:stretch>
            <a:fillRect/>
          </a:stretch>
        </p:blipFill>
        <p:spPr>
          <a:xfrm>
            <a:off x="3574973" y="3821640"/>
            <a:ext cx="278334" cy="384689"/>
          </a:xfrm>
          <a:prstGeom prst="rect">
            <a:avLst/>
          </a:prstGeom>
        </p:spPr>
      </p:pic>
      <p:pic>
        <p:nvPicPr>
          <p:cNvPr id="26" name="Image 25" descr="Une image contenant conception, art&#10;&#10;Le contenu généré par l’IA peut être incorrect.">
            <a:extLst>
              <a:ext uri="{FF2B5EF4-FFF2-40B4-BE49-F238E27FC236}">
                <a16:creationId xmlns:a16="http://schemas.microsoft.com/office/drawing/2014/main" id="{5B25718C-14EE-171B-6E28-F7A4B2BF41A7}"/>
              </a:ext>
            </a:extLst>
          </p:cNvPr>
          <p:cNvPicPr>
            <a:picLocks noChangeAspect="1"/>
          </p:cNvPicPr>
          <p:nvPr/>
        </p:nvPicPr>
        <p:blipFill>
          <a:blip r:embed="rId13"/>
          <a:stretch>
            <a:fillRect/>
          </a:stretch>
        </p:blipFill>
        <p:spPr>
          <a:xfrm>
            <a:off x="2743104" y="2742010"/>
            <a:ext cx="282860" cy="393741"/>
          </a:xfrm>
          <a:prstGeom prst="rect">
            <a:avLst/>
          </a:prstGeom>
        </p:spPr>
      </p:pic>
      <p:pic>
        <p:nvPicPr>
          <p:cNvPr id="28" name="Image 27" descr="Une image contenant conception, art&#10;&#10;Le contenu généré par l’IA peut être incorrect.">
            <a:extLst>
              <a:ext uri="{FF2B5EF4-FFF2-40B4-BE49-F238E27FC236}">
                <a16:creationId xmlns:a16="http://schemas.microsoft.com/office/drawing/2014/main" id="{A91C0DCF-05F2-2774-4B07-77D6659E0A0D}"/>
              </a:ext>
            </a:extLst>
          </p:cNvPr>
          <p:cNvPicPr>
            <a:picLocks noChangeAspect="1"/>
          </p:cNvPicPr>
          <p:nvPr/>
        </p:nvPicPr>
        <p:blipFill>
          <a:blip r:embed="rId14"/>
          <a:stretch>
            <a:fillRect/>
          </a:stretch>
        </p:blipFill>
        <p:spPr>
          <a:xfrm>
            <a:off x="1525025" y="4021170"/>
            <a:ext cx="276071" cy="393741"/>
          </a:xfrm>
          <a:prstGeom prst="rect">
            <a:avLst/>
          </a:prstGeom>
        </p:spPr>
      </p:pic>
      <p:pic>
        <p:nvPicPr>
          <p:cNvPr id="30" name="Image 29" descr="Une image contenant conception&#10;&#10;Le contenu généré par l’IA peut être incorrect.">
            <a:extLst>
              <a:ext uri="{FF2B5EF4-FFF2-40B4-BE49-F238E27FC236}">
                <a16:creationId xmlns:a16="http://schemas.microsoft.com/office/drawing/2014/main" id="{322A2D4A-3AD6-418A-EEC1-6406112B3D28}"/>
              </a:ext>
            </a:extLst>
          </p:cNvPr>
          <p:cNvPicPr>
            <a:picLocks noChangeAspect="1"/>
          </p:cNvPicPr>
          <p:nvPr/>
        </p:nvPicPr>
        <p:blipFill>
          <a:blip r:embed="rId15"/>
          <a:stretch>
            <a:fillRect/>
          </a:stretch>
        </p:blipFill>
        <p:spPr>
          <a:xfrm>
            <a:off x="2261392" y="4864962"/>
            <a:ext cx="287386" cy="389216"/>
          </a:xfrm>
          <a:prstGeom prst="rect">
            <a:avLst/>
          </a:prstGeom>
        </p:spPr>
      </p:pic>
      <p:pic>
        <p:nvPicPr>
          <p:cNvPr id="32" name="Image 31" descr="Une image contenant conception, art&#10;&#10;Le contenu généré par l’IA peut être incorrect.">
            <a:extLst>
              <a:ext uri="{FF2B5EF4-FFF2-40B4-BE49-F238E27FC236}">
                <a16:creationId xmlns:a16="http://schemas.microsoft.com/office/drawing/2014/main" id="{A22B5970-8AB9-5F64-27AA-DD06FA5F8674}"/>
              </a:ext>
            </a:extLst>
          </p:cNvPr>
          <p:cNvPicPr>
            <a:picLocks noChangeAspect="1"/>
          </p:cNvPicPr>
          <p:nvPr/>
        </p:nvPicPr>
        <p:blipFill>
          <a:blip r:embed="rId16"/>
          <a:stretch>
            <a:fillRect/>
          </a:stretch>
        </p:blipFill>
        <p:spPr>
          <a:xfrm>
            <a:off x="900150" y="3869668"/>
            <a:ext cx="278334" cy="377900"/>
          </a:xfrm>
          <a:prstGeom prst="rect">
            <a:avLst/>
          </a:prstGeom>
        </p:spPr>
      </p:pic>
      <p:pic>
        <p:nvPicPr>
          <p:cNvPr id="34" name="Image 33" descr="Une image contenant conception, art&#10;&#10;Le contenu généré par l’IA peut être incorrect.">
            <a:extLst>
              <a:ext uri="{FF2B5EF4-FFF2-40B4-BE49-F238E27FC236}">
                <a16:creationId xmlns:a16="http://schemas.microsoft.com/office/drawing/2014/main" id="{4486E39B-4A68-1480-79D6-EC58303E3C05}"/>
              </a:ext>
            </a:extLst>
          </p:cNvPr>
          <p:cNvPicPr>
            <a:picLocks noChangeAspect="1"/>
          </p:cNvPicPr>
          <p:nvPr/>
        </p:nvPicPr>
        <p:blipFill>
          <a:blip r:embed="rId17"/>
          <a:stretch>
            <a:fillRect/>
          </a:stretch>
        </p:blipFill>
        <p:spPr>
          <a:xfrm>
            <a:off x="2311138" y="4041172"/>
            <a:ext cx="282860" cy="398267"/>
          </a:xfrm>
          <a:prstGeom prst="rect">
            <a:avLst/>
          </a:prstGeom>
        </p:spPr>
      </p:pic>
      <p:sp>
        <p:nvSpPr>
          <p:cNvPr id="36" name="Ellipse 35">
            <a:extLst>
              <a:ext uri="{FF2B5EF4-FFF2-40B4-BE49-F238E27FC236}">
                <a16:creationId xmlns:a16="http://schemas.microsoft.com/office/drawing/2014/main" id="{C20FDE51-43D6-C307-9F8A-E8037589A5FE}"/>
              </a:ext>
            </a:extLst>
          </p:cNvPr>
          <p:cNvSpPr/>
          <p:nvPr/>
        </p:nvSpPr>
        <p:spPr>
          <a:xfrm>
            <a:off x="767047" y="2307645"/>
            <a:ext cx="3239853" cy="3115245"/>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2050" name="Picture 2" descr="Fig. 1">
            <a:extLst>
              <a:ext uri="{FF2B5EF4-FFF2-40B4-BE49-F238E27FC236}">
                <a16:creationId xmlns:a16="http://schemas.microsoft.com/office/drawing/2014/main" id="{89EE426F-F48D-451E-7FC5-5E12CDED168F}"/>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70358" t="51000"/>
          <a:stretch>
            <a:fillRect/>
          </a:stretch>
        </p:blipFill>
        <p:spPr bwMode="auto">
          <a:xfrm>
            <a:off x="9409887" y="3817610"/>
            <a:ext cx="2015066" cy="236753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Fig. 1">
            <a:extLst>
              <a:ext uri="{FF2B5EF4-FFF2-40B4-BE49-F238E27FC236}">
                <a16:creationId xmlns:a16="http://schemas.microsoft.com/office/drawing/2014/main" id="{532F4D09-2704-7594-519B-1BF133B27799}"/>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45613" t="51000" r="29730"/>
          <a:stretch>
            <a:fillRect/>
          </a:stretch>
        </p:blipFill>
        <p:spPr bwMode="auto">
          <a:xfrm>
            <a:off x="7736693" y="3817611"/>
            <a:ext cx="1676177" cy="23675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Fig. 1">
            <a:extLst>
              <a:ext uri="{FF2B5EF4-FFF2-40B4-BE49-F238E27FC236}">
                <a16:creationId xmlns:a16="http://schemas.microsoft.com/office/drawing/2014/main" id="{81A69626-60B8-839D-5D82-62070A42F7A1}"/>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t="51000" r="54475"/>
          <a:stretch>
            <a:fillRect/>
          </a:stretch>
        </p:blipFill>
        <p:spPr bwMode="auto">
          <a:xfrm>
            <a:off x="4672434" y="3817610"/>
            <a:ext cx="3094739" cy="236753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Fig. 1">
            <a:extLst>
              <a:ext uri="{FF2B5EF4-FFF2-40B4-BE49-F238E27FC236}">
                <a16:creationId xmlns:a16="http://schemas.microsoft.com/office/drawing/2014/main" id="{A4721627-B816-426A-084E-EE7F61385DBD}"/>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70358" b="48889"/>
          <a:stretch>
            <a:fillRect/>
          </a:stretch>
        </p:blipFill>
        <p:spPr bwMode="auto">
          <a:xfrm>
            <a:off x="9409887" y="1348083"/>
            <a:ext cx="2015066" cy="24695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Fig. 1">
            <a:extLst>
              <a:ext uri="{FF2B5EF4-FFF2-40B4-BE49-F238E27FC236}">
                <a16:creationId xmlns:a16="http://schemas.microsoft.com/office/drawing/2014/main" id="{F037025F-DC99-670E-C43D-6747AF8F6403}"/>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45613" r="29817" b="48889"/>
          <a:stretch>
            <a:fillRect/>
          </a:stretch>
        </p:blipFill>
        <p:spPr bwMode="auto">
          <a:xfrm>
            <a:off x="7739676" y="1348083"/>
            <a:ext cx="1670211" cy="24695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ig. 1">
            <a:extLst>
              <a:ext uri="{FF2B5EF4-FFF2-40B4-BE49-F238E27FC236}">
                <a16:creationId xmlns:a16="http://schemas.microsoft.com/office/drawing/2014/main" id="{6A10EA58-5865-1024-FAF8-749B72BB3CA5}"/>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r="54475" b="48889"/>
          <a:stretch>
            <a:fillRect/>
          </a:stretch>
        </p:blipFill>
        <p:spPr bwMode="auto">
          <a:xfrm>
            <a:off x="4672435" y="1348083"/>
            <a:ext cx="3094738" cy="246952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86DED595-B7A6-B767-44E9-F524AEDCD3CB}"/>
              </a:ext>
            </a:extLst>
          </p:cNvPr>
          <p:cNvSpPr>
            <a:spLocks noChangeArrowheads="1"/>
          </p:cNvSpPr>
          <p:nvPr/>
        </p:nvSpPr>
        <p:spPr bwMode="auto">
          <a:xfrm>
            <a:off x="1525025" y="278645"/>
            <a:ext cx="975521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6600" b="1" i="0" u="none" strike="noStrike" cap="none" normalizeH="0" baseline="0" noProof="0" dirty="0">
                <a:ln>
                  <a:noFill/>
                </a:ln>
                <a:solidFill>
                  <a:srgbClr val="000000"/>
                </a:solidFill>
                <a:effectLst/>
                <a:latin typeface="Oswald" panose="020F0502020204030204" pitchFamily="2" charset="0"/>
              </a:rPr>
              <a:t>Bacterial </a:t>
            </a:r>
            <a:r>
              <a:rPr kumimoji="0" lang="en-GB" sz="6600" b="1" i="0" u="none" strike="noStrike" cap="none" normalizeH="0" baseline="0" noProof="0" dirty="0" err="1">
                <a:ln>
                  <a:noFill/>
                </a:ln>
                <a:solidFill>
                  <a:srgbClr val="000000"/>
                </a:solidFill>
                <a:effectLst/>
                <a:latin typeface="Oswald" panose="020F0502020204030204" pitchFamily="2" charset="0"/>
              </a:rPr>
              <a:t>defense</a:t>
            </a:r>
            <a:r>
              <a:rPr kumimoji="0" lang="en-GB" sz="6600" b="1" i="0" u="none" strike="noStrike" cap="none" normalizeH="0" baseline="0" noProof="0" dirty="0">
                <a:ln>
                  <a:noFill/>
                </a:ln>
                <a:solidFill>
                  <a:srgbClr val="000000"/>
                </a:solidFill>
                <a:effectLst/>
                <a:latin typeface="Oswald" panose="020F0502020204030204" pitchFamily="2" charset="0"/>
              </a:rPr>
              <a:t> systems</a:t>
            </a:r>
            <a:endParaRPr kumimoji="0" lang="en-GB" sz="3200" b="0" i="0" u="none" strike="noStrike" cap="none" normalizeH="0" baseline="0" noProof="0" dirty="0">
              <a:ln>
                <a:noFill/>
              </a:ln>
              <a:solidFill>
                <a:schemeClr val="tx1"/>
              </a:solidFill>
              <a:effectLst/>
              <a:latin typeface="Arial" panose="020B0604020202020204" pitchFamily="34" charset="0"/>
            </a:endParaRPr>
          </a:p>
        </p:txBody>
      </p:sp>
      <p:sp>
        <p:nvSpPr>
          <p:cNvPr id="11" name="ZoneTexte 10">
            <a:extLst>
              <a:ext uri="{FF2B5EF4-FFF2-40B4-BE49-F238E27FC236}">
                <a16:creationId xmlns:a16="http://schemas.microsoft.com/office/drawing/2014/main" id="{8BD81410-6361-871D-C0C4-A8C1C96F1547}"/>
              </a:ext>
            </a:extLst>
          </p:cNvPr>
          <p:cNvSpPr txBox="1"/>
          <p:nvPr/>
        </p:nvSpPr>
        <p:spPr>
          <a:xfrm>
            <a:off x="9276080" y="6550223"/>
            <a:ext cx="3093720" cy="307777"/>
          </a:xfrm>
          <a:prstGeom prst="rect">
            <a:avLst/>
          </a:prstGeom>
          <a:noFill/>
        </p:spPr>
        <p:txBody>
          <a:bodyPr wrap="square" rtlCol="0">
            <a:spAutoFit/>
          </a:bodyPr>
          <a:lstStyle/>
          <a:p>
            <a:r>
              <a:rPr lang="en-GB" sz="700" i="1" noProof="0" dirty="0"/>
              <a:t>Bernheim, A., Sorek, R. The pan-immune system of bacteria: antiviral defence as a community resource. Nat Rev </a:t>
            </a:r>
            <a:r>
              <a:rPr lang="en-GB" sz="700" i="1" noProof="0" dirty="0" err="1"/>
              <a:t>Microbiol</a:t>
            </a:r>
            <a:r>
              <a:rPr lang="en-GB" sz="700" i="1" noProof="0" dirty="0"/>
              <a:t> </a:t>
            </a:r>
            <a:r>
              <a:rPr lang="en-GB" sz="700" b="1" i="1" noProof="0" dirty="0"/>
              <a:t>18</a:t>
            </a:r>
            <a:r>
              <a:rPr lang="en-GB" sz="700" i="1" noProof="0" dirty="0"/>
              <a:t>, 113–119 (2020).</a:t>
            </a:r>
          </a:p>
        </p:txBody>
      </p:sp>
      <p:pic>
        <p:nvPicPr>
          <p:cNvPr id="2" name="Picture 2" descr="sous-marin monde coloration livre main dessiné. océan la vie coloration  page noir et blanc vecteur illustration 36231185 Art vectoriel chez Vecteezy">
            <a:extLst>
              <a:ext uri="{FF2B5EF4-FFF2-40B4-BE49-F238E27FC236}">
                <a16:creationId xmlns:a16="http://schemas.microsoft.com/office/drawing/2014/main" id="{631CCDB6-426C-88F5-0276-57A37B452D5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186" y="2621404"/>
            <a:ext cx="1228154" cy="1228154"/>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3" name="Picture 4" descr="Organes du système endocrinien Banque d'images noir et blanc - Alamy">
            <a:extLst>
              <a:ext uri="{FF2B5EF4-FFF2-40B4-BE49-F238E27FC236}">
                <a16:creationId xmlns:a16="http://schemas.microsoft.com/office/drawing/2014/main" id="{9FD6E66F-AB51-B8AE-0FEE-5F42323864C1}"/>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b="9406"/>
          <a:stretch>
            <a:fillRect/>
          </a:stretch>
        </p:blipFill>
        <p:spPr bwMode="auto">
          <a:xfrm>
            <a:off x="718804" y="1687921"/>
            <a:ext cx="1026191" cy="132527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5" name="Picture 6" descr="Page 2 | Images de Dessin champ – Téléchargement gratuit sur Freepik">
            <a:extLst>
              <a:ext uri="{FF2B5EF4-FFF2-40B4-BE49-F238E27FC236}">
                <a16:creationId xmlns:a16="http://schemas.microsoft.com/office/drawing/2014/main" id="{05E91D66-191B-4A3D-B221-2B014DCD482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25025" y="1470506"/>
            <a:ext cx="1277280" cy="117356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48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B8B6B-D704-CBFC-9F39-F810D3C2E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21033C5-CB17-22A2-55A7-4F6B12FF49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sous-marin monde coloration livre main dessiné. océan la vie coloration  page noir et blanc vecteur illustration 36231185 Art vectoriel chez Vecteezy">
            <a:extLst>
              <a:ext uri="{FF2B5EF4-FFF2-40B4-BE49-F238E27FC236}">
                <a16:creationId xmlns:a16="http://schemas.microsoft.com/office/drawing/2014/main" id="{DFD55395-B1F1-9367-E90E-802D50AE0F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5916" y="2291301"/>
            <a:ext cx="2143125" cy="214312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28" name="Picture 4" descr="Organes du système endocrinien Banque d'images noir et blanc - Alamy">
            <a:extLst>
              <a:ext uri="{FF2B5EF4-FFF2-40B4-BE49-F238E27FC236}">
                <a16:creationId xmlns:a16="http://schemas.microsoft.com/office/drawing/2014/main" id="{33D46D98-6B15-C672-6F05-F207EE153A5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9406"/>
          <a:stretch>
            <a:fillRect/>
          </a:stretch>
        </p:blipFill>
        <p:spPr bwMode="auto">
          <a:xfrm>
            <a:off x="5328002" y="475821"/>
            <a:ext cx="1790700" cy="2312593"/>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30" name="Picture 6" descr="Page 2 | Images de Dessin champ – Téléchargement gratuit sur Freepik">
            <a:extLst>
              <a:ext uri="{FF2B5EF4-FFF2-40B4-BE49-F238E27FC236}">
                <a16:creationId xmlns:a16="http://schemas.microsoft.com/office/drawing/2014/main" id="{284CFE8D-E942-2E69-F550-F419EAB5AD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67663" y="2304801"/>
            <a:ext cx="2228850" cy="204787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AF64AF6C-C091-64F8-AF11-4122B533241E}"/>
              </a:ext>
            </a:extLst>
          </p:cNvPr>
          <p:cNvPicPr>
            <a:picLocks noChangeAspect="1"/>
          </p:cNvPicPr>
          <p:nvPr/>
        </p:nvPicPr>
        <p:blipFill>
          <a:blip r:embed="rId7"/>
          <a:stretch>
            <a:fillRect/>
          </a:stretch>
        </p:blipFill>
        <p:spPr>
          <a:xfrm flipH="1">
            <a:off x="5366502" y="3779796"/>
            <a:ext cx="292325" cy="1350391"/>
          </a:xfrm>
          <a:prstGeom prst="rect">
            <a:avLst/>
          </a:prstGeom>
        </p:spPr>
      </p:pic>
      <p:pic>
        <p:nvPicPr>
          <p:cNvPr id="10" name="Image 9">
            <a:extLst>
              <a:ext uri="{FF2B5EF4-FFF2-40B4-BE49-F238E27FC236}">
                <a16:creationId xmlns:a16="http://schemas.microsoft.com/office/drawing/2014/main" id="{B5F5856C-99D0-FE44-6E5C-CB733EFC8CA1}"/>
              </a:ext>
            </a:extLst>
          </p:cNvPr>
          <p:cNvPicPr>
            <a:picLocks noChangeAspect="1"/>
          </p:cNvPicPr>
          <p:nvPr/>
        </p:nvPicPr>
        <p:blipFill>
          <a:blip r:embed="rId8"/>
          <a:stretch>
            <a:fillRect/>
          </a:stretch>
        </p:blipFill>
        <p:spPr>
          <a:xfrm flipH="1">
            <a:off x="5978189" y="3937508"/>
            <a:ext cx="313979" cy="1324486"/>
          </a:xfrm>
          <a:prstGeom prst="rect">
            <a:avLst/>
          </a:prstGeom>
        </p:spPr>
      </p:pic>
      <p:pic>
        <p:nvPicPr>
          <p:cNvPr id="12" name="Image 11">
            <a:extLst>
              <a:ext uri="{FF2B5EF4-FFF2-40B4-BE49-F238E27FC236}">
                <a16:creationId xmlns:a16="http://schemas.microsoft.com/office/drawing/2014/main" id="{EA1A5654-58BB-31FF-0B6E-582EEF09D4A9}"/>
              </a:ext>
            </a:extLst>
          </p:cNvPr>
          <p:cNvPicPr>
            <a:picLocks noChangeAspect="1"/>
          </p:cNvPicPr>
          <p:nvPr/>
        </p:nvPicPr>
        <p:blipFill>
          <a:blip r:embed="rId9"/>
          <a:stretch>
            <a:fillRect/>
          </a:stretch>
        </p:blipFill>
        <p:spPr>
          <a:xfrm flipH="1">
            <a:off x="7130181" y="4841177"/>
            <a:ext cx="324806" cy="1328095"/>
          </a:xfrm>
          <a:prstGeom prst="rect">
            <a:avLst/>
          </a:prstGeom>
        </p:spPr>
      </p:pic>
      <p:pic>
        <p:nvPicPr>
          <p:cNvPr id="14" name="Image 13">
            <a:extLst>
              <a:ext uri="{FF2B5EF4-FFF2-40B4-BE49-F238E27FC236}">
                <a16:creationId xmlns:a16="http://schemas.microsoft.com/office/drawing/2014/main" id="{5A709B5A-CEA4-3557-F1D7-37E617092684}"/>
              </a:ext>
            </a:extLst>
          </p:cNvPr>
          <p:cNvPicPr>
            <a:picLocks noChangeAspect="1"/>
          </p:cNvPicPr>
          <p:nvPr/>
        </p:nvPicPr>
        <p:blipFill>
          <a:blip r:embed="rId10"/>
          <a:stretch>
            <a:fillRect/>
          </a:stretch>
        </p:blipFill>
        <p:spPr>
          <a:xfrm flipH="1">
            <a:off x="6824640" y="3886324"/>
            <a:ext cx="274280" cy="1331702"/>
          </a:xfrm>
          <a:prstGeom prst="rect">
            <a:avLst/>
          </a:prstGeom>
        </p:spPr>
      </p:pic>
      <p:pic>
        <p:nvPicPr>
          <p:cNvPr id="16" name="Image 15">
            <a:extLst>
              <a:ext uri="{FF2B5EF4-FFF2-40B4-BE49-F238E27FC236}">
                <a16:creationId xmlns:a16="http://schemas.microsoft.com/office/drawing/2014/main" id="{81115988-8003-C449-D0E0-AB9D02752420}"/>
              </a:ext>
            </a:extLst>
          </p:cNvPr>
          <p:cNvPicPr>
            <a:picLocks noChangeAspect="1"/>
          </p:cNvPicPr>
          <p:nvPr/>
        </p:nvPicPr>
        <p:blipFill>
          <a:blip r:embed="rId11"/>
          <a:stretch>
            <a:fillRect/>
          </a:stretch>
        </p:blipFill>
        <p:spPr>
          <a:xfrm flipH="1">
            <a:off x="5005269" y="4812616"/>
            <a:ext cx="274280" cy="1317266"/>
          </a:xfrm>
          <a:prstGeom prst="rect">
            <a:avLst/>
          </a:prstGeom>
        </p:spPr>
      </p:pic>
      <p:pic>
        <p:nvPicPr>
          <p:cNvPr id="18" name="Image 17">
            <a:extLst>
              <a:ext uri="{FF2B5EF4-FFF2-40B4-BE49-F238E27FC236}">
                <a16:creationId xmlns:a16="http://schemas.microsoft.com/office/drawing/2014/main" id="{866457A1-AD1A-A67B-0212-AE2547D51A28}"/>
              </a:ext>
            </a:extLst>
          </p:cNvPr>
          <p:cNvPicPr>
            <a:picLocks noChangeAspect="1"/>
          </p:cNvPicPr>
          <p:nvPr/>
        </p:nvPicPr>
        <p:blipFill>
          <a:blip r:embed="rId12"/>
          <a:stretch>
            <a:fillRect/>
          </a:stretch>
        </p:blipFill>
        <p:spPr>
          <a:xfrm flipH="1">
            <a:off x="6437250" y="4719763"/>
            <a:ext cx="292325" cy="1338920"/>
          </a:xfrm>
          <a:prstGeom prst="rect">
            <a:avLst/>
          </a:prstGeom>
        </p:spPr>
      </p:pic>
      <p:pic>
        <p:nvPicPr>
          <p:cNvPr id="20" name="Image 19">
            <a:extLst>
              <a:ext uri="{FF2B5EF4-FFF2-40B4-BE49-F238E27FC236}">
                <a16:creationId xmlns:a16="http://schemas.microsoft.com/office/drawing/2014/main" id="{368BD165-EF72-513D-969A-D806B2534423}"/>
              </a:ext>
            </a:extLst>
          </p:cNvPr>
          <p:cNvPicPr>
            <a:picLocks noChangeAspect="1"/>
          </p:cNvPicPr>
          <p:nvPr/>
        </p:nvPicPr>
        <p:blipFill>
          <a:blip r:embed="rId13"/>
          <a:stretch>
            <a:fillRect/>
          </a:stretch>
        </p:blipFill>
        <p:spPr>
          <a:xfrm flipH="1">
            <a:off x="5602350" y="5066522"/>
            <a:ext cx="277889" cy="1320876"/>
          </a:xfrm>
          <a:prstGeom prst="rect">
            <a:avLst/>
          </a:prstGeom>
        </p:spPr>
      </p:pic>
      <p:pic>
        <p:nvPicPr>
          <p:cNvPr id="22" name="Image 21" descr="Une image contenant croquis, art, conception&#10;&#10;Le contenu généré par l’IA peut être incorrect.">
            <a:extLst>
              <a:ext uri="{FF2B5EF4-FFF2-40B4-BE49-F238E27FC236}">
                <a16:creationId xmlns:a16="http://schemas.microsoft.com/office/drawing/2014/main" id="{E78537D1-BDB0-A161-CF46-D1F0F5703CD5}"/>
              </a:ext>
            </a:extLst>
          </p:cNvPr>
          <p:cNvPicPr>
            <a:picLocks noChangeAspect="1"/>
          </p:cNvPicPr>
          <p:nvPr/>
        </p:nvPicPr>
        <p:blipFill>
          <a:blip r:embed="rId14"/>
          <a:stretch>
            <a:fillRect/>
          </a:stretch>
        </p:blipFill>
        <p:spPr>
          <a:xfrm>
            <a:off x="5787154" y="4144857"/>
            <a:ext cx="291911" cy="407318"/>
          </a:xfrm>
          <a:prstGeom prst="rect">
            <a:avLst/>
          </a:prstGeom>
        </p:spPr>
      </p:pic>
      <p:pic>
        <p:nvPicPr>
          <p:cNvPr id="24" name="Image 23" descr="Une image contenant conception, art, origami&#10;&#10;Le contenu généré par l’IA peut être incorrect.">
            <a:extLst>
              <a:ext uri="{FF2B5EF4-FFF2-40B4-BE49-F238E27FC236}">
                <a16:creationId xmlns:a16="http://schemas.microsoft.com/office/drawing/2014/main" id="{04FC4311-FFF1-652C-61BA-0DEFD3EAD99C}"/>
              </a:ext>
            </a:extLst>
          </p:cNvPr>
          <p:cNvPicPr>
            <a:picLocks noChangeAspect="1"/>
          </p:cNvPicPr>
          <p:nvPr/>
        </p:nvPicPr>
        <p:blipFill>
          <a:blip r:embed="rId15"/>
          <a:stretch>
            <a:fillRect/>
          </a:stretch>
        </p:blipFill>
        <p:spPr>
          <a:xfrm>
            <a:off x="7423666" y="5086560"/>
            <a:ext cx="278334" cy="384689"/>
          </a:xfrm>
          <a:prstGeom prst="rect">
            <a:avLst/>
          </a:prstGeom>
        </p:spPr>
      </p:pic>
      <p:pic>
        <p:nvPicPr>
          <p:cNvPr id="26" name="Image 25" descr="Une image contenant conception, art&#10;&#10;Le contenu généré par l’IA peut être incorrect.">
            <a:extLst>
              <a:ext uri="{FF2B5EF4-FFF2-40B4-BE49-F238E27FC236}">
                <a16:creationId xmlns:a16="http://schemas.microsoft.com/office/drawing/2014/main" id="{261F6CF3-5187-70A8-F047-BD36D8FE4D81}"/>
              </a:ext>
            </a:extLst>
          </p:cNvPr>
          <p:cNvPicPr>
            <a:picLocks noChangeAspect="1"/>
          </p:cNvPicPr>
          <p:nvPr/>
        </p:nvPicPr>
        <p:blipFill>
          <a:blip r:embed="rId16"/>
          <a:stretch>
            <a:fillRect/>
          </a:stretch>
        </p:blipFill>
        <p:spPr>
          <a:xfrm>
            <a:off x="6591797" y="4006930"/>
            <a:ext cx="282860" cy="393741"/>
          </a:xfrm>
          <a:prstGeom prst="rect">
            <a:avLst/>
          </a:prstGeom>
        </p:spPr>
      </p:pic>
      <p:pic>
        <p:nvPicPr>
          <p:cNvPr id="28" name="Image 27" descr="Une image contenant conception, art&#10;&#10;Le contenu généré par l’IA peut être incorrect.">
            <a:extLst>
              <a:ext uri="{FF2B5EF4-FFF2-40B4-BE49-F238E27FC236}">
                <a16:creationId xmlns:a16="http://schemas.microsoft.com/office/drawing/2014/main" id="{163F6824-697C-C9D6-FFF0-D584F2FE286C}"/>
              </a:ext>
            </a:extLst>
          </p:cNvPr>
          <p:cNvPicPr>
            <a:picLocks noChangeAspect="1"/>
          </p:cNvPicPr>
          <p:nvPr/>
        </p:nvPicPr>
        <p:blipFill>
          <a:blip r:embed="rId17"/>
          <a:stretch>
            <a:fillRect/>
          </a:stretch>
        </p:blipFill>
        <p:spPr>
          <a:xfrm>
            <a:off x="5373718" y="5286090"/>
            <a:ext cx="276071" cy="393741"/>
          </a:xfrm>
          <a:prstGeom prst="rect">
            <a:avLst/>
          </a:prstGeom>
        </p:spPr>
      </p:pic>
      <p:pic>
        <p:nvPicPr>
          <p:cNvPr id="30" name="Image 29" descr="Une image contenant conception&#10;&#10;Le contenu généré par l’IA peut être incorrect.">
            <a:extLst>
              <a:ext uri="{FF2B5EF4-FFF2-40B4-BE49-F238E27FC236}">
                <a16:creationId xmlns:a16="http://schemas.microsoft.com/office/drawing/2014/main" id="{F4F0DA6E-B6A9-D5E7-CB0D-739B3F749189}"/>
              </a:ext>
            </a:extLst>
          </p:cNvPr>
          <p:cNvPicPr>
            <a:picLocks noChangeAspect="1"/>
          </p:cNvPicPr>
          <p:nvPr/>
        </p:nvPicPr>
        <p:blipFill>
          <a:blip r:embed="rId18"/>
          <a:stretch>
            <a:fillRect/>
          </a:stretch>
        </p:blipFill>
        <p:spPr>
          <a:xfrm>
            <a:off x="6110085" y="6129882"/>
            <a:ext cx="287386" cy="389216"/>
          </a:xfrm>
          <a:prstGeom prst="rect">
            <a:avLst/>
          </a:prstGeom>
        </p:spPr>
      </p:pic>
      <p:pic>
        <p:nvPicPr>
          <p:cNvPr id="32" name="Image 31" descr="Une image contenant conception, art&#10;&#10;Le contenu généré par l’IA peut être incorrect.">
            <a:extLst>
              <a:ext uri="{FF2B5EF4-FFF2-40B4-BE49-F238E27FC236}">
                <a16:creationId xmlns:a16="http://schemas.microsoft.com/office/drawing/2014/main" id="{FEE8767E-6D2A-F3BF-4BC4-3FAE457B8FDB}"/>
              </a:ext>
            </a:extLst>
          </p:cNvPr>
          <p:cNvPicPr>
            <a:picLocks noChangeAspect="1"/>
          </p:cNvPicPr>
          <p:nvPr/>
        </p:nvPicPr>
        <p:blipFill>
          <a:blip r:embed="rId19"/>
          <a:stretch>
            <a:fillRect/>
          </a:stretch>
        </p:blipFill>
        <p:spPr>
          <a:xfrm>
            <a:off x="4748843" y="5134588"/>
            <a:ext cx="278334" cy="377900"/>
          </a:xfrm>
          <a:prstGeom prst="rect">
            <a:avLst/>
          </a:prstGeom>
        </p:spPr>
      </p:pic>
      <p:pic>
        <p:nvPicPr>
          <p:cNvPr id="34" name="Image 33" descr="Une image contenant conception, art&#10;&#10;Le contenu généré par l’IA peut être incorrect.">
            <a:extLst>
              <a:ext uri="{FF2B5EF4-FFF2-40B4-BE49-F238E27FC236}">
                <a16:creationId xmlns:a16="http://schemas.microsoft.com/office/drawing/2014/main" id="{A162D5D7-21BC-3226-FD8E-82BDC5604FC5}"/>
              </a:ext>
            </a:extLst>
          </p:cNvPr>
          <p:cNvPicPr>
            <a:picLocks noChangeAspect="1"/>
          </p:cNvPicPr>
          <p:nvPr/>
        </p:nvPicPr>
        <p:blipFill>
          <a:blip r:embed="rId20"/>
          <a:stretch>
            <a:fillRect/>
          </a:stretch>
        </p:blipFill>
        <p:spPr>
          <a:xfrm>
            <a:off x="6159831" y="5306092"/>
            <a:ext cx="282860" cy="398267"/>
          </a:xfrm>
          <a:prstGeom prst="rect">
            <a:avLst/>
          </a:prstGeom>
        </p:spPr>
      </p:pic>
      <p:sp>
        <p:nvSpPr>
          <p:cNvPr id="36" name="Ellipse 35">
            <a:extLst>
              <a:ext uri="{FF2B5EF4-FFF2-40B4-BE49-F238E27FC236}">
                <a16:creationId xmlns:a16="http://schemas.microsoft.com/office/drawing/2014/main" id="{97245404-C164-74A7-B340-050C259B635F}"/>
              </a:ext>
            </a:extLst>
          </p:cNvPr>
          <p:cNvSpPr/>
          <p:nvPr/>
        </p:nvSpPr>
        <p:spPr>
          <a:xfrm>
            <a:off x="4615740" y="3572565"/>
            <a:ext cx="3239853" cy="3115245"/>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38" name="Connecteur droit 37">
            <a:extLst>
              <a:ext uri="{FF2B5EF4-FFF2-40B4-BE49-F238E27FC236}">
                <a16:creationId xmlns:a16="http://schemas.microsoft.com/office/drawing/2014/main" id="{192E0E30-DF28-DCAA-F2C2-04FDD1318928}"/>
              </a:ext>
            </a:extLst>
          </p:cNvPr>
          <p:cNvCxnSpPr>
            <a:cxnSpLocks/>
            <a:stCxn id="50" idx="2"/>
            <a:endCxn id="36" idx="0"/>
          </p:cNvCxnSpPr>
          <p:nvPr/>
        </p:nvCxnSpPr>
        <p:spPr>
          <a:xfrm>
            <a:off x="6223352" y="3320268"/>
            <a:ext cx="12315" cy="252297"/>
          </a:xfrm>
          <a:prstGeom prst="line">
            <a:avLst/>
          </a:prstGeom>
          <a:ln>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sp>
        <p:nvSpPr>
          <p:cNvPr id="40" name="ZoneTexte 39">
            <a:extLst>
              <a:ext uri="{FF2B5EF4-FFF2-40B4-BE49-F238E27FC236}">
                <a16:creationId xmlns:a16="http://schemas.microsoft.com/office/drawing/2014/main" id="{4F233758-9393-2344-C655-278B3D563830}"/>
              </a:ext>
            </a:extLst>
          </p:cNvPr>
          <p:cNvSpPr txBox="1"/>
          <p:nvPr/>
        </p:nvSpPr>
        <p:spPr>
          <a:xfrm>
            <a:off x="1535261" y="4396597"/>
            <a:ext cx="2538968" cy="646331"/>
          </a:xfrm>
          <a:prstGeom prst="rect">
            <a:avLst/>
          </a:prstGeom>
          <a:noFill/>
        </p:spPr>
        <p:txBody>
          <a:bodyPr wrap="square" rtlCol="0">
            <a:spAutoFit/>
          </a:bodyPr>
          <a:lstStyle/>
          <a:p>
            <a:pPr algn="ctr"/>
            <a:r>
              <a:rPr lang="en-GB" noProof="0" dirty="0">
                <a:latin typeface="Oswald" panose="00000500000000000000" pitchFamily="2" charset="0"/>
              </a:rPr>
              <a:t>Regulation of microbial cycles and biodiversity</a:t>
            </a:r>
          </a:p>
        </p:txBody>
      </p:sp>
      <p:cxnSp>
        <p:nvCxnSpPr>
          <p:cNvPr id="43" name="Connecteur droit 42">
            <a:extLst>
              <a:ext uri="{FF2B5EF4-FFF2-40B4-BE49-F238E27FC236}">
                <a16:creationId xmlns:a16="http://schemas.microsoft.com/office/drawing/2014/main" id="{CC1FB4C9-998C-6FBA-C09F-11B7B4F9CE8E}"/>
              </a:ext>
            </a:extLst>
          </p:cNvPr>
          <p:cNvCxnSpPr>
            <a:cxnSpLocks/>
            <a:endCxn id="36" idx="7"/>
          </p:cNvCxnSpPr>
          <p:nvPr/>
        </p:nvCxnSpPr>
        <p:spPr>
          <a:xfrm flipH="1">
            <a:off x="7381128" y="3734158"/>
            <a:ext cx="1267666" cy="294624"/>
          </a:xfrm>
          <a:prstGeom prst="line">
            <a:avLst/>
          </a:prstGeom>
          <a:ln>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cxnSp>
        <p:nvCxnSpPr>
          <p:cNvPr id="45" name="Connecteur droit 44">
            <a:extLst>
              <a:ext uri="{FF2B5EF4-FFF2-40B4-BE49-F238E27FC236}">
                <a16:creationId xmlns:a16="http://schemas.microsoft.com/office/drawing/2014/main" id="{135F7A20-01AA-CF14-94CD-5F34C206E9B5}"/>
              </a:ext>
            </a:extLst>
          </p:cNvPr>
          <p:cNvCxnSpPr>
            <a:cxnSpLocks/>
            <a:endCxn id="36" idx="1"/>
          </p:cNvCxnSpPr>
          <p:nvPr/>
        </p:nvCxnSpPr>
        <p:spPr>
          <a:xfrm>
            <a:off x="3746577" y="3734158"/>
            <a:ext cx="1343628" cy="294624"/>
          </a:xfrm>
          <a:prstGeom prst="line">
            <a:avLst/>
          </a:prstGeom>
          <a:ln>
            <a:solidFill>
              <a:schemeClr val="bg2">
                <a:lumMod val="25000"/>
              </a:schemeClr>
            </a:solidFill>
          </a:ln>
        </p:spPr>
        <p:style>
          <a:lnRef idx="2">
            <a:schemeClr val="accent1"/>
          </a:lnRef>
          <a:fillRef idx="0">
            <a:schemeClr val="accent1"/>
          </a:fillRef>
          <a:effectRef idx="1">
            <a:schemeClr val="accent1"/>
          </a:effectRef>
          <a:fontRef idx="minor">
            <a:schemeClr val="tx1"/>
          </a:fontRef>
        </p:style>
      </p:cxnSp>
      <p:sp>
        <p:nvSpPr>
          <p:cNvPr id="50" name="ZoneTexte 49">
            <a:extLst>
              <a:ext uri="{FF2B5EF4-FFF2-40B4-BE49-F238E27FC236}">
                <a16:creationId xmlns:a16="http://schemas.microsoft.com/office/drawing/2014/main" id="{93A2E5B8-2E0D-699D-3C6E-44433F540F10}"/>
              </a:ext>
            </a:extLst>
          </p:cNvPr>
          <p:cNvSpPr txBox="1"/>
          <p:nvPr/>
        </p:nvSpPr>
        <p:spPr>
          <a:xfrm>
            <a:off x="4953868" y="2673937"/>
            <a:ext cx="2538968" cy="646331"/>
          </a:xfrm>
          <a:prstGeom prst="rect">
            <a:avLst/>
          </a:prstGeom>
          <a:noFill/>
        </p:spPr>
        <p:txBody>
          <a:bodyPr wrap="square" rtlCol="0">
            <a:spAutoFit/>
          </a:bodyPr>
          <a:lstStyle/>
          <a:p>
            <a:pPr algn="ctr"/>
            <a:r>
              <a:rPr lang="en-GB" noProof="0" dirty="0">
                <a:latin typeface="Oswald" panose="00000500000000000000" pitchFamily="2" charset="0"/>
              </a:rPr>
              <a:t>Phage therapy, resistance, microbiota</a:t>
            </a:r>
          </a:p>
        </p:txBody>
      </p:sp>
      <p:sp>
        <p:nvSpPr>
          <p:cNvPr id="51" name="ZoneTexte 50">
            <a:extLst>
              <a:ext uri="{FF2B5EF4-FFF2-40B4-BE49-F238E27FC236}">
                <a16:creationId xmlns:a16="http://schemas.microsoft.com/office/drawing/2014/main" id="{3D2F933A-96FC-0AB3-C3EC-D01915879FC0}"/>
              </a:ext>
            </a:extLst>
          </p:cNvPr>
          <p:cNvSpPr txBox="1"/>
          <p:nvPr/>
        </p:nvSpPr>
        <p:spPr>
          <a:xfrm>
            <a:off x="8412604" y="4396597"/>
            <a:ext cx="2538968" cy="646331"/>
          </a:xfrm>
          <a:prstGeom prst="rect">
            <a:avLst/>
          </a:prstGeom>
          <a:noFill/>
        </p:spPr>
        <p:txBody>
          <a:bodyPr wrap="square" rtlCol="0">
            <a:spAutoFit/>
          </a:bodyPr>
          <a:lstStyle/>
          <a:p>
            <a:pPr algn="ctr"/>
            <a:r>
              <a:rPr lang="en-GB" noProof="0" dirty="0">
                <a:latin typeface="Oswald" panose="00000500000000000000" pitchFamily="2" charset="0"/>
              </a:rPr>
              <a:t>Biocontrol and ground microbiome</a:t>
            </a:r>
          </a:p>
        </p:txBody>
      </p:sp>
      <p:sp>
        <p:nvSpPr>
          <p:cNvPr id="3" name="ZoneTexte 2">
            <a:extLst>
              <a:ext uri="{FF2B5EF4-FFF2-40B4-BE49-F238E27FC236}">
                <a16:creationId xmlns:a16="http://schemas.microsoft.com/office/drawing/2014/main" id="{4F183B1B-AA78-9FB5-60F2-4F5FF0C91C4D}"/>
              </a:ext>
            </a:extLst>
          </p:cNvPr>
          <p:cNvSpPr txBox="1"/>
          <p:nvPr/>
        </p:nvSpPr>
        <p:spPr>
          <a:xfrm>
            <a:off x="2121288" y="219650"/>
            <a:ext cx="9216574" cy="984885"/>
          </a:xfrm>
          <a:prstGeom prst="rect">
            <a:avLst/>
          </a:prstGeom>
          <a:noFill/>
        </p:spPr>
        <p:txBody>
          <a:bodyPr wrap="square" rtlCol="0">
            <a:spAutoFit/>
          </a:bodyPr>
          <a:lstStyle/>
          <a:p>
            <a:r>
              <a:rPr lang="en-GB" sz="4000" b="1" noProof="0" dirty="0">
                <a:solidFill>
                  <a:srgbClr val="000000"/>
                </a:solidFill>
                <a:latin typeface="Oswald" panose="020F0502020204030204" pitchFamily="2" charset="0"/>
              </a:rPr>
              <a:t>Why studying bacterial </a:t>
            </a:r>
            <a:r>
              <a:rPr lang="en-GB" sz="4000" b="1" noProof="0" dirty="0" err="1">
                <a:solidFill>
                  <a:srgbClr val="000000"/>
                </a:solidFill>
                <a:latin typeface="Oswald" panose="020F0502020204030204" pitchFamily="2" charset="0"/>
              </a:rPr>
              <a:t>defense</a:t>
            </a:r>
            <a:r>
              <a:rPr lang="en-GB" sz="4000" b="1" noProof="0" dirty="0">
                <a:solidFill>
                  <a:srgbClr val="000000"/>
                </a:solidFill>
                <a:latin typeface="Oswald" panose="020F0502020204030204" pitchFamily="2" charset="0"/>
              </a:rPr>
              <a:t> systems</a:t>
            </a:r>
            <a:endParaRPr lang="en-GB" sz="4000" noProof="0" dirty="0">
              <a:latin typeface="Arial" panose="020B0604020202020204" pitchFamily="34" charset="0"/>
            </a:endParaRPr>
          </a:p>
          <a:p>
            <a:endParaRPr lang="en-GB" noProof="0" dirty="0"/>
          </a:p>
        </p:txBody>
      </p:sp>
    </p:spTree>
    <p:extLst>
      <p:ext uri="{BB962C8B-B14F-4D97-AF65-F5344CB8AC3E}">
        <p14:creationId xmlns:p14="http://schemas.microsoft.com/office/powerpoint/2010/main" val="402488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805A5-3BAA-07A4-3168-8E53A526ABA9}"/>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6108596-0D51-9071-E2A2-D4B65385AE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C45AD612-0EF0-BCE1-DBED-43040B8F3370}"/>
              </a:ext>
            </a:extLst>
          </p:cNvPr>
          <p:cNvPicPr>
            <a:picLocks noChangeAspect="1"/>
          </p:cNvPicPr>
          <p:nvPr/>
        </p:nvPicPr>
        <p:blipFill>
          <a:blip r:embed="rId4"/>
          <a:stretch>
            <a:fillRect/>
          </a:stretch>
        </p:blipFill>
        <p:spPr>
          <a:xfrm flipH="1">
            <a:off x="2412547" y="2514875"/>
            <a:ext cx="292325" cy="1350391"/>
          </a:xfrm>
          <a:prstGeom prst="rect">
            <a:avLst/>
          </a:prstGeom>
        </p:spPr>
      </p:pic>
      <p:pic>
        <p:nvPicPr>
          <p:cNvPr id="10" name="Image 9">
            <a:extLst>
              <a:ext uri="{FF2B5EF4-FFF2-40B4-BE49-F238E27FC236}">
                <a16:creationId xmlns:a16="http://schemas.microsoft.com/office/drawing/2014/main" id="{86128E2C-141C-03BA-EF51-6C5FB0BCC532}"/>
              </a:ext>
            </a:extLst>
          </p:cNvPr>
          <p:cNvPicPr>
            <a:picLocks noChangeAspect="1"/>
          </p:cNvPicPr>
          <p:nvPr/>
        </p:nvPicPr>
        <p:blipFill>
          <a:blip r:embed="rId5"/>
          <a:stretch>
            <a:fillRect/>
          </a:stretch>
        </p:blipFill>
        <p:spPr>
          <a:xfrm flipH="1">
            <a:off x="3024234" y="2672587"/>
            <a:ext cx="313979" cy="1324486"/>
          </a:xfrm>
          <a:prstGeom prst="rect">
            <a:avLst/>
          </a:prstGeom>
        </p:spPr>
      </p:pic>
      <p:pic>
        <p:nvPicPr>
          <p:cNvPr id="12" name="Image 11">
            <a:extLst>
              <a:ext uri="{FF2B5EF4-FFF2-40B4-BE49-F238E27FC236}">
                <a16:creationId xmlns:a16="http://schemas.microsoft.com/office/drawing/2014/main" id="{507AD152-8728-A2ED-0C55-9E9A4C86DE59}"/>
              </a:ext>
            </a:extLst>
          </p:cNvPr>
          <p:cNvPicPr>
            <a:picLocks noChangeAspect="1"/>
          </p:cNvPicPr>
          <p:nvPr/>
        </p:nvPicPr>
        <p:blipFill>
          <a:blip r:embed="rId6"/>
          <a:stretch>
            <a:fillRect/>
          </a:stretch>
        </p:blipFill>
        <p:spPr>
          <a:xfrm flipH="1">
            <a:off x="4176226" y="3576256"/>
            <a:ext cx="324806" cy="1328095"/>
          </a:xfrm>
          <a:prstGeom prst="rect">
            <a:avLst/>
          </a:prstGeom>
        </p:spPr>
      </p:pic>
      <p:pic>
        <p:nvPicPr>
          <p:cNvPr id="14" name="Image 13">
            <a:extLst>
              <a:ext uri="{FF2B5EF4-FFF2-40B4-BE49-F238E27FC236}">
                <a16:creationId xmlns:a16="http://schemas.microsoft.com/office/drawing/2014/main" id="{2B8B0C2F-8125-9EC7-59D4-C29233A78444}"/>
              </a:ext>
            </a:extLst>
          </p:cNvPr>
          <p:cNvPicPr>
            <a:picLocks noChangeAspect="1"/>
          </p:cNvPicPr>
          <p:nvPr/>
        </p:nvPicPr>
        <p:blipFill>
          <a:blip r:embed="rId7"/>
          <a:stretch>
            <a:fillRect/>
          </a:stretch>
        </p:blipFill>
        <p:spPr>
          <a:xfrm flipH="1">
            <a:off x="3870685" y="2621403"/>
            <a:ext cx="274280" cy="1331702"/>
          </a:xfrm>
          <a:prstGeom prst="rect">
            <a:avLst/>
          </a:prstGeom>
        </p:spPr>
      </p:pic>
      <p:pic>
        <p:nvPicPr>
          <p:cNvPr id="16" name="Image 15">
            <a:extLst>
              <a:ext uri="{FF2B5EF4-FFF2-40B4-BE49-F238E27FC236}">
                <a16:creationId xmlns:a16="http://schemas.microsoft.com/office/drawing/2014/main" id="{0C55BB1A-7AB1-46DD-96E0-A385E846E650}"/>
              </a:ext>
            </a:extLst>
          </p:cNvPr>
          <p:cNvPicPr>
            <a:picLocks noChangeAspect="1"/>
          </p:cNvPicPr>
          <p:nvPr/>
        </p:nvPicPr>
        <p:blipFill>
          <a:blip r:embed="rId8"/>
          <a:stretch>
            <a:fillRect/>
          </a:stretch>
        </p:blipFill>
        <p:spPr>
          <a:xfrm flipH="1">
            <a:off x="2051314" y="3547695"/>
            <a:ext cx="274280" cy="1317266"/>
          </a:xfrm>
          <a:prstGeom prst="rect">
            <a:avLst/>
          </a:prstGeom>
        </p:spPr>
      </p:pic>
      <p:pic>
        <p:nvPicPr>
          <p:cNvPr id="18" name="Image 17">
            <a:extLst>
              <a:ext uri="{FF2B5EF4-FFF2-40B4-BE49-F238E27FC236}">
                <a16:creationId xmlns:a16="http://schemas.microsoft.com/office/drawing/2014/main" id="{2DC96D01-D9D2-0179-FBBF-9B57840BFE66}"/>
              </a:ext>
            </a:extLst>
          </p:cNvPr>
          <p:cNvPicPr>
            <a:picLocks noChangeAspect="1"/>
          </p:cNvPicPr>
          <p:nvPr/>
        </p:nvPicPr>
        <p:blipFill>
          <a:blip r:embed="rId9"/>
          <a:stretch>
            <a:fillRect/>
          </a:stretch>
        </p:blipFill>
        <p:spPr>
          <a:xfrm flipH="1">
            <a:off x="3483295" y="3454842"/>
            <a:ext cx="292325" cy="1338920"/>
          </a:xfrm>
          <a:prstGeom prst="rect">
            <a:avLst/>
          </a:prstGeom>
        </p:spPr>
      </p:pic>
      <p:pic>
        <p:nvPicPr>
          <p:cNvPr id="20" name="Image 19">
            <a:extLst>
              <a:ext uri="{FF2B5EF4-FFF2-40B4-BE49-F238E27FC236}">
                <a16:creationId xmlns:a16="http://schemas.microsoft.com/office/drawing/2014/main" id="{7FBBCD2F-5DC6-4085-BF11-11725232B70E}"/>
              </a:ext>
            </a:extLst>
          </p:cNvPr>
          <p:cNvPicPr>
            <a:picLocks noChangeAspect="1"/>
          </p:cNvPicPr>
          <p:nvPr/>
        </p:nvPicPr>
        <p:blipFill>
          <a:blip r:embed="rId10"/>
          <a:stretch>
            <a:fillRect/>
          </a:stretch>
        </p:blipFill>
        <p:spPr>
          <a:xfrm flipH="1">
            <a:off x="2648395" y="3801601"/>
            <a:ext cx="277889" cy="1320876"/>
          </a:xfrm>
          <a:prstGeom prst="rect">
            <a:avLst/>
          </a:prstGeom>
        </p:spPr>
      </p:pic>
      <p:pic>
        <p:nvPicPr>
          <p:cNvPr id="22" name="Image 21" descr="Une image contenant croquis, art, conception&#10;&#10;Le contenu généré par l’IA peut être incorrect.">
            <a:extLst>
              <a:ext uri="{FF2B5EF4-FFF2-40B4-BE49-F238E27FC236}">
                <a16:creationId xmlns:a16="http://schemas.microsoft.com/office/drawing/2014/main" id="{A3309EF9-C55A-455E-269B-7192E55DE761}"/>
              </a:ext>
            </a:extLst>
          </p:cNvPr>
          <p:cNvPicPr>
            <a:picLocks noChangeAspect="1"/>
          </p:cNvPicPr>
          <p:nvPr/>
        </p:nvPicPr>
        <p:blipFill>
          <a:blip r:embed="rId11"/>
          <a:stretch>
            <a:fillRect/>
          </a:stretch>
        </p:blipFill>
        <p:spPr>
          <a:xfrm>
            <a:off x="2833199" y="2879936"/>
            <a:ext cx="291911" cy="407318"/>
          </a:xfrm>
          <a:prstGeom prst="rect">
            <a:avLst/>
          </a:prstGeom>
        </p:spPr>
      </p:pic>
      <p:pic>
        <p:nvPicPr>
          <p:cNvPr id="24" name="Image 23" descr="Une image contenant conception, art, origami&#10;&#10;Le contenu généré par l’IA peut être incorrect.">
            <a:extLst>
              <a:ext uri="{FF2B5EF4-FFF2-40B4-BE49-F238E27FC236}">
                <a16:creationId xmlns:a16="http://schemas.microsoft.com/office/drawing/2014/main" id="{E71B120B-921D-8BC8-FC9E-393FAE550BF5}"/>
              </a:ext>
            </a:extLst>
          </p:cNvPr>
          <p:cNvPicPr>
            <a:picLocks noChangeAspect="1"/>
          </p:cNvPicPr>
          <p:nvPr/>
        </p:nvPicPr>
        <p:blipFill>
          <a:blip r:embed="rId12"/>
          <a:stretch>
            <a:fillRect/>
          </a:stretch>
        </p:blipFill>
        <p:spPr>
          <a:xfrm>
            <a:off x="4469711" y="3821639"/>
            <a:ext cx="278334" cy="384689"/>
          </a:xfrm>
          <a:prstGeom prst="rect">
            <a:avLst/>
          </a:prstGeom>
        </p:spPr>
      </p:pic>
      <p:pic>
        <p:nvPicPr>
          <p:cNvPr id="26" name="Image 25" descr="Une image contenant conception, art&#10;&#10;Le contenu généré par l’IA peut être incorrect.">
            <a:extLst>
              <a:ext uri="{FF2B5EF4-FFF2-40B4-BE49-F238E27FC236}">
                <a16:creationId xmlns:a16="http://schemas.microsoft.com/office/drawing/2014/main" id="{F084EDD8-91FF-D591-E131-ADE5E1DBAB09}"/>
              </a:ext>
            </a:extLst>
          </p:cNvPr>
          <p:cNvPicPr>
            <a:picLocks noChangeAspect="1"/>
          </p:cNvPicPr>
          <p:nvPr/>
        </p:nvPicPr>
        <p:blipFill>
          <a:blip r:embed="rId13"/>
          <a:stretch>
            <a:fillRect/>
          </a:stretch>
        </p:blipFill>
        <p:spPr>
          <a:xfrm>
            <a:off x="3637842" y="2742009"/>
            <a:ext cx="282860" cy="393741"/>
          </a:xfrm>
          <a:prstGeom prst="rect">
            <a:avLst/>
          </a:prstGeom>
        </p:spPr>
      </p:pic>
      <p:pic>
        <p:nvPicPr>
          <p:cNvPr id="28" name="Image 27" descr="Une image contenant conception, art&#10;&#10;Le contenu généré par l’IA peut être incorrect.">
            <a:extLst>
              <a:ext uri="{FF2B5EF4-FFF2-40B4-BE49-F238E27FC236}">
                <a16:creationId xmlns:a16="http://schemas.microsoft.com/office/drawing/2014/main" id="{5DD3B749-6A24-06A5-CE05-A540FF47833F}"/>
              </a:ext>
            </a:extLst>
          </p:cNvPr>
          <p:cNvPicPr>
            <a:picLocks noChangeAspect="1"/>
          </p:cNvPicPr>
          <p:nvPr/>
        </p:nvPicPr>
        <p:blipFill>
          <a:blip r:embed="rId14"/>
          <a:stretch>
            <a:fillRect/>
          </a:stretch>
        </p:blipFill>
        <p:spPr>
          <a:xfrm>
            <a:off x="2419763" y="4021169"/>
            <a:ext cx="276071" cy="393741"/>
          </a:xfrm>
          <a:prstGeom prst="rect">
            <a:avLst/>
          </a:prstGeom>
        </p:spPr>
      </p:pic>
      <p:pic>
        <p:nvPicPr>
          <p:cNvPr id="30" name="Image 29" descr="Une image contenant conception&#10;&#10;Le contenu généré par l’IA peut être incorrect.">
            <a:extLst>
              <a:ext uri="{FF2B5EF4-FFF2-40B4-BE49-F238E27FC236}">
                <a16:creationId xmlns:a16="http://schemas.microsoft.com/office/drawing/2014/main" id="{52B78BF7-E850-A10E-0CFB-9B037D5F94BE}"/>
              </a:ext>
            </a:extLst>
          </p:cNvPr>
          <p:cNvPicPr>
            <a:picLocks noChangeAspect="1"/>
          </p:cNvPicPr>
          <p:nvPr/>
        </p:nvPicPr>
        <p:blipFill>
          <a:blip r:embed="rId15"/>
          <a:stretch>
            <a:fillRect/>
          </a:stretch>
        </p:blipFill>
        <p:spPr>
          <a:xfrm>
            <a:off x="3156130" y="4864961"/>
            <a:ext cx="287386" cy="389216"/>
          </a:xfrm>
          <a:prstGeom prst="rect">
            <a:avLst/>
          </a:prstGeom>
        </p:spPr>
      </p:pic>
      <p:pic>
        <p:nvPicPr>
          <p:cNvPr id="32" name="Image 31" descr="Une image contenant conception, art&#10;&#10;Le contenu généré par l’IA peut être incorrect.">
            <a:extLst>
              <a:ext uri="{FF2B5EF4-FFF2-40B4-BE49-F238E27FC236}">
                <a16:creationId xmlns:a16="http://schemas.microsoft.com/office/drawing/2014/main" id="{93D315B4-B870-79F7-157E-0D7A826BA84B}"/>
              </a:ext>
            </a:extLst>
          </p:cNvPr>
          <p:cNvPicPr>
            <a:picLocks noChangeAspect="1"/>
          </p:cNvPicPr>
          <p:nvPr/>
        </p:nvPicPr>
        <p:blipFill>
          <a:blip r:embed="rId16"/>
          <a:stretch>
            <a:fillRect/>
          </a:stretch>
        </p:blipFill>
        <p:spPr>
          <a:xfrm>
            <a:off x="1794888" y="3869667"/>
            <a:ext cx="278334" cy="377900"/>
          </a:xfrm>
          <a:prstGeom prst="rect">
            <a:avLst/>
          </a:prstGeom>
        </p:spPr>
      </p:pic>
      <p:pic>
        <p:nvPicPr>
          <p:cNvPr id="34" name="Image 33" descr="Une image contenant conception, art&#10;&#10;Le contenu généré par l’IA peut être incorrect.">
            <a:extLst>
              <a:ext uri="{FF2B5EF4-FFF2-40B4-BE49-F238E27FC236}">
                <a16:creationId xmlns:a16="http://schemas.microsoft.com/office/drawing/2014/main" id="{02A567DB-1237-5D09-DDF9-218F7ED97D10}"/>
              </a:ext>
            </a:extLst>
          </p:cNvPr>
          <p:cNvPicPr>
            <a:picLocks noChangeAspect="1"/>
          </p:cNvPicPr>
          <p:nvPr/>
        </p:nvPicPr>
        <p:blipFill>
          <a:blip r:embed="rId17"/>
          <a:stretch>
            <a:fillRect/>
          </a:stretch>
        </p:blipFill>
        <p:spPr>
          <a:xfrm>
            <a:off x="3205876" y="4041171"/>
            <a:ext cx="282860" cy="398267"/>
          </a:xfrm>
          <a:prstGeom prst="rect">
            <a:avLst/>
          </a:prstGeom>
        </p:spPr>
      </p:pic>
      <p:sp>
        <p:nvSpPr>
          <p:cNvPr id="36" name="Ellipse 35">
            <a:extLst>
              <a:ext uri="{FF2B5EF4-FFF2-40B4-BE49-F238E27FC236}">
                <a16:creationId xmlns:a16="http://schemas.microsoft.com/office/drawing/2014/main" id="{3A089461-066B-7D63-FB8A-98AE25FE3447}"/>
              </a:ext>
            </a:extLst>
          </p:cNvPr>
          <p:cNvSpPr/>
          <p:nvPr/>
        </p:nvSpPr>
        <p:spPr>
          <a:xfrm>
            <a:off x="1661785" y="2307644"/>
            <a:ext cx="3239853" cy="3115245"/>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Rectangle 1">
            <a:extLst>
              <a:ext uri="{FF2B5EF4-FFF2-40B4-BE49-F238E27FC236}">
                <a16:creationId xmlns:a16="http://schemas.microsoft.com/office/drawing/2014/main" id="{901C237D-05DE-DD2B-EBB4-974AD6CAFECE}"/>
              </a:ext>
            </a:extLst>
          </p:cNvPr>
          <p:cNvSpPr>
            <a:spLocks noChangeArrowheads="1"/>
          </p:cNvSpPr>
          <p:nvPr/>
        </p:nvSpPr>
        <p:spPr bwMode="auto">
          <a:xfrm>
            <a:off x="1525025" y="278645"/>
            <a:ext cx="9755218"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6600" b="1" i="0" u="none" strike="noStrike" cap="none" normalizeH="0" baseline="0" noProof="0" dirty="0">
                <a:ln>
                  <a:noFill/>
                </a:ln>
                <a:solidFill>
                  <a:srgbClr val="000000"/>
                </a:solidFill>
                <a:effectLst/>
                <a:latin typeface="Oswald" panose="020F0502020204030204" pitchFamily="2" charset="0"/>
              </a:rPr>
              <a:t>In nature VS in vitro</a:t>
            </a:r>
            <a:endParaRPr kumimoji="0" lang="en-GB" sz="3200" b="0" i="0" u="none" strike="noStrike" cap="none" normalizeH="0" baseline="0" noProof="0" dirty="0">
              <a:ln>
                <a:noFill/>
              </a:ln>
              <a:solidFill>
                <a:schemeClr val="tx1"/>
              </a:solidFill>
              <a:effectLst/>
              <a:latin typeface="Arial" panose="020B0604020202020204" pitchFamily="34" charset="0"/>
            </a:endParaRPr>
          </a:p>
        </p:txBody>
      </p:sp>
      <p:pic>
        <p:nvPicPr>
          <p:cNvPr id="17" name="Image 16">
            <a:extLst>
              <a:ext uri="{FF2B5EF4-FFF2-40B4-BE49-F238E27FC236}">
                <a16:creationId xmlns:a16="http://schemas.microsoft.com/office/drawing/2014/main" id="{E2E1958E-23D0-D571-C09B-52CB641278F3}"/>
              </a:ext>
            </a:extLst>
          </p:cNvPr>
          <p:cNvPicPr>
            <a:picLocks noChangeAspect="1"/>
          </p:cNvPicPr>
          <p:nvPr/>
        </p:nvPicPr>
        <p:blipFill>
          <a:blip r:embed="rId7"/>
          <a:stretch>
            <a:fillRect/>
          </a:stretch>
        </p:blipFill>
        <p:spPr>
          <a:xfrm flipH="1">
            <a:off x="7111645" y="2608664"/>
            <a:ext cx="160811" cy="780779"/>
          </a:xfrm>
          <a:prstGeom prst="rect">
            <a:avLst/>
          </a:prstGeom>
        </p:spPr>
      </p:pic>
      <p:pic>
        <p:nvPicPr>
          <p:cNvPr id="29" name="Image 28" descr="Une image contenant conception, art&#10;&#10;Le contenu généré par l’IA peut être incorrect.">
            <a:extLst>
              <a:ext uri="{FF2B5EF4-FFF2-40B4-BE49-F238E27FC236}">
                <a16:creationId xmlns:a16="http://schemas.microsoft.com/office/drawing/2014/main" id="{8DE3BC73-817C-8E26-3CBE-4F7E17A21BB9}"/>
              </a:ext>
            </a:extLst>
          </p:cNvPr>
          <p:cNvPicPr>
            <a:picLocks noChangeAspect="1"/>
          </p:cNvPicPr>
          <p:nvPr/>
        </p:nvPicPr>
        <p:blipFill>
          <a:blip r:embed="rId13"/>
          <a:stretch>
            <a:fillRect/>
          </a:stretch>
        </p:blipFill>
        <p:spPr>
          <a:xfrm>
            <a:off x="6426602" y="2514044"/>
            <a:ext cx="165841" cy="230851"/>
          </a:xfrm>
          <a:prstGeom prst="rect">
            <a:avLst/>
          </a:prstGeom>
        </p:spPr>
      </p:pic>
      <p:sp>
        <p:nvSpPr>
          <p:cNvPr id="38" name="Ellipse 37">
            <a:extLst>
              <a:ext uri="{FF2B5EF4-FFF2-40B4-BE49-F238E27FC236}">
                <a16:creationId xmlns:a16="http://schemas.microsoft.com/office/drawing/2014/main" id="{DBF5DD41-E09D-3B9E-18D2-0C0E67841E6A}"/>
              </a:ext>
            </a:extLst>
          </p:cNvPr>
          <p:cNvSpPr/>
          <p:nvPr/>
        </p:nvSpPr>
        <p:spPr>
          <a:xfrm>
            <a:off x="5715893" y="1839006"/>
            <a:ext cx="1882642" cy="1826473"/>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39" name="Image 38">
            <a:extLst>
              <a:ext uri="{FF2B5EF4-FFF2-40B4-BE49-F238E27FC236}">
                <a16:creationId xmlns:a16="http://schemas.microsoft.com/office/drawing/2014/main" id="{32C97C6C-489F-28CB-F5BE-406915204F14}"/>
              </a:ext>
            </a:extLst>
          </p:cNvPr>
          <p:cNvPicPr>
            <a:picLocks noChangeAspect="1"/>
          </p:cNvPicPr>
          <p:nvPr/>
        </p:nvPicPr>
        <p:blipFill>
          <a:blip r:embed="rId7"/>
          <a:stretch>
            <a:fillRect/>
          </a:stretch>
        </p:blipFill>
        <p:spPr>
          <a:xfrm flipH="1">
            <a:off x="6473687" y="2814797"/>
            <a:ext cx="160811" cy="780779"/>
          </a:xfrm>
          <a:prstGeom prst="rect">
            <a:avLst/>
          </a:prstGeom>
        </p:spPr>
      </p:pic>
      <p:pic>
        <p:nvPicPr>
          <p:cNvPr id="40" name="Image 39">
            <a:extLst>
              <a:ext uri="{FF2B5EF4-FFF2-40B4-BE49-F238E27FC236}">
                <a16:creationId xmlns:a16="http://schemas.microsoft.com/office/drawing/2014/main" id="{23E98B64-0CE7-0252-C0F3-139375CD7AFE}"/>
              </a:ext>
            </a:extLst>
          </p:cNvPr>
          <p:cNvPicPr>
            <a:picLocks noChangeAspect="1"/>
          </p:cNvPicPr>
          <p:nvPr/>
        </p:nvPicPr>
        <p:blipFill>
          <a:blip r:embed="rId7"/>
          <a:stretch>
            <a:fillRect/>
          </a:stretch>
        </p:blipFill>
        <p:spPr>
          <a:xfrm flipH="1">
            <a:off x="6557815" y="1864939"/>
            <a:ext cx="160811" cy="780779"/>
          </a:xfrm>
          <a:prstGeom prst="rect">
            <a:avLst/>
          </a:prstGeom>
        </p:spPr>
      </p:pic>
      <p:pic>
        <p:nvPicPr>
          <p:cNvPr id="41" name="Image 40">
            <a:extLst>
              <a:ext uri="{FF2B5EF4-FFF2-40B4-BE49-F238E27FC236}">
                <a16:creationId xmlns:a16="http://schemas.microsoft.com/office/drawing/2014/main" id="{6B9EAA28-C4F5-12DC-A18A-C0ABEE8CBC44}"/>
              </a:ext>
            </a:extLst>
          </p:cNvPr>
          <p:cNvPicPr>
            <a:picLocks noChangeAspect="1"/>
          </p:cNvPicPr>
          <p:nvPr/>
        </p:nvPicPr>
        <p:blipFill>
          <a:blip r:embed="rId7"/>
          <a:stretch>
            <a:fillRect/>
          </a:stretch>
        </p:blipFill>
        <p:spPr>
          <a:xfrm flipH="1">
            <a:off x="5930505" y="2391166"/>
            <a:ext cx="160811" cy="780779"/>
          </a:xfrm>
          <a:prstGeom prst="rect">
            <a:avLst/>
          </a:prstGeom>
        </p:spPr>
      </p:pic>
      <p:pic>
        <p:nvPicPr>
          <p:cNvPr id="42" name="Image 41">
            <a:extLst>
              <a:ext uri="{FF2B5EF4-FFF2-40B4-BE49-F238E27FC236}">
                <a16:creationId xmlns:a16="http://schemas.microsoft.com/office/drawing/2014/main" id="{4A44D60F-A51E-4CA1-8324-AD6A8F9264FB}"/>
              </a:ext>
            </a:extLst>
          </p:cNvPr>
          <p:cNvPicPr>
            <a:picLocks noChangeAspect="1"/>
          </p:cNvPicPr>
          <p:nvPr/>
        </p:nvPicPr>
        <p:blipFill>
          <a:blip r:embed="rId7"/>
          <a:stretch>
            <a:fillRect/>
          </a:stretch>
        </p:blipFill>
        <p:spPr>
          <a:xfrm flipH="1">
            <a:off x="6139608" y="2303192"/>
            <a:ext cx="160811" cy="780779"/>
          </a:xfrm>
          <a:prstGeom prst="rect">
            <a:avLst/>
          </a:prstGeom>
        </p:spPr>
      </p:pic>
      <p:pic>
        <p:nvPicPr>
          <p:cNvPr id="43" name="Image 42">
            <a:extLst>
              <a:ext uri="{FF2B5EF4-FFF2-40B4-BE49-F238E27FC236}">
                <a16:creationId xmlns:a16="http://schemas.microsoft.com/office/drawing/2014/main" id="{E453FF41-6551-A331-4B17-71967A884AC3}"/>
              </a:ext>
            </a:extLst>
          </p:cNvPr>
          <p:cNvPicPr>
            <a:picLocks noChangeAspect="1"/>
          </p:cNvPicPr>
          <p:nvPr/>
        </p:nvPicPr>
        <p:blipFill>
          <a:blip r:embed="rId7"/>
          <a:stretch>
            <a:fillRect/>
          </a:stretch>
        </p:blipFill>
        <p:spPr>
          <a:xfrm flipH="1">
            <a:off x="6785633" y="2340386"/>
            <a:ext cx="160811" cy="780779"/>
          </a:xfrm>
          <a:prstGeom prst="rect">
            <a:avLst/>
          </a:prstGeom>
        </p:spPr>
      </p:pic>
      <p:pic>
        <p:nvPicPr>
          <p:cNvPr id="44" name="Image 43" descr="Une image contenant conception, art&#10;&#10;Le contenu généré par l’IA peut être incorrect.">
            <a:extLst>
              <a:ext uri="{FF2B5EF4-FFF2-40B4-BE49-F238E27FC236}">
                <a16:creationId xmlns:a16="http://schemas.microsoft.com/office/drawing/2014/main" id="{C1B7240E-056E-F6C4-3912-37B988CF95DB}"/>
              </a:ext>
            </a:extLst>
          </p:cNvPr>
          <p:cNvPicPr>
            <a:picLocks noChangeAspect="1"/>
          </p:cNvPicPr>
          <p:nvPr/>
        </p:nvPicPr>
        <p:blipFill>
          <a:blip r:embed="rId13"/>
          <a:stretch>
            <a:fillRect/>
          </a:stretch>
        </p:blipFill>
        <p:spPr>
          <a:xfrm>
            <a:off x="6794095" y="3162470"/>
            <a:ext cx="165841" cy="230851"/>
          </a:xfrm>
          <a:prstGeom prst="rect">
            <a:avLst/>
          </a:prstGeom>
        </p:spPr>
      </p:pic>
      <p:pic>
        <p:nvPicPr>
          <p:cNvPr id="45" name="Image 44" descr="Une image contenant conception, art&#10;&#10;Le contenu généré par l’IA peut être incorrect.">
            <a:extLst>
              <a:ext uri="{FF2B5EF4-FFF2-40B4-BE49-F238E27FC236}">
                <a16:creationId xmlns:a16="http://schemas.microsoft.com/office/drawing/2014/main" id="{D61A31E4-544E-7A4A-9D77-B2E8610F3B96}"/>
              </a:ext>
            </a:extLst>
          </p:cNvPr>
          <p:cNvPicPr>
            <a:picLocks noChangeAspect="1"/>
          </p:cNvPicPr>
          <p:nvPr/>
        </p:nvPicPr>
        <p:blipFill>
          <a:blip r:embed="rId13"/>
          <a:stretch>
            <a:fillRect/>
          </a:stretch>
        </p:blipFill>
        <p:spPr>
          <a:xfrm>
            <a:off x="6378009" y="2024477"/>
            <a:ext cx="165841" cy="230851"/>
          </a:xfrm>
          <a:prstGeom prst="rect">
            <a:avLst/>
          </a:prstGeom>
        </p:spPr>
      </p:pic>
      <p:pic>
        <p:nvPicPr>
          <p:cNvPr id="46" name="Image 45" descr="Une image contenant conception, art&#10;&#10;Le contenu généré par l’IA peut être incorrect.">
            <a:extLst>
              <a:ext uri="{FF2B5EF4-FFF2-40B4-BE49-F238E27FC236}">
                <a16:creationId xmlns:a16="http://schemas.microsoft.com/office/drawing/2014/main" id="{69320DD6-47AC-C797-6702-923863A83ACF}"/>
              </a:ext>
            </a:extLst>
          </p:cNvPr>
          <p:cNvPicPr>
            <a:picLocks noChangeAspect="1"/>
          </p:cNvPicPr>
          <p:nvPr/>
        </p:nvPicPr>
        <p:blipFill>
          <a:blip r:embed="rId13"/>
          <a:stretch>
            <a:fillRect/>
          </a:stretch>
        </p:blipFill>
        <p:spPr>
          <a:xfrm>
            <a:off x="6794094" y="2088522"/>
            <a:ext cx="165841" cy="230851"/>
          </a:xfrm>
          <a:prstGeom prst="rect">
            <a:avLst/>
          </a:prstGeom>
        </p:spPr>
      </p:pic>
      <p:pic>
        <p:nvPicPr>
          <p:cNvPr id="47" name="Image 46" descr="Une image contenant conception, art&#10;&#10;Le contenu généré par l’IA peut être incorrect.">
            <a:extLst>
              <a:ext uri="{FF2B5EF4-FFF2-40B4-BE49-F238E27FC236}">
                <a16:creationId xmlns:a16="http://schemas.microsoft.com/office/drawing/2014/main" id="{FA8B9CA8-257D-8AC2-1AB6-7E4B2323BCF9}"/>
              </a:ext>
            </a:extLst>
          </p:cNvPr>
          <p:cNvPicPr>
            <a:picLocks noChangeAspect="1"/>
          </p:cNvPicPr>
          <p:nvPr/>
        </p:nvPicPr>
        <p:blipFill>
          <a:blip r:embed="rId13"/>
          <a:stretch>
            <a:fillRect/>
          </a:stretch>
        </p:blipFill>
        <p:spPr>
          <a:xfrm>
            <a:off x="7052822" y="2377813"/>
            <a:ext cx="165841" cy="230851"/>
          </a:xfrm>
          <a:prstGeom prst="rect">
            <a:avLst/>
          </a:prstGeom>
        </p:spPr>
      </p:pic>
      <p:sp>
        <p:nvSpPr>
          <p:cNvPr id="48" name="Ellipse 47">
            <a:extLst>
              <a:ext uri="{FF2B5EF4-FFF2-40B4-BE49-F238E27FC236}">
                <a16:creationId xmlns:a16="http://schemas.microsoft.com/office/drawing/2014/main" id="{307A9136-AB82-B31D-8799-EC812055E5A9}"/>
              </a:ext>
            </a:extLst>
          </p:cNvPr>
          <p:cNvSpPr/>
          <p:nvPr/>
        </p:nvSpPr>
        <p:spPr>
          <a:xfrm>
            <a:off x="7758132" y="2514875"/>
            <a:ext cx="1882642" cy="1826473"/>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49" name="Image 48">
            <a:extLst>
              <a:ext uri="{FF2B5EF4-FFF2-40B4-BE49-F238E27FC236}">
                <a16:creationId xmlns:a16="http://schemas.microsoft.com/office/drawing/2014/main" id="{04CA9103-7590-DCA2-E9DD-23B8362656AB}"/>
              </a:ext>
            </a:extLst>
          </p:cNvPr>
          <p:cNvPicPr>
            <a:picLocks noChangeAspect="1"/>
          </p:cNvPicPr>
          <p:nvPr/>
        </p:nvPicPr>
        <p:blipFill>
          <a:blip r:embed="rId8"/>
          <a:stretch>
            <a:fillRect/>
          </a:stretch>
        </p:blipFill>
        <p:spPr>
          <a:xfrm>
            <a:off x="8733163" y="2756123"/>
            <a:ext cx="160810" cy="772311"/>
          </a:xfrm>
          <a:prstGeom prst="rect">
            <a:avLst/>
          </a:prstGeom>
        </p:spPr>
      </p:pic>
      <p:pic>
        <p:nvPicPr>
          <p:cNvPr id="50" name="Image 49" descr="Une image contenant conception, art&#10;&#10;Le contenu généré par l’IA peut être incorrect.">
            <a:extLst>
              <a:ext uri="{FF2B5EF4-FFF2-40B4-BE49-F238E27FC236}">
                <a16:creationId xmlns:a16="http://schemas.microsoft.com/office/drawing/2014/main" id="{39A2AB61-F3F1-0101-9C7E-023F9D51F3EF}"/>
              </a:ext>
            </a:extLst>
          </p:cNvPr>
          <p:cNvPicPr>
            <a:picLocks noChangeAspect="1"/>
          </p:cNvPicPr>
          <p:nvPr/>
        </p:nvPicPr>
        <p:blipFill>
          <a:blip r:embed="rId16"/>
          <a:stretch>
            <a:fillRect/>
          </a:stretch>
        </p:blipFill>
        <p:spPr>
          <a:xfrm flipH="1">
            <a:off x="8066519" y="3153862"/>
            <a:ext cx="173512" cy="235581"/>
          </a:xfrm>
          <a:prstGeom prst="rect">
            <a:avLst/>
          </a:prstGeom>
        </p:spPr>
      </p:pic>
      <p:pic>
        <p:nvPicPr>
          <p:cNvPr id="51" name="Image 50">
            <a:extLst>
              <a:ext uri="{FF2B5EF4-FFF2-40B4-BE49-F238E27FC236}">
                <a16:creationId xmlns:a16="http://schemas.microsoft.com/office/drawing/2014/main" id="{3DB06141-455A-C355-EA33-179F7E461012}"/>
              </a:ext>
            </a:extLst>
          </p:cNvPr>
          <p:cNvPicPr>
            <a:picLocks noChangeAspect="1"/>
          </p:cNvPicPr>
          <p:nvPr/>
        </p:nvPicPr>
        <p:blipFill>
          <a:blip r:embed="rId8"/>
          <a:stretch>
            <a:fillRect/>
          </a:stretch>
        </p:blipFill>
        <p:spPr>
          <a:xfrm>
            <a:off x="8428973" y="2592939"/>
            <a:ext cx="160810" cy="772311"/>
          </a:xfrm>
          <a:prstGeom prst="rect">
            <a:avLst/>
          </a:prstGeom>
        </p:spPr>
      </p:pic>
      <p:pic>
        <p:nvPicPr>
          <p:cNvPr id="52" name="Image 51">
            <a:extLst>
              <a:ext uri="{FF2B5EF4-FFF2-40B4-BE49-F238E27FC236}">
                <a16:creationId xmlns:a16="http://schemas.microsoft.com/office/drawing/2014/main" id="{4E0CDE39-7D42-4721-A0E8-B28DC155390E}"/>
              </a:ext>
            </a:extLst>
          </p:cNvPr>
          <p:cNvPicPr>
            <a:picLocks noChangeAspect="1"/>
          </p:cNvPicPr>
          <p:nvPr/>
        </p:nvPicPr>
        <p:blipFill>
          <a:blip r:embed="rId8"/>
          <a:stretch>
            <a:fillRect/>
          </a:stretch>
        </p:blipFill>
        <p:spPr>
          <a:xfrm>
            <a:off x="9181324" y="2757895"/>
            <a:ext cx="160810" cy="772311"/>
          </a:xfrm>
          <a:prstGeom prst="rect">
            <a:avLst/>
          </a:prstGeom>
        </p:spPr>
      </p:pic>
      <p:pic>
        <p:nvPicPr>
          <p:cNvPr id="53" name="Image 52">
            <a:extLst>
              <a:ext uri="{FF2B5EF4-FFF2-40B4-BE49-F238E27FC236}">
                <a16:creationId xmlns:a16="http://schemas.microsoft.com/office/drawing/2014/main" id="{92ED2FC5-DE4D-7DEC-26FB-B4C54EE93F30}"/>
              </a:ext>
            </a:extLst>
          </p:cNvPr>
          <p:cNvPicPr>
            <a:picLocks noChangeAspect="1"/>
          </p:cNvPicPr>
          <p:nvPr/>
        </p:nvPicPr>
        <p:blipFill>
          <a:blip r:embed="rId8"/>
          <a:stretch>
            <a:fillRect/>
          </a:stretch>
        </p:blipFill>
        <p:spPr>
          <a:xfrm>
            <a:off x="8595962" y="3528434"/>
            <a:ext cx="160810" cy="772311"/>
          </a:xfrm>
          <a:prstGeom prst="rect">
            <a:avLst/>
          </a:prstGeom>
        </p:spPr>
      </p:pic>
      <p:pic>
        <p:nvPicPr>
          <p:cNvPr id="54" name="Image 53">
            <a:extLst>
              <a:ext uri="{FF2B5EF4-FFF2-40B4-BE49-F238E27FC236}">
                <a16:creationId xmlns:a16="http://schemas.microsoft.com/office/drawing/2014/main" id="{1EE77336-4F71-2D9F-8648-C7F64B469B56}"/>
              </a:ext>
            </a:extLst>
          </p:cNvPr>
          <p:cNvPicPr>
            <a:picLocks noChangeAspect="1"/>
          </p:cNvPicPr>
          <p:nvPr/>
        </p:nvPicPr>
        <p:blipFill>
          <a:blip r:embed="rId8"/>
          <a:stretch>
            <a:fillRect/>
          </a:stretch>
        </p:blipFill>
        <p:spPr>
          <a:xfrm>
            <a:off x="8334502" y="3409519"/>
            <a:ext cx="160810" cy="772311"/>
          </a:xfrm>
          <a:prstGeom prst="rect">
            <a:avLst/>
          </a:prstGeom>
        </p:spPr>
      </p:pic>
      <p:pic>
        <p:nvPicPr>
          <p:cNvPr id="55" name="Image 54" descr="Une image contenant conception, art&#10;&#10;Le contenu généré par l’IA peut être incorrect.">
            <a:extLst>
              <a:ext uri="{FF2B5EF4-FFF2-40B4-BE49-F238E27FC236}">
                <a16:creationId xmlns:a16="http://schemas.microsoft.com/office/drawing/2014/main" id="{936EF99C-3AB1-C6DC-97F4-B7E58DD80DC7}"/>
              </a:ext>
            </a:extLst>
          </p:cNvPr>
          <p:cNvPicPr>
            <a:picLocks noChangeAspect="1"/>
          </p:cNvPicPr>
          <p:nvPr/>
        </p:nvPicPr>
        <p:blipFill>
          <a:blip r:embed="rId16"/>
          <a:stretch>
            <a:fillRect/>
          </a:stretch>
        </p:blipFill>
        <p:spPr>
          <a:xfrm flipH="1">
            <a:off x="8128920" y="3560094"/>
            <a:ext cx="173512" cy="235581"/>
          </a:xfrm>
          <a:prstGeom prst="rect">
            <a:avLst/>
          </a:prstGeom>
        </p:spPr>
      </p:pic>
      <p:pic>
        <p:nvPicPr>
          <p:cNvPr id="56" name="Image 55" descr="Une image contenant conception, art&#10;&#10;Le contenu généré par l’IA peut être incorrect.">
            <a:extLst>
              <a:ext uri="{FF2B5EF4-FFF2-40B4-BE49-F238E27FC236}">
                <a16:creationId xmlns:a16="http://schemas.microsoft.com/office/drawing/2014/main" id="{7764EA24-DA87-9FB4-8BD5-2D57FF3E6996}"/>
              </a:ext>
            </a:extLst>
          </p:cNvPr>
          <p:cNvPicPr>
            <a:picLocks noChangeAspect="1"/>
          </p:cNvPicPr>
          <p:nvPr/>
        </p:nvPicPr>
        <p:blipFill>
          <a:blip r:embed="rId16"/>
          <a:stretch>
            <a:fillRect/>
          </a:stretch>
        </p:blipFill>
        <p:spPr>
          <a:xfrm flipH="1">
            <a:off x="8160990" y="2801903"/>
            <a:ext cx="173512" cy="235581"/>
          </a:xfrm>
          <a:prstGeom prst="rect">
            <a:avLst/>
          </a:prstGeom>
        </p:spPr>
      </p:pic>
      <p:pic>
        <p:nvPicPr>
          <p:cNvPr id="57" name="Image 56" descr="Une image contenant conception, art&#10;&#10;Le contenu généré par l’IA peut être incorrect.">
            <a:extLst>
              <a:ext uri="{FF2B5EF4-FFF2-40B4-BE49-F238E27FC236}">
                <a16:creationId xmlns:a16="http://schemas.microsoft.com/office/drawing/2014/main" id="{AB8DE626-E5D3-F5B5-3EFC-CD5519219A72}"/>
              </a:ext>
            </a:extLst>
          </p:cNvPr>
          <p:cNvPicPr>
            <a:picLocks noChangeAspect="1"/>
          </p:cNvPicPr>
          <p:nvPr/>
        </p:nvPicPr>
        <p:blipFill>
          <a:blip r:embed="rId16"/>
          <a:stretch>
            <a:fillRect/>
          </a:stretch>
        </p:blipFill>
        <p:spPr>
          <a:xfrm flipH="1">
            <a:off x="8589611" y="2792262"/>
            <a:ext cx="173512" cy="235581"/>
          </a:xfrm>
          <a:prstGeom prst="rect">
            <a:avLst/>
          </a:prstGeom>
        </p:spPr>
      </p:pic>
      <p:pic>
        <p:nvPicPr>
          <p:cNvPr id="58" name="Image 57" descr="Une image contenant conception, art&#10;&#10;Le contenu généré par l’IA peut être incorrect.">
            <a:extLst>
              <a:ext uri="{FF2B5EF4-FFF2-40B4-BE49-F238E27FC236}">
                <a16:creationId xmlns:a16="http://schemas.microsoft.com/office/drawing/2014/main" id="{811D0DA0-2146-EBB7-7091-062E51EEEEF2}"/>
              </a:ext>
            </a:extLst>
          </p:cNvPr>
          <p:cNvPicPr>
            <a:picLocks noChangeAspect="1"/>
          </p:cNvPicPr>
          <p:nvPr/>
        </p:nvPicPr>
        <p:blipFill>
          <a:blip r:embed="rId16"/>
          <a:stretch>
            <a:fillRect/>
          </a:stretch>
        </p:blipFill>
        <p:spPr>
          <a:xfrm flipH="1">
            <a:off x="9009100" y="3543347"/>
            <a:ext cx="173512" cy="235581"/>
          </a:xfrm>
          <a:prstGeom prst="rect">
            <a:avLst/>
          </a:prstGeom>
        </p:spPr>
      </p:pic>
      <p:sp>
        <p:nvSpPr>
          <p:cNvPr id="59" name="Ellipse 58">
            <a:extLst>
              <a:ext uri="{FF2B5EF4-FFF2-40B4-BE49-F238E27FC236}">
                <a16:creationId xmlns:a16="http://schemas.microsoft.com/office/drawing/2014/main" id="{0AEEBEE6-E0AE-199E-2D09-A7B00C557706}"/>
              </a:ext>
            </a:extLst>
          </p:cNvPr>
          <p:cNvSpPr/>
          <p:nvPr/>
        </p:nvSpPr>
        <p:spPr>
          <a:xfrm>
            <a:off x="6109077" y="3778928"/>
            <a:ext cx="1882642" cy="1826473"/>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60" name="Image 59">
            <a:extLst>
              <a:ext uri="{FF2B5EF4-FFF2-40B4-BE49-F238E27FC236}">
                <a16:creationId xmlns:a16="http://schemas.microsoft.com/office/drawing/2014/main" id="{0FCC1BB3-6D23-6979-826A-7E4246BC23BD}"/>
              </a:ext>
            </a:extLst>
          </p:cNvPr>
          <p:cNvPicPr>
            <a:picLocks noChangeAspect="1"/>
          </p:cNvPicPr>
          <p:nvPr/>
        </p:nvPicPr>
        <p:blipFill>
          <a:blip r:embed="rId10"/>
          <a:stretch>
            <a:fillRect/>
          </a:stretch>
        </p:blipFill>
        <p:spPr>
          <a:xfrm flipH="1">
            <a:off x="6915353" y="4300745"/>
            <a:ext cx="160810" cy="764368"/>
          </a:xfrm>
          <a:prstGeom prst="rect">
            <a:avLst/>
          </a:prstGeom>
        </p:spPr>
      </p:pic>
      <p:pic>
        <p:nvPicPr>
          <p:cNvPr id="61" name="Image 60" descr="Une image contenant conception, art&#10;&#10;Le contenu généré par l’IA peut être incorrect.">
            <a:extLst>
              <a:ext uri="{FF2B5EF4-FFF2-40B4-BE49-F238E27FC236}">
                <a16:creationId xmlns:a16="http://schemas.microsoft.com/office/drawing/2014/main" id="{AEAA41CE-07B5-6A6D-ADCE-6638EB979DED}"/>
              </a:ext>
            </a:extLst>
          </p:cNvPr>
          <p:cNvPicPr>
            <a:picLocks noChangeAspect="1"/>
          </p:cNvPicPr>
          <p:nvPr/>
        </p:nvPicPr>
        <p:blipFill>
          <a:blip r:embed="rId14"/>
          <a:stretch>
            <a:fillRect/>
          </a:stretch>
        </p:blipFill>
        <p:spPr>
          <a:xfrm>
            <a:off x="6734856" y="3993400"/>
            <a:ext cx="203022" cy="289557"/>
          </a:xfrm>
          <a:prstGeom prst="rect">
            <a:avLst/>
          </a:prstGeom>
        </p:spPr>
      </p:pic>
      <p:pic>
        <p:nvPicPr>
          <p:cNvPr id="62" name="Image 61">
            <a:extLst>
              <a:ext uri="{FF2B5EF4-FFF2-40B4-BE49-F238E27FC236}">
                <a16:creationId xmlns:a16="http://schemas.microsoft.com/office/drawing/2014/main" id="{7D4060BF-E763-C741-5AA0-A1ADB8915A8F}"/>
              </a:ext>
            </a:extLst>
          </p:cNvPr>
          <p:cNvPicPr>
            <a:picLocks noChangeAspect="1"/>
          </p:cNvPicPr>
          <p:nvPr/>
        </p:nvPicPr>
        <p:blipFill>
          <a:blip r:embed="rId10"/>
          <a:stretch>
            <a:fillRect/>
          </a:stretch>
        </p:blipFill>
        <p:spPr>
          <a:xfrm flipH="1">
            <a:off x="7078879" y="3889128"/>
            <a:ext cx="160810" cy="764368"/>
          </a:xfrm>
          <a:prstGeom prst="rect">
            <a:avLst/>
          </a:prstGeom>
        </p:spPr>
      </p:pic>
      <p:pic>
        <p:nvPicPr>
          <p:cNvPr id="63" name="Image 62">
            <a:extLst>
              <a:ext uri="{FF2B5EF4-FFF2-40B4-BE49-F238E27FC236}">
                <a16:creationId xmlns:a16="http://schemas.microsoft.com/office/drawing/2014/main" id="{8CDDA769-F9F5-A137-D91B-F0BB3645ADDE}"/>
              </a:ext>
            </a:extLst>
          </p:cNvPr>
          <p:cNvPicPr>
            <a:picLocks noChangeAspect="1"/>
          </p:cNvPicPr>
          <p:nvPr/>
        </p:nvPicPr>
        <p:blipFill>
          <a:blip r:embed="rId10"/>
          <a:stretch>
            <a:fillRect/>
          </a:stretch>
        </p:blipFill>
        <p:spPr>
          <a:xfrm flipH="1">
            <a:off x="7235573" y="4566626"/>
            <a:ext cx="160810" cy="764368"/>
          </a:xfrm>
          <a:prstGeom prst="rect">
            <a:avLst/>
          </a:prstGeom>
        </p:spPr>
      </p:pic>
      <p:pic>
        <p:nvPicPr>
          <p:cNvPr id="1024" name="Image 1023">
            <a:extLst>
              <a:ext uri="{FF2B5EF4-FFF2-40B4-BE49-F238E27FC236}">
                <a16:creationId xmlns:a16="http://schemas.microsoft.com/office/drawing/2014/main" id="{B75B378D-475B-6634-BB80-7FA730984C4D}"/>
              </a:ext>
            </a:extLst>
          </p:cNvPr>
          <p:cNvPicPr>
            <a:picLocks noChangeAspect="1"/>
          </p:cNvPicPr>
          <p:nvPr/>
        </p:nvPicPr>
        <p:blipFill>
          <a:blip r:embed="rId10"/>
          <a:stretch>
            <a:fillRect/>
          </a:stretch>
        </p:blipFill>
        <p:spPr>
          <a:xfrm flipH="1">
            <a:off x="7420310" y="4053528"/>
            <a:ext cx="160810" cy="764368"/>
          </a:xfrm>
          <a:prstGeom prst="rect">
            <a:avLst/>
          </a:prstGeom>
        </p:spPr>
      </p:pic>
      <p:pic>
        <p:nvPicPr>
          <p:cNvPr id="1025" name="Image 1024">
            <a:extLst>
              <a:ext uri="{FF2B5EF4-FFF2-40B4-BE49-F238E27FC236}">
                <a16:creationId xmlns:a16="http://schemas.microsoft.com/office/drawing/2014/main" id="{5811138F-7B3F-9725-A3A7-3C33CC8A7DAD}"/>
              </a:ext>
            </a:extLst>
          </p:cNvPr>
          <p:cNvPicPr>
            <a:picLocks noChangeAspect="1"/>
          </p:cNvPicPr>
          <p:nvPr/>
        </p:nvPicPr>
        <p:blipFill>
          <a:blip r:embed="rId10"/>
          <a:stretch>
            <a:fillRect/>
          </a:stretch>
        </p:blipFill>
        <p:spPr>
          <a:xfrm flipH="1">
            <a:off x="6373436" y="4105272"/>
            <a:ext cx="160810" cy="764368"/>
          </a:xfrm>
          <a:prstGeom prst="rect">
            <a:avLst/>
          </a:prstGeom>
        </p:spPr>
      </p:pic>
      <p:pic>
        <p:nvPicPr>
          <p:cNvPr id="1027" name="Image 1026">
            <a:extLst>
              <a:ext uri="{FF2B5EF4-FFF2-40B4-BE49-F238E27FC236}">
                <a16:creationId xmlns:a16="http://schemas.microsoft.com/office/drawing/2014/main" id="{1702434C-4442-F7D6-4871-CDAE3014F051}"/>
              </a:ext>
            </a:extLst>
          </p:cNvPr>
          <p:cNvPicPr>
            <a:picLocks noChangeAspect="1"/>
          </p:cNvPicPr>
          <p:nvPr/>
        </p:nvPicPr>
        <p:blipFill>
          <a:blip r:embed="rId10"/>
          <a:stretch>
            <a:fillRect/>
          </a:stretch>
        </p:blipFill>
        <p:spPr>
          <a:xfrm flipH="1">
            <a:off x="6540696" y="4572066"/>
            <a:ext cx="160810" cy="764368"/>
          </a:xfrm>
          <a:prstGeom prst="rect">
            <a:avLst/>
          </a:prstGeom>
        </p:spPr>
      </p:pic>
      <p:pic>
        <p:nvPicPr>
          <p:cNvPr id="1028" name="Image 1027" descr="Une image contenant conception, art&#10;&#10;Le contenu généré par l’IA peut être incorrect.">
            <a:extLst>
              <a:ext uri="{FF2B5EF4-FFF2-40B4-BE49-F238E27FC236}">
                <a16:creationId xmlns:a16="http://schemas.microsoft.com/office/drawing/2014/main" id="{698B80E0-0E18-3CE5-DFC1-A7A10C1DFF69}"/>
              </a:ext>
            </a:extLst>
          </p:cNvPr>
          <p:cNvPicPr>
            <a:picLocks noChangeAspect="1"/>
          </p:cNvPicPr>
          <p:nvPr/>
        </p:nvPicPr>
        <p:blipFill>
          <a:blip r:embed="rId14"/>
          <a:stretch>
            <a:fillRect/>
          </a:stretch>
        </p:blipFill>
        <p:spPr>
          <a:xfrm>
            <a:off x="6728801" y="4296360"/>
            <a:ext cx="203022" cy="289557"/>
          </a:xfrm>
          <a:prstGeom prst="rect">
            <a:avLst/>
          </a:prstGeom>
        </p:spPr>
      </p:pic>
      <p:pic>
        <p:nvPicPr>
          <p:cNvPr id="1029" name="Image 1028" descr="Une image contenant conception, art&#10;&#10;Le contenu généré par l’IA peut être incorrect.">
            <a:extLst>
              <a:ext uri="{FF2B5EF4-FFF2-40B4-BE49-F238E27FC236}">
                <a16:creationId xmlns:a16="http://schemas.microsoft.com/office/drawing/2014/main" id="{6D65A33D-12B8-8BBA-0BDB-791AA5A8E903}"/>
              </a:ext>
            </a:extLst>
          </p:cNvPr>
          <p:cNvPicPr>
            <a:picLocks noChangeAspect="1"/>
          </p:cNvPicPr>
          <p:nvPr/>
        </p:nvPicPr>
        <p:blipFill>
          <a:blip r:embed="rId14"/>
          <a:stretch>
            <a:fillRect/>
          </a:stretch>
        </p:blipFill>
        <p:spPr>
          <a:xfrm>
            <a:off x="7241966" y="3938320"/>
            <a:ext cx="203022" cy="289557"/>
          </a:xfrm>
          <a:prstGeom prst="rect">
            <a:avLst/>
          </a:prstGeom>
        </p:spPr>
      </p:pic>
      <p:pic>
        <p:nvPicPr>
          <p:cNvPr id="1030" name="Image 1029" descr="Une image contenant conception, art&#10;&#10;Le contenu généré par l’IA peut être incorrect.">
            <a:extLst>
              <a:ext uri="{FF2B5EF4-FFF2-40B4-BE49-F238E27FC236}">
                <a16:creationId xmlns:a16="http://schemas.microsoft.com/office/drawing/2014/main" id="{E73F8F25-5A5C-54A6-765D-5E0762797AC0}"/>
              </a:ext>
            </a:extLst>
          </p:cNvPr>
          <p:cNvPicPr>
            <a:picLocks noChangeAspect="1"/>
          </p:cNvPicPr>
          <p:nvPr/>
        </p:nvPicPr>
        <p:blipFill>
          <a:blip r:embed="rId14"/>
          <a:stretch>
            <a:fillRect/>
          </a:stretch>
        </p:blipFill>
        <p:spPr>
          <a:xfrm>
            <a:off x="7498395" y="4886349"/>
            <a:ext cx="203022" cy="289557"/>
          </a:xfrm>
          <a:prstGeom prst="rect">
            <a:avLst/>
          </a:prstGeom>
        </p:spPr>
      </p:pic>
      <p:pic>
        <p:nvPicPr>
          <p:cNvPr id="1031" name="Image 1030" descr="Une image contenant conception, art&#10;&#10;Le contenu généré par l’IA peut être incorrect.">
            <a:extLst>
              <a:ext uri="{FF2B5EF4-FFF2-40B4-BE49-F238E27FC236}">
                <a16:creationId xmlns:a16="http://schemas.microsoft.com/office/drawing/2014/main" id="{7DD8D924-BC1B-F75A-F86D-FD70B9993551}"/>
              </a:ext>
            </a:extLst>
          </p:cNvPr>
          <p:cNvPicPr>
            <a:picLocks noChangeAspect="1"/>
          </p:cNvPicPr>
          <p:nvPr/>
        </p:nvPicPr>
        <p:blipFill>
          <a:blip r:embed="rId14"/>
          <a:stretch>
            <a:fillRect/>
          </a:stretch>
        </p:blipFill>
        <p:spPr>
          <a:xfrm>
            <a:off x="6915353" y="5203935"/>
            <a:ext cx="203022" cy="289557"/>
          </a:xfrm>
          <a:prstGeom prst="rect">
            <a:avLst/>
          </a:prstGeom>
        </p:spPr>
      </p:pic>
      <p:sp>
        <p:nvSpPr>
          <p:cNvPr id="1032" name="ZoneTexte 1031">
            <a:extLst>
              <a:ext uri="{FF2B5EF4-FFF2-40B4-BE49-F238E27FC236}">
                <a16:creationId xmlns:a16="http://schemas.microsoft.com/office/drawing/2014/main" id="{158DADDD-A156-1C0B-8A9D-E88E86525AAC}"/>
              </a:ext>
            </a:extLst>
          </p:cNvPr>
          <p:cNvSpPr txBox="1"/>
          <p:nvPr/>
        </p:nvSpPr>
        <p:spPr>
          <a:xfrm>
            <a:off x="5798478" y="5764793"/>
            <a:ext cx="4386481" cy="646331"/>
          </a:xfrm>
          <a:prstGeom prst="rect">
            <a:avLst/>
          </a:prstGeom>
          <a:noFill/>
        </p:spPr>
        <p:txBody>
          <a:bodyPr wrap="square" rtlCol="0">
            <a:spAutoFit/>
          </a:bodyPr>
          <a:lstStyle/>
          <a:p>
            <a:pPr marL="285750" indent="-285750">
              <a:buClr>
                <a:srgbClr val="FF0000"/>
              </a:buClr>
              <a:buFont typeface="Wingdings" panose="05000000000000000000" pitchFamily="2" charset="2"/>
              <a:buChar char="§"/>
            </a:pPr>
            <a:r>
              <a:rPr lang="en-GB" noProof="0" dirty="0">
                <a:latin typeface="Oswald" panose="00000500000000000000" pitchFamily="2" charset="0"/>
              </a:rPr>
              <a:t>Controlled conditions</a:t>
            </a:r>
          </a:p>
          <a:p>
            <a:pPr marL="285750" indent="-285750">
              <a:buClr>
                <a:srgbClr val="FF0000"/>
              </a:buClr>
              <a:buFont typeface="Wingdings" panose="05000000000000000000" pitchFamily="2" charset="2"/>
              <a:buChar char="§"/>
            </a:pPr>
            <a:r>
              <a:rPr lang="en-GB" noProof="0" dirty="0">
                <a:latin typeface="Oswald" panose="00000500000000000000" pitchFamily="2" charset="0"/>
              </a:rPr>
              <a:t>Unique bacterial strain and phage</a:t>
            </a:r>
          </a:p>
        </p:txBody>
      </p:sp>
    </p:spTree>
    <p:extLst>
      <p:ext uri="{BB962C8B-B14F-4D97-AF65-F5344CB8AC3E}">
        <p14:creationId xmlns:p14="http://schemas.microsoft.com/office/powerpoint/2010/main" val="4092730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DDB08-4738-8762-28F3-2FBE4B7361D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341B7BE-6AE3-C5FF-74DE-F291552B05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a:extLst>
              <a:ext uri="{FF2B5EF4-FFF2-40B4-BE49-F238E27FC236}">
                <a16:creationId xmlns:a16="http://schemas.microsoft.com/office/drawing/2014/main" id="{934728CC-CC79-45AB-B783-F4FCD1705BEC}"/>
              </a:ext>
            </a:extLst>
          </p:cNvPr>
          <p:cNvSpPr>
            <a:spLocks noChangeArrowheads="1"/>
          </p:cNvSpPr>
          <p:nvPr/>
        </p:nvSpPr>
        <p:spPr bwMode="auto">
          <a:xfrm>
            <a:off x="1525025" y="294033"/>
            <a:ext cx="975521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GB" sz="3200" b="1" noProof="0" dirty="0">
                <a:latin typeface="Oswald" panose="00000500000000000000" pitchFamily="2" charset="0"/>
              </a:rPr>
              <a:t>How are bacterial </a:t>
            </a:r>
            <a:r>
              <a:rPr lang="en-GB" sz="3200" b="1" noProof="0" dirty="0" err="1">
                <a:latin typeface="Oswald" panose="00000500000000000000" pitchFamily="2" charset="0"/>
              </a:rPr>
              <a:t>defense</a:t>
            </a:r>
            <a:r>
              <a:rPr lang="en-GB" sz="3200" b="1" noProof="0" dirty="0">
                <a:latin typeface="Oswald" panose="00000500000000000000" pitchFamily="2" charset="0"/>
              </a:rPr>
              <a:t> systems expressed relative to bacterial growth and phage infection? </a:t>
            </a:r>
          </a:p>
        </p:txBody>
      </p:sp>
      <p:pic>
        <p:nvPicPr>
          <p:cNvPr id="17" name="Image 16">
            <a:extLst>
              <a:ext uri="{FF2B5EF4-FFF2-40B4-BE49-F238E27FC236}">
                <a16:creationId xmlns:a16="http://schemas.microsoft.com/office/drawing/2014/main" id="{BDCD8AEC-F5A7-7AFD-F091-2220F6AB863D}"/>
              </a:ext>
            </a:extLst>
          </p:cNvPr>
          <p:cNvPicPr>
            <a:picLocks noChangeAspect="1"/>
          </p:cNvPicPr>
          <p:nvPr/>
        </p:nvPicPr>
        <p:blipFill>
          <a:blip r:embed="rId3"/>
          <a:stretch>
            <a:fillRect/>
          </a:stretch>
        </p:blipFill>
        <p:spPr>
          <a:xfrm flipH="1">
            <a:off x="2061042" y="2511206"/>
            <a:ext cx="160811" cy="780779"/>
          </a:xfrm>
          <a:prstGeom prst="rect">
            <a:avLst/>
          </a:prstGeom>
        </p:spPr>
      </p:pic>
      <p:pic>
        <p:nvPicPr>
          <p:cNvPr id="29" name="Image 28" descr="Une image contenant conception, art&#10;&#10;Le contenu généré par l’IA peut être incorrect.">
            <a:extLst>
              <a:ext uri="{FF2B5EF4-FFF2-40B4-BE49-F238E27FC236}">
                <a16:creationId xmlns:a16="http://schemas.microsoft.com/office/drawing/2014/main" id="{1B313FC9-34FC-BAC6-C7F0-E899951E1BE1}"/>
              </a:ext>
            </a:extLst>
          </p:cNvPr>
          <p:cNvPicPr>
            <a:picLocks noChangeAspect="1"/>
          </p:cNvPicPr>
          <p:nvPr/>
        </p:nvPicPr>
        <p:blipFill>
          <a:blip r:embed="rId4"/>
          <a:stretch>
            <a:fillRect/>
          </a:stretch>
        </p:blipFill>
        <p:spPr>
          <a:xfrm>
            <a:off x="1375999" y="2416586"/>
            <a:ext cx="165841" cy="230851"/>
          </a:xfrm>
          <a:prstGeom prst="rect">
            <a:avLst/>
          </a:prstGeom>
        </p:spPr>
      </p:pic>
      <p:sp>
        <p:nvSpPr>
          <p:cNvPr id="38" name="Ellipse 37">
            <a:extLst>
              <a:ext uri="{FF2B5EF4-FFF2-40B4-BE49-F238E27FC236}">
                <a16:creationId xmlns:a16="http://schemas.microsoft.com/office/drawing/2014/main" id="{A226B3FB-B8E0-2542-747D-0D44F8F3AC9D}"/>
              </a:ext>
            </a:extLst>
          </p:cNvPr>
          <p:cNvSpPr/>
          <p:nvPr/>
        </p:nvSpPr>
        <p:spPr>
          <a:xfrm>
            <a:off x="665290" y="1741548"/>
            <a:ext cx="1882642" cy="1826473"/>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39" name="Image 38">
            <a:extLst>
              <a:ext uri="{FF2B5EF4-FFF2-40B4-BE49-F238E27FC236}">
                <a16:creationId xmlns:a16="http://schemas.microsoft.com/office/drawing/2014/main" id="{5013040A-9F23-9CA5-96C8-D5C262C613FA}"/>
              </a:ext>
            </a:extLst>
          </p:cNvPr>
          <p:cNvPicPr>
            <a:picLocks noChangeAspect="1"/>
          </p:cNvPicPr>
          <p:nvPr/>
        </p:nvPicPr>
        <p:blipFill>
          <a:blip r:embed="rId3"/>
          <a:stretch>
            <a:fillRect/>
          </a:stretch>
        </p:blipFill>
        <p:spPr>
          <a:xfrm flipH="1">
            <a:off x="1423084" y="2717339"/>
            <a:ext cx="160811" cy="780779"/>
          </a:xfrm>
          <a:prstGeom prst="rect">
            <a:avLst/>
          </a:prstGeom>
        </p:spPr>
      </p:pic>
      <p:pic>
        <p:nvPicPr>
          <p:cNvPr id="40" name="Image 39">
            <a:extLst>
              <a:ext uri="{FF2B5EF4-FFF2-40B4-BE49-F238E27FC236}">
                <a16:creationId xmlns:a16="http://schemas.microsoft.com/office/drawing/2014/main" id="{5451B4DD-126F-9C7D-616A-0D3C31ED9AD5}"/>
              </a:ext>
            </a:extLst>
          </p:cNvPr>
          <p:cNvPicPr>
            <a:picLocks noChangeAspect="1"/>
          </p:cNvPicPr>
          <p:nvPr/>
        </p:nvPicPr>
        <p:blipFill>
          <a:blip r:embed="rId3"/>
          <a:stretch>
            <a:fillRect/>
          </a:stretch>
        </p:blipFill>
        <p:spPr>
          <a:xfrm flipH="1">
            <a:off x="1507212" y="1767481"/>
            <a:ext cx="160811" cy="780779"/>
          </a:xfrm>
          <a:prstGeom prst="rect">
            <a:avLst/>
          </a:prstGeom>
        </p:spPr>
      </p:pic>
      <p:pic>
        <p:nvPicPr>
          <p:cNvPr id="41" name="Image 40">
            <a:extLst>
              <a:ext uri="{FF2B5EF4-FFF2-40B4-BE49-F238E27FC236}">
                <a16:creationId xmlns:a16="http://schemas.microsoft.com/office/drawing/2014/main" id="{F3C45C54-0A4B-0FB5-C5EE-51F28C988623}"/>
              </a:ext>
            </a:extLst>
          </p:cNvPr>
          <p:cNvPicPr>
            <a:picLocks noChangeAspect="1"/>
          </p:cNvPicPr>
          <p:nvPr/>
        </p:nvPicPr>
        <p:blipFill>
          <a:blip r:embed="rId3"/>
          <a:stretch>
            <a:fillRect/>
          </a:stretch>
        </p:blipFill>
        <p:spPr>
          <a:xfrm flipH="1">
            <a:off x="879902" y="2293708"/>
            <a:ext cx="160811" cy="780779"/>
          </a:xfrm>
          <a:prstGeom prst="rect">
            <a:avLst/>
          </a:prstGeom>
        </p:spPr>
      </p:pic>
      <p:pic>
        <p:nvPicPr>
          <p:cNvPr id="42" name="Image 41">
            <a:extLst>
              <a:ext uri="{FF2B5EF4-FFF2-40B4-BE49-F238E27FC236}">
                <a16:creationId xmlns:a16="http://schemas.microsoft.com/office/drawing/2014/main" id="{3F05C8D7-F4F4-ACD7-DD82-14A09BED2303}"/>
              </a:ext>
            </a:extLst>
          </p:cNvPr>
          <p:cNvPicPr>
            <a:picLocks noChangeAspect="1"/>
          </p:cNvPicPr>
          <p:nvPr/>
        </p:nvPicPr>
        <p:blipFill>
          <a:blip r:embed="rId3"/>
          <a:stretch>
            <a:fillRect/>
          </a:stretch>
        </p:blipFill>
        <p:spPr>
          <a:xfrm flipH="1">
            <a:off x="1089005" y="2205734"/>
            <a:ext cx="160811" cy="780779"/>
          </a:xfrm>
          <a:prstGeom prst="rect">
            <a:avLst/>
          </a:prstGeom>
        </p:spPr>
      </p:pic>
      <p:pic>
        <p:nvPicPr>
          <p:cNvPr id="43" name="Image 42">
            <a:extLst>
              <a:ext uri="{FF2B5EF4-FFF2-40B4-BE49-F238E27FC236}">
                <a16:creationId xmlns:a16="http://schemas.microsoft.com/office/drawing/2014/main" id="{226BDA57-8303-5397-77B7-55B10C150FF3}"/>
              </a:ext>
            </a:extLst>
          </p:cNvPr>
          <p:cNvPicPr>
            <a:picLocks noChangeAspect="1"/>
          </p:cNvPicPr>
          <p:nvPr/>
        </p:nvPicPr>
        <p:blipFill>
          <a:blip r:embed="rId3"/>
          <a:stretch>
            <a:fillRect/>
          </a:stretch>
        </p:blipFill>
        <p:spPr>
          <a:xfrm flipH="1">
            <a:off x="1735030" y="2242928"/>
            <a:ext cx="160811" cy="780779"/>
          </a:xfrm>
          <a:prstGeom prst="rect">
            <a:avLst/>
          </a:prstGeom>
        </p:spPr>
      </p:pic>
      <p:pic>
        <p:nvPicPr>
          <p:cNvPr id="44" name="Image 43" descr="Une image contenant conception, art&#10;&#10;Le contenu généré par l’IA peut être incorrect.">
            <a:extLst>
              <a:ext uri="{FF2B5EF4-FFF2-40B4-BE49-F238E27FC236}">
                <a16:creationId xmlns:a16="http://schemas.microsoft.com/office/drawing/2014/main" id="{B4E9B1E2-11E3-08F8-053C-0878A78D33BA}"/>
              </a:ext>
            </a:extLst>
          </p:cNvPr>
          <p:cNvPicPr>
            <a:picLocks noChangeAspect="1"/>
          </p:cNvPicPr>
          <p:nvPr/>
        </p:nvPicPr>
        <p:blipFill>
          <a:blip r:embed="rId4"/>
          <a:stretch>
            <a:fillRect/>
          </a:stretch>
        </p:blipFill>
        <p:spPr>
          <a:xfrm>
            <a:off x="1743492" y="3065012"/>
            <a:ext cx="165841" cy="230851"/>
          </a:xfrm>
          <a:prstGeom prst="rect">
            <a:avLst/>
          </a:prstGeom>
        </p:spPr>
      </p:pic>
      <p:pic>
        <p:nvPicPr>
          <p:cNvPr id="45" name="Image 44" descr="Une image contenant conception, art&#10;&#10;Le contenu généré par l’IA peut être incorrect.">
            <a:extLst>
              <a:ext uri="{FF2B5EF4-FFF2-40B4-BE49-F238E27FC236}">
                <a16:creationId xmlns:a16="http://schemas.microsoft.com/office/drawing/2014/main" id="{7B42D8C1-E591-C836-8650-1953B82172B7}"/>
              </a:ext>
            </a:extLst>
          </p:cNvPr>
          <p:cNvPicPr>
            <a:picLocks noChangeAspect="1"/>
          </p:cNvPicPr>
          <p:nvPr/>
        </p:nvPicPr>
        <p:blipFill>
          <a:blip r:embed="rId4"/>
          <a:stretch>
            <a:fillRect/>
          </a:stretch>
        </p:blipFill>
        <p:spPr>
          <a:xfrm>
            <a:off x="1327406" y="1927019"/>
            <a:ext cx="165841" cy="230851"/>
          </a:xfrm>
          <a:prstGeom prst="rect">
            <a:avLst/>
          </a:prstGeom>
        </p:spPr>
      </p:pic>
      <p:pic>
        <p:nvPicPr>
          <p:cNvPr id="46" name="Image 45" descr="Une image contenant conception, art&#10;&#10;Le contenu généré par l’IA peut être incorrect.">
            <a:extLst>
              <a:ext uri="{FF2B5EF4-FFF2-40B4-BE49-F238E27FC236}">
                <a16:creationId xmlns:a16="http://schemas.microsoft.com/office/drawing/2014/main" id="{7405DA6E-B2C5-998A-73CE-BAFD213DF70E}"/>
              </a:ext>
            </a:extLst>
          </p:cNvPr>
          <p:cNvPicPr>
            <a:picLocks noChangeAspect="1"/>
          </p:cNvPicPr>
          <p:nvPr/>
        </p:nvPicPr>
        <p:blipFill>
          <a:blip r:embed="rId4"/>
          <a:stretch>
            <a:fillRect/>
          </a:stretch>
        </p:blipFill>
        <p:spPr>
          <a:xfrm>
            <a:off x="1743491" y="1991064"/>
            <a:ext cx="165841" cy="230851"/>
          </a:xfrm>
          <a:prstGeom prst="rect">
            <a:avLst/>
          </a:prstGeom>
        </p:spPr>
      </p:pic>
      <p:pic>
        <p:nvPicPr>
          <p:cNvPr id="47" name="Image 46" descr="Une image contenant conception, art&#10;&#10;Le contenu généré par l’IA peut être incorrect.">
            <a:extLst>
              <a:ext uri="{FF2B5EF4-FFF2-40B4-BE49-F238E27FC236}">
                <a16:creationId xmlns:a16="http://schemas.microsoft.com/office/drawing/2014/main" id="{C4379855-C102-8E99-BF7F-DF432C7B7AD5}"/>
              </a:ext>
            </a:extLst>
          </p:cNvPr>
          <p:cNvPicPr>
            <a:picLocks noChangeAspect="1"/>
          </p:cNvPicPr>
          <p:nvPr/>
        </p:nvPicPr>
        <p:blipFill>
          <a:blip r:embed="rId4"/>
          <a:stretch>
            <a:fillRect/>
          </a:stretch>
        </p:blipFill>
        <p:spPr>
          <a:xfrm>
            <a:off x="2002219" y="2280355"/>
            <a:ext cx="165841" cy="230851"/>
          </a:xfrm>
          <a:prstGeom prst="rect">
            <a:avLst/>
          </a:prstGeom>
        </p:spPr>
      </p:pic>
      <p:sp>
        <p:nvSpPr>
          <p:cNvPr id="48" name="Ellipse 47">
            <a:extLst>
              <a:ext uri="{FF2B5EF4-FFF2-40B4-BE49-F238E27FC236}">
                <a16:creationId xmlns:a16="http://schemas.microsoft.com/office/drawing/2014/main" id="{1DD0D24F-D5CC-1982-B418-72155126D99B}"/>
              </a:ext>
            </a:extLst>
          </p:cNvPr>
          <p:cNvSpPr/>
          <p:nvPr/>
        </p:nvSpPr>
        <p:spPr>
          <a:xfrm>
            <a:off x="3950517" y="1740560"/>
            <a:ext cx="1882642" cy="1826473"/>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49" name="Image 48">
            <a:extLst>
              <a:ext uri="{FF2B5EF4-FFF2-40B4-BE49-F238E27FC236}">
                <a16:creationId xmlns:a16="http://schemas.microsoft.com/office/drawing/2014/main" id="{517EBEA9-EBB8-E60F-3558-242AD3829065}"/>
              </a:ext>
            </a:extLst>
          </p:cNvPr>
          <p:cNvPicPr>
            <a:picLocks noChangeAspect="1"/>
          </p:cNvPicPr>
          <p:nvPr/>
        </p:nvPicPr>
        <p:blipFill>
          <a:blip r:embed="rId5"/>
          <a:stretch>
            <a:fillRect/>
          </a:stretch>
        </p:blipFill>
        <p:spPr>
          <a:xfrm>
            <a:off x="4925548" y="1981808"/>
            <a:ext cx="160810" cy="772311"/>
          </a:xfrm>
          <a:prstGeom prst="rect">
            <a:avLst/>
          </a:prstGeom>
        </p:spPr>
      </p:pic>
      <p:pic>
        <p:nvPicPr>
          <p:cNvPr id="50" name="Image 49" descr="Une image contenant conception, art&#10;&#10;Le contenu généré par l’IA peut être incorrect.">
            <a:extLst>
              <a:ext uri="{FF2B5EF4-FFF2-40B4-BE49-F238E27FC236}">
                <a16:creationId xmlns:a16="http://schemas.microsoft.com/office/drawing/2014/main" id="{411B5712-FAD8-07CB-094F-8EF6398AC406}"/>
              </a:ext>
            </a:extLst>
          </p:cNvPr>
          <p:cNvPicPr>
            <a:picLocks noChangeAspect="1"/>
          </p:cNvPicPr>
          <p:nvPr/>
        </p:nvPicPr>
        <p:blipFill>
          <a:blip r:embed="rId6"/>
          <a:stretch>
            <a:fillRect/>
          </a:stretch>
        </p:blipFill>
        <p:spPr>
          <a:xfrm flipH="1">
            <a:off x="4258904" y="2379547"/>
            <a:ext cx="173512" cy="235581"/>
          </a:xfrm>
          <a:prstGeom prst="rect">
            <a:avLst/>
          </a:prstGeom>
        </p:spPr>
      </p:pic>
      <p:pic>
        <p:nvPicPr>
          <p:cNvPr id="51" name="Image 50">
            <a:extLst>
              <a:ext uri="{FF2B5EF4-FFF2-40B4-BE49-F238E27FC236}">
                <a16:creationId xmlns:a16="http://schemas.microsoft.com/office/drawing/2014/main" id="{317D16C7-4A1C-C266-B332-4DE33D8D8F41}"/>
              </a:ext>
            </a:extLst>
          </p:cNvPr>
          <p:cNvPicPr>
            <a:picLocks noChangeAspect="1"/>
          </p:cNvPicPr>
          <p:nvPr/>
        </p:nvPicPr>
        <p:blipFill>
          <a:blip r:embed="rId5"/>
          <a:stretch>
            <a:fillRect/>
          </a:stretch>
        </p:blipFill>
        <p:spPr>
          <a:xfrm>
            <a:off x="4621358" y="1818624"/>
            <a:ext cx="160810" cy="772311"/>
          </a:xfrm>
          <a:prstGeom prst="rect">
            <a:avLst/>
          </a:prstGeom>
        </p:spPr>
      </p:pic>
      <p:pic>
        <p:nvPicPr>
          <p:cNvPr id="52" name="Image 51">
            <a:extLst>
              <a:ext uri="{FF2B5EF4-FFF2-40B4-BE49-F238E27FC236}">
                <a16:creationId xmlns:a16="http://schemas.microsoft.com/office/drawing/2014/main" id="{C3003186-613F-3C8C-5121-4EC549EA9FCF}"/>
              </a:ext>
            </a:extLst>
          </p:cNvPr>
          <p:cNvPicPr>
            <a:picLocks noChangeAspect="1"/>
          </p:cNvPicPr>
          <p:nvPr/>
        </p:nvPicPr>
        <p:blipFill>
          <a:blip r:embed="rId5"/>
          <a:stretch>
            <a:fillRect/>
          </a:stretch>
        </p:blipFill>
        <p:spPr>
          <a:xfrm>
            <a:off x="5360830" y="1992166"/>
            <a:ext cx="160810" cy="772311"/>
          </a:xfrm>
          <a:prstGeom prst="rect">
            <a:avLst/>
          </a:prstGeom>
        </p:spPr>
      </p:pic>
      <p:pic>
        <p:nvPicPr>
          <p:cNvPr id="53" name="Image 52">
            <a:extLst>
              <a:ext uri="{FF2B5EF4-FFF2-40B4-BE49-F238E27FC236}">
                <a16:creationId xmlns:a16="http://schemas.microsoft.com/office/drawing/2014/main" id="{B822CE96-1BBE-FA73-CC77-E52A36DD7C91}"/>
              </a:ext>
            </a:extLst>
          </p:cNvPr>
          <p:cNvPicPr>
            <a:picLocks noChangeAspect="1"/>
          </p:cNvPicPr>
          <p:nvPr/>
        </p:nvPicPr>
        <p:blipFill>
          <a:blip r:embed="rId5"/>
          <a:stretch>
            <a:fillRect/>
          </a:stretch>
        </p:blipFill>
        <p:spPr>
          <a:xfrm>
            <a:off x="4788347" y="2754119"/>
            <a:ext cx="160810" cy="772311"/>
          </a:xfrm>
          <a:prstGeom prst="rect">
            <a:avLst/>
          </a:prstGeom>
        </p:spPr>
      </p:pic>
      <p:pic>
        <p:nvPicPr>
          <p:cNvPr id="54" name="Image 53">
            <a:extLst>
              <a:ext uri="{FF2B5EF4-FFF2-40B4-BE49-F238E27FC236}">
                <a16:creationId xmlns:a16="http://schemas.microsoft.com/office/drawing/2014/main" id="{AB0769A9-444B-4C9C-6FCE-B8DD98E8A172}"/>
              </a:ext>
            </a:extLst>
          </p:cNvPr>
          <p:cNvPicPr>
            <a:picLocks noChangeAspect="1"/>
          </p:cNvPicPr>
          <p:nvPr/>
        </p:nvPicPr>
        <p:blipFill>
          <a:blip r:embed="rId5"/>
          <a:stretch>
            <a:fillRect/>
          </a:stretch>
        </p:blipFill>
        <p:spPr>
          <a:xfrm>
            <a:off x="4526887" y="2635204"/>
            <a:ext cx="160810" cy="772311"/>
          </a:xfrm>
          <a:prstGeom prst="rect">
            <a:avLst/>
          </a:prstGeom>
        </p:spPr>
      </p:pic>
      <p:pic>
        <p:nvPicPr>
          <p:cNvPr id="55" name="Image 54" descr="Une image contenant conception, art&#10;&#10;Le contenu généré par l’IA peut être incorrect.">
            <a:extLst>
              <a:ext uri="{FF2B5EF4-FFF2-40B4-BE49-F238E27FC236}">
                <a16:creationId xmlns:a16="http://schemas.microsoft.com/office/drawing/2014/main" id="{C9A00CC9-E4EF-7F9E-AFC7-01EC31D1AAD2}"/>
              </a:ext>
            </a:extLst>
          </p:cNvPr>
          <p:cNvPicPr>
            <a:picLocks noChangeAspect="1"/>
          </p:cNvPicPr>
          <p:nvPr/>
        </p:nvPicPr>
        <p:blipFill>
          <a:blip r:embed="rId6"/>
          <a:stretch>
            <a:fillRect/>
          </a:stretch>
        </p:blipFill>
        <p:spPr>
          <a:xfrm flipH="1">
            <a:off x="4321305" y="2785779"/>
            <a:ext cx="173512" cy="235581"/>
          </a:xfrm>
          <a:prstGeom prst="rect">
            <a:avLst/>
          </a:prstGeom>
        </p:spPr>
      </p:pic>
      <p:pic>
        <p:nvPicPr>
          <p:cNvPr id="56" name="Image 55" descr="Une image contenant conception, art&#10;&#10;Le contenu généré par l’IA peut être incorrect.">
            <a:extLst>
              <a:ext uri="{FF2B5EF4-FFF2-40B4-BE49-F238E27FC236}">
                <a16:creationId xmlns:a16="http://schemas.microsoft.com/office/drawing/2014/main" id="{5F4C9CAA-6C65-734A-BAE6-769C5510D267}"/>
              </a:ext>
            </a:extLst>
          </p:cNvPr>
          <p:cNvPicPr>
            <a:picLocks noChangeAspect="1"/>
          </p:cNvPicPr>
          <p:nvPr/>
        </p:nvPicPr>
        <p:blipFill>
          <a:blip r:embed="rId6"/>
          <a:stretch>
            <a:fillRect/>
          </a:stretch>
        </p:blipFill>
        <p:spPr>
          <a:xfrm flipH="1">
            <a:off x="4353375" y="2027588"/>
            <a:ext cx="173512" cy="235581"/>
          </a:xfrm>
          <a:prstGeom prst="rect">
            <a:avLst/>
          </a:prstGeom>
        </p:spPr>
      </p:pic>
      <p:pic>
        <p:nvPicPr>
          <p:cNvPr id="57" name="Image 56" descr="Une image contenant conception, art&#10;&#10;Le contenu généré par l’IA peut être incorrect.">
            <a:extLst>
              <a:ext uri="{FF2B5EF4-FFF2-40B4-BE49-F238E27FC236}">
                <a16:creationId xmlns:a16="http://schemas.microsoft.com/office/drawing/2014/main" id="{66CCACD7-F82D-21C8-8F82-E221F71AB384}"/>
              </a:ext>
            </a:extLst>
          </p:cNvPr>
          <p:cNvPicPr>
            <a:picLocks noChangeAspect="1"/>
          </p:cNvPicPr>
          <p:nvPr/>
        </p:nvPicPr>
        <p:blipFill>
          <a:blip r:embed="rId6"/>
          <a:stretch>
            <a:fillRect/>
          </a:stretch>
        </p:blipFill>
        <p:spPr>
          <a:xfrm flipH="1">
            <a:off x="4781996" y="2017947"/>
            <a:ext cx="173512" cy="235581"/>
          </a:xfrm>
          <a:prstGeom prst="rect">
            <a:avLst/>
          </a:prstGeom>
        </p:spPr>
      </p:pic>
      <p:pic>
        <p:nvPicPr>
          <p:cNvPr id="58" name="Image 57" descr="Une image contenant conception, art&#10;&#10;Le contenu généré par l’IA peut être incorrect.">
            <a:extLst>
              <a:ext uri="{FF2B5EF4-FFF2-40B4-BE49-F238E27FC236}">
                <a16:creationId xmlns:a16="http://schemas.microsoft.com/office/drawing/2014/main" id="{A11C7F05-386E-14F3-F7A4-A7F2B298F3FF}"/>
              </a:ext>
            </a:extLst>
          </p:cNvPr>
          <p:cNvPicPr>
            <a:picLocks noChangeAspect="1"/>
          </p:cNvPicPr>
          <p:nvPr/>
        </p:nvPicPr>
        <p:blipFill>
          <a:blip r:embed="rId6"/>
          <a:stretch>
            <a:fillRect/>
          </a:stretch>
        </p:blipFill>
        <p:spPr>
          <a:xfrm flipH="1">
            <a:off x="5201485" y="2769032"/>
            <a:ext cx="173512" cy="235581"/>
          </a:xfrm>
          <a:prstGeom prst="rect">
            <a:avLst/>
          </a:prstGeom>
        </p:spPr>
      </p:pic>
      <p:sp>
        <p:nvSpPr>
          <p:cNvPr id="59" name="Ellipse 58">
            <a:extLst>
              <a:ext uri="{FF2B5EF4-FFF2-40B4-BE49-F238E27FC236}">
                <a16:creationId xmlns:a16="http://schemas.microsoft.com/office/drawing/2014/main" id="{79F90310-DB63-0F1B-E025-E5C20BB785AC}"/>
              </a:ext>
            </a:extLst>
          </p:cNvPr>
          <p:cNvSpPr/>
          <p:nvPr/>
        </p:nvSpPr>
        <p:spPr>
          <a:xfrm>
            <a:off x="7299032" y="1703621"/>
            <a:ext cx="1882642" cy="1826473"/>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60" name="Image 59">
            <a:extLst>
              <a:ext uri="{FF2B5EF4-FFF2-40B4-BE49-F238E27FC236}">
                <a16:creationId xmlns:a16="http://schemas.microsoft.com/office/drawing/2014/main" id="{82000E4C-CD9D-A2F9-CFB1-16D09BA5F744}"/>
              </a:ext>
            </a:extLst>
          </p:cNvPr>
          <p:cNvPicPr>
            <a:picLocks noChangeAspect="1"/>
          </p:cNvPicPr>
          <p:nvPr/>
        </p:nvPicPr>
        <p:blipFill>
          <a:blip r:embed="rId7"/>
          <a:stretch>
            <a:fillRect/>
          </a:stretch>
        </p:blipFill>
        <p:spPr>
          <a:xfrm flipH="1">
            <a:off x="8105308" y="2225438"/>
            <a:ext cx="160810" cy="764368"/>
          </a:xfrm>
          <a:prstGeom prst="rect">
            <a:avLst/>
          </a:prstGeom>
        </p:spPr>
      </p:pic>
      <p:pic>
        <p:nvPicPr>
          <p:cNvPr id="61" name="Image 60" descr="Une image contenant conception, art&#10;&#10;Le contenu généré par l’IA peut être incorrect.">
            <a:extLst>
              <a:ext uri="{FF2B5EF4-FFF2-40B4-BE49-F238E27FC236}">
                <a16:creationId xmlns:a16="http://schemas.microsoft.com/office/drawing/2014/main" id="{A11F33F6-4074-C906-583F-1D2BF2E95439}"/>
              </a:ext>
            </a:extLst>
          </p:cNvPr>
          <p:cNvPicPr>
            <a:picLocks noChangeAspect="1"/>
          </p:cNvPicPr>
          <p:nvPr/>
        </p:nvPicPr>
        <p:blipFill>
          <a:blip r:embed="rId8"/>
          <a:stretch>
            <a:fillRect/>
          </a:stretch>
        </p:blipFill>
        <p:spPr>
          <a:xfrm>
            <a:off x="7924811" y="1918093"/>
            <a:ext cx="203022" cy="289557"/>
          </a:xfrm>
          <a:prstGeom prst="rect">
            <a:avLst/>
          </a:prstGeom>
        </p:spPr>
      </p:pic>
      <p:pic>
        <p:nvPicPr>
          <p:cNvPr id="62" name="Image 61">
            <a:extLst>
              <a:ext uri="{FF2B5EF4-FFF2-40B4-BE49-F238E27FC236}">
                <a16:creationId xmlns:a16="http://schemas.microsoft.com/office/drawing/2014/main" id="{060D6C1D-8AC6-C64E-1B2B-DD7A4A6A9603}"/>
              </a:ext>
            </a:extLst>
          </p:cNvPr>
          <p:cNvPicPr>
            <a:picLocks noChangeAspect="1"/>
          </p:cNvPicPr>
          <p:nvPr/>
        </p:nvPicPr>
        <p:blipFill>
          <a:blip r:embed="rId7"/>
          <a:stretch>
            <a:fillRect/>
          </a:stretch>
        </p:blipFill>
        <p:spPr>
          <a:xfrm flipH="1">
            <a:off x="8268834" y="1813821"/>
            <a:ext cx="160810" cy="764368"/>
          </a:xfrm>
          <a:prstGeom prst="rect">
            <a:avLst/>
          </a:prstGeom>
        </p:spPr>
      </p:pic>
      <p:pic>
        <p:nvPicPr>
          <p:cNvPr id="63" name="Image 62">
            <a:extLst>
              <a:ext uri="{FF2B5EF4-FFF2-40B4-BE49-F238E27FC236}">
                <a16:creationId xmlns:a16="http://schemas.microsoft.com/office/drawing/2014/main" id="{29D0B811-B3AA-45B8-C672-305131EF5951}"/>
              </a:ext>
            </a:extLst>
          </p:cNvPr>
          <p:cNvPicPr>
            <a:picLocks noChangeAspect="1"/>
          </p:cNvPicPr>
          <p:nvPr/>
        </p:nvPicPr>
        <p:blipFill>
          <a:blip r:embed="rId7"/>
          <a:stretch>
            <a:fillRect/>
          </a:stretch>
        </p:blipFill>
        <p:spPr>
          <a:xfrm flipH="1">
            <a:off x="8425528" y="2491319"/>
            <a:ext cx="160810" cy="764368"/>
          </a:xfrm>
          <a:prstGeom prst="rect">
            <a:avLst/>
          </a:prstGeom>
        </p:spPr>
      </p:pic>
      <p:pic>
        <p:nvPicPr>
          <p:cNvPr id="1024" name="Image 1023">
            <a:extLst>
              <a:ext uri="{FF2B5EF4-FFF2-40B4-BE49-F238E27FC236}">
                <a16:creationId xmlns:a16="http://schemas.microsoft.com/office/drawing/2014/main" id="{5D81948F-DB49-B310-FF41-FDA6F1D13E08}"/>
              </a:ext>
            </a:extLst>
          </p:cNvPr>
          <p:cNvPicPr>
            <a:picLocks noChangeAspect="1"/>
          </p:cNvPicPr>
          <p:nvPr/>
        </p:nvPicPr>
        <p:blipFill>
          <a:blip r:embed="rId7"/>
          <a:stretch>
            <a:fillRect/>
          </a:stretch>
        </p:blipFill>
        <p:spPr>
          <a:xfrm flipH="1">
            <a:off x="8610265" y="1978221"/>
            <a:ext cx="160810" cy="764368"/>
          </a:xfrm>
          <a:prstGeom prst="rect">
            <a:avLst/>
          </a:prstGeom>
        </p:spPr>
      </p:pic>
      <p:pic>
        <p:nvPicPr>
          <p:cNvPr id="1025" name="Image 1024">
            <a:extLst>
              <a:ext uri="{FF2B5EF4-FFF2-40B4-BE49-F238E27FC236}">
                <a16:creationId xmlns:a16="http://schemas.microsoft.com/office/drawing/2014/main" id="{C2D1B04C-2063-8D33-97AB-BCBD9436918D}"/>
              </a:ext>
            </a:extLst>
          </p:cNvPr>
          <p:cNvPicPr>
            <a:picLocks noChangeAspect="1"/>
          </p:cNvPicPr>
          <p:nvPr/>
        </p:nvPicPr>
        <p:blipFill>
          <a:blip r:embed="rId7"/>
          <a:stretch>
            <a:fillRect/>
          </a:stretch>
        </p:blipFill>
        <p:spPr>
          <a:xfrm flipH="1">
            <a:off x="7563391" y="2029965"/>
            <a:ext cx="160810" cy="764368"/>
          </a:xfrm>
          <a:prstGeom prst="rect">
            <a:avLst/>
          </a:prstGeom>
        </p:spPr>
      </p:pic>
      <p:pic>
        <p:nvPicPr>
          <p:cNvPr id="1027" name="Image 1026">
            <a:extLst>
              <a:ext uri="{FF2B5EF4-FFF2-40B4-BE49-F238E27FC236}">
                <a16:creationId xmlns:a16="http://schemas.microsoft.com/office/drawing/2014/main" id="{8E38CD65-CFD2-8990-EEB4-624C77ED46AB}"/>
              </a:ext>
            </a:extLst>
          </p:cNvPr>
          <p:cNvPicPr>
            <a:picLocks noChangeAspect="1"/>
          </p:cNvPicPr>
          <p:nvPr/>
        </p:nvPicPr>
        <p:blipFill>
          <a:blip r:embed="rId7"/>
          <a:stretch>
            <a:fillRect/>
          </a:stretch>
        </p:blipFill>
        <p:spPr>
          <a:xfrm flipH="1">
            <a:off x="7730651" y="2496759"/>
            <a:ext cx="160810" cy="764368"/>
          </a:xfrm>
          <a:prstGeom prst="rect">
            <a:avLst/>
          </a:prstGeom>
        </p:spPr>
      </p:pic>
      <p:pic>
        <p:nvPicPr>
          <p:cNvPr id="1028" name="Image 1027" descr="Une image contenant conception, art&#10;&#10;Le contenu généré par l’IA peut être incorrect.">
            <a:extLst>
              <a:ext uri="{FF2B5EF4-FFF2-40B4-BE49-F238E27FC236}">
                <a16:creationId xmlns:a16="http://schemas.microsoft.com/office/drawing/2014/main" id="{3146A9A7-9087-E9CC-E73E-559E4ADB6EAC}"/>
              </a:ext>
            </a:extLst>
          </p:cNvPr>
          <p:cNvPicPr>
            <a:picLocks noChangeAspect="1"/>
          </p:cNvPicPr>
          <p:nvPr/>
        </p:nvPicPr>
        <p:blipFill>
          <a:blip r:embed="rId8"/>
          <a:stretch>
            <a:fillRect/>
          </a:stretch>
        </p:blipFill>
        <p:spPr>
          <a:xfrm>
            <a:off x="7918756" y="2221053"/>
            <a:ext cx="203022" cy="289557"/>
          </a:xfrm>
          <a:prstGeom prst="rect">
            <a:avLst/>
          </a:prstGeom>
        </p:spPr>
      </p:pic>
      <p:pic>
        <p:nvPicPr>
          <p:cNvPr id="1029" name="Image 1028" descr="Une image contenant conception, art&#10;&#10;Le contenu généré par l’IA peut être incorrect.">
            <a:extLst>
              <a:ext uri="{FF2B5EF4-FFF2-40B4-BE49-F238E27FC236}">
                <a16:creationId xmlns:a16="http://schemas.microsoft.com/office/drawing/2014/main" id="{71C64DBB-6A22-FC4C-243D-14AA5B7F6635}"/>
              </a:ext>
            </a:extLst>
          </p:cNvPr>
          <p:cNvPicPr>
            <a:picLocks noChangeAspect="1"/>
          </p:cNvPicPr>
          <p:nvPr/>
        </p:nvPicPr>
        <p:blipFill>
          <a:blip r:embed="rId8"/>
          <a:stretch>
            <a:fillRect/>
          </a:stretch>
        </p:blipFill>
        <p:spPr>
          <a:xfrm>
            <a:off x="8431921" y="1863013"/>
            <a:ext cx="203022" cy="289557"/>
          </a:xfrm>
          <a:prstGeom prst="rect">
            <a:avLst/>
          </a:prstGeom>
        </p:spPr>
      </p:pic>
      <p:pic>
        <p:nvPicPr>
          <p:cNvPr id="1030" name="Image 1029" descr="Une image contenant conception, art&#10;&#10;Le contenu généré par l’IA peut être incorrect.">
            <a:extLst>
              <a:ext uri="{FF2B5EF4-FFF2-40B4-BE49-F238E27FC236}">
                <a16:creationId xmlns:a16="http://schemas.microsoft.com/office/drawing/2014/main" id="{35C91D00-312A-C9BF-D20D-47BA4F1FA913}"/>
              </a:ext>
            </a:extLst>
          </p:cNvPr>
          <p:cNvPicPr>
            <a:picLocks noChangeAspect="1"/>
          </p:cNvPicPr>
          <p:nvPr/>
        </p:nvPicPr>
        <p:blipFill>
          <a:blip r:embed="rId8"/>
          <a:stretch>
            <a:fillRect/>
          </a:stretch>
        </p:blipFill>
        <p:spPr>
          <a:xfrm>
            <a:off x="8688350" y="2811042"/>
            <a:ext cx="203022" cy="289557"/>
          </a:xfrm>
          <a:prstGeom prst="rect">
            <a:avLst/>
          </a:prstGeom>
        </p:spPr>
      </p:pic>
      <p:pic>
        <p:nvPicPr>
          <p:cNvPr id="1031" name="Image 1030" descr="Une image contenant conception, art&#10;&#10;Le contenu généré par l’IA peut être incorrect.">
            <a:extLst>
              <a:ext uri="{FF2B5EF4-FFF2-40B4-BE49-F238E27FC236}">
                <a16:creationId xmlns:a16="http://schemas.microsoft.com/office/drawing/2014/main" id="{A91518ED-C43A-5A84-9A68-091AAC419A6B}"/>
              </a:ext>
            </a:extLst>
          </p:cNvPr>
          <p:cNvPicPr>
            <a:picLocks noChangeAspect="1"/>
          </p:cNvPicPr>
          <p:nvPr/>
        </p:nvPicPr>
        <p:blipFill>
          <a:blip r:embed="rId8"/>
          <a:stretch>
            <a:fillRect/>
          </a:stretch>
        </p:blipFill>
        <p:spPr>
          <a:xfrm>
            <a:off x="8105308" y="3128628"/>
            <a:ext cx="203022" cy="289557"/>
          </a:xfrm>
          <a:prstGeom prst="rect">
            <a:avLst/>
          </a:prstGeom>
        </p:spPr>
      </p:pic>
      <p:sp>
        <p:nvSpPr>
          <p:cNvPr id="2" name="ZoneTexte 1">
            <a:extLst>
              <a:ext uri="{FF2B5EF4-FFF2-40B4-BE49-F238E27FC236}">
                <a16:creationId xmlns:a16="http://schemas.microsoft.com/office/drawing/2014/main" id="{87D9D75B-65B2-E9AF-25C3-68303979C90F}"/>
              </a:ext>
            </a:extLst>
          </p:cNvPr>
          <p:cNvSpPr txBox="1"/>
          <p:nvPr/>
        </p:nvSpPr>
        <p:spPr>
          <a:xfrm>
            <a:off x="9368226" y="2407715"/>
            <a:ext cx="584844" cy="369332"/>
          </a:xfrm>
          <a:prstGeom prst="rect">
            <a:avLst/>
          </a:prstGeom>
          <a:noFill/>
        </p:spPr>
        <p:txBody>
          <a:bodyPr wrap="square" rtlCol="0">
            <a:spAutoFit/>
          </a:bodyPr>
          <a:lstStyle/>
          <a:p>
            <a:r>
              <a:rPr lang="en-GB" noProof="0" dirty="0">
                <a:latin typeface="Oswald" panose="00000500000000000000" pitchFamily="2" charset="0"/>
              </a:rPr>
              <a:t>…</a:t>
            </a:r>
          </a:p>
        </p:txBody>
      </p:sp>
      <p:sp>
        <p:nvSpPr>
          <p:cNvPr id="3" name="ZoneTexte 2">
            <a:extLst>
              <a:ext uri="{FF2B5EF4-FFF2-40B4-BE49-F238E27FC236}">
                <a16:creationId xmlns:a16="http://schemas.microsoft.com/office/drawing/2014/main" id="{EA7262B6-BD96-0772-141C-7C42AAA05C14}"/>
              </a:ext>
            </a:extLst>
          </p:cNvPr>
          <p:cNvSpPr txBox="1"/>
          <p:nvPr/>
        </p:nvSpPr>
        <p:spPr>
          <a:xfrm>
            <a:off x="1142125" y="3642071"/>
            <a:ext cx="928972" cy="369332"/>
          </a:xfrm>
          <a:prstGeom prst="rect">
            <a:avLst/>
          </a:prstGeom>
          <a:noFill/>
        </p:spPr>
        <p:txBody>
          <a:bodyPr wrap="square" rtlCol="0">
            <a:spAutoFit/>
          </a:bodyPr>
          <a:lstStyle/>
          <a:p>
            <a:r>
              <a:rPr lang="en-GB" noProof="0" dirty="0">
                <a:solidFill>
                  <a:schemeClr val="bg2">
                    <a:lumMod val="25000"/>
                  </a:schemeClr>
                </a:solidFill>
                <a:latin typeface="Oswald" panose="00000500000000000000" pitchFamily="2" charset="0"/>
              </a:rPr>
              <a:t>Project 1</a:t>
            </a:r>
          </a:p>
        </p:txBody>
      </p:sp>
      <p:sp>
        <p:nvSpPr>
          <p:cNvPr id="4" name="ZoneTexte 3">
            <a:extLst>
              <a:ext uri="{FF2B5EF4-FFF2-40B4-BE49-F238E27FC236}">
                <a16:creationId xmlns:a16="http://schemas.microsoft.com/office/drawing/2014/main" id="{42B09E9C-060D-000B-D1B4-A68C5A52DBB7}"/>
              </a:ext>
            </a:extLst>
          </p:cNvPr>
          <p:cNvSpPr txBox="1"/>
          <p:nvPr/>
        </p:nvSpPr>
        <p:spPr>
          <a:xfrm>
            <a:off x="4461945" y="3641083"/>
            <a:ext cx="975152" cy="369332"/>
          </a:xfrm>
          <a:prstGeom prst="rect">
            <a:avLst/>
          </a:prstGeom>
          <a:noFill/>
        </p:spPr>
        <p:txBody>
          <a:bodyPr wrap="square" rtlCol="0">
            <a:spAutoFit/>
          </a:bodyPr>
          <a:lstStyle/>
          <a:p>
            <a:r>
              <a:rPr lang="en-GB" noProof="0" dirty="0">
                <a:solidFill>
                  <a:schemeClr val="bg2">
                    <a:lumMod val="25000"/>
                  </a:schemeClr>
                </a:solidFill>
                <a:latin typeface="Oswald" panose="00000500000000000000" pitchFamily="2" charset="0"/>
              </a:rPr>
              <a:t>Project 2</a:t>
            </a:r>
          </a:p>
        </p:txBody>
      </p:sp>
      <p:sp>
        <p:nvSpPr>
          <p:cNvPr id="5" name="ZoneTexte 4">
            <a:extLst>
              <a:ext uri="{FF2B5EF4-FFF2-40B4-BE49-F238E27FC236}">
                <a16:creationId xmlns:a16="http://schemas.microsoft.com/office/drawing/2014/main" id="{89E2E6DE-6D5B-3A56-86E3-4D1AD033BEE2}"/>
              </a:ext>
            </a:extLst>
          </p:cNvPr>
          <p:cNvSpPr txBox="1"/>
          <p:nvPr/>
        </p:nvSpPr>
        <p:spPr>
          <a:xfrm>
            <a:off x="7778542" y="3577577"/>
            <a:ext cx="975152" cy="369332"/>
          </a:xfrm>
          <a:prstGeom prst="rect">
            <a:avLst/>
          </a:prstGeom>
          <a:noFill/>
        </p:spPr>
        <p:txBody>
          <a:bodyPr wrap="square" rtlCol="0">
            <a:spAutoFit/>
          </a:bodyPr>
          <a:lstStyle/>
          <a:p>
            <a:r>
              <a:rPr lang="en-GB" noProof="0" dirty="0">
                <a:solidFill>
                  <a:schemeClr val="bg2">
                    <a:lumMod val="25000"/>
                  </a:schemeClr>
                </a:solidFill>
                <a:latin typeface="Oswald" panose="00000500000000000000" pitchFamily="2" charset="0"/>
              </a:rPr>
              <a:t>Project 3</a:t>
            </a:r>
          </a:p>
        </p:txBody>
      </p:sp>
      <p:sp>
        <p:nvSpPr>
          <p:cNvPr id="6" name="ZoneTexte 5">
            <a:extLst>
              <a:ext uri="{FF2B5EF4-FFF2-40B4-BE49-F238E27FC236}">
                <a16:creationId xmlns:a16="http://schemas.microsoft.com/office/drawing/2014/main" id="{129A5E93-17D1-2472-4340-2D8FD376375C}"/>
              </a:ext>
            </a:extLst>
          </p:cNvPr>
          <p:cNvSpPr txBox="1"/>
          <p:nvPr/>
        </p:nvSpPr>
        <p:spPr>
          <a:xfrm>
            <a:off x="10272740" y="2222901"/>
            <a:ext cx="2227748" cy="769441"/>
          </a:xfrm>
          <a:prstGeom prst="rect">
            <a:avLst/>
          </a:prstGeom>
          <a:noFill/>
        </p:spPr>
        <p:txBody>
          <a:bodyPr wrap="square" rtlCol="0">
            <a:spAutoFit/>
          </a:bodyPr>
          <a:lstStyle/>
          <a:p>
            <a:pPr marL="285750" indent="-285750">
              <a:buClr>
                <a:srgbClr val="FF0000"/>
              </a:buClr>
              <a:buFont typeface="Wingdings" panose="05000000000000000000" pitchFamily="2" charset="2"/>
              <a:buChar char="§"/>
            </a:pPr>
            <a:r>
              <a:rPr lang="en-GB" sz="1100" noProof="0" dirty="0">
                <a:latin typeface="Oswald" panose="00000500000000000000" pitchFamily="2" charset="0"/>
              </a:rPr>
              <a:t>29 projects</a:t>
            </a:r>
          </a:p>
          <a:p>
            <a:pPr marL="285750" indent="-285750">
              <a:buClr>
                <a:srgbClr val="FF0000"/>
              </a:buClr>
              <a:buFont typeface="Wingdings" panose="05000000000000000000" pitchFamily="2" charset="2"/>
              <a:buChar char="§"/>
            </a:pPr>
            <a:r>
              <a:rPr lang="en-GB" sz="1100" noProof="0" dirty="0">
                <a:latin typeface="Oswald" panose="00000500000000000000" pitchFamily="2" charset="0"/>
              </a:rPr>
              <a:t>20 strains</a:t>
            </a:r>
          </a:p>
          <a:p>
            <a:pPr marL="285750" indent="-285750">
              <a:buClr>
                <a:srgbClr val="FF0000"/>
              </a:buClr>
              <a:buFont typeface="Wingdings" panose="05000000000000000000" pitchFamily="2" charset="2"/>
              <a:buChar char="§"/>
            </a:pPr>
            <a:r>
              <a:rPr lang="en-GB" sz="1100" noProof="0" dirty="0">
                <a:latin typeface="Oswald" panose="00000500000000000000" pitchFamily="2" charset="0"/>
              </a:rPr>
              <a:t>24 </a:t>
            </a:r>
            <a:r>
              <a:rPr lang="en-GB" sz="1100" noProof="0" dirty="0" err="1">
                <a:latin typeface="Oswald" panose="00000500000000000000" pitchFamily="2" charset="0"/>
              </a:rPr>
              <a:t>phages</a:t>
            </a:r>
            <a:endParaRPr lang="en-GB" sz="1100" noProof="0" dirty="0">
              <a:latin typeface="Oswald" panose="00000500000000000000" pitchFamily="2" charset="0"/>
            </a:endParaRPr>
          </a:p>
          <a:p>
            <a:pPr marL="285750" indent="-285750">
              <a:buClr>
                <a:srgbClr val="FF0000"/>
              </a:buClr>
              <a:buFont typeface="Wingdings" panose="05000000000000000000" pitchFamily="2" charset="2"/>
              <a:buChar char="§"/>
            </a:pPr>
            <a:r>
              <a:rPr lang="en-GB" sz="1100" noProof="0" dirty="0">
                <a:latin typeface="Oswald" panose="00000500000000000000" pitchFamily="2" charset="0"/>
              </a:rPr>
              <a:t>59 </a:t>
            </a:r>
            <a:r>
              <a:rPr lang="en-GB" sz="1100" noProof="0" dirty="0" err="1">
                <a:latin typeface="Oswald" panose="00000500000000000000" pitchFamily="2" charset="0"/>
              </a:rPr>
              <a:t>defense</a:t>
            </a:r>
            <a:r>
              <a:rPr lang="en-GB" sz="1100" noProof="0" dirty="0">
                <a:latin typeface="Oswald" panose="00000500000000000000" pitchFamily="2" charset="0"/>
              </a:rPr>
              <a:t> systems</a:t>
            </a:r>
          </a:p>
        </p:txBody>
      </p:sp>
      <p:cxnSp>
        <p:nvCxnSpPr>
          <p:cNvPr id="11" name="Connecteur droit 10">
            <a:extLst>
              <a:ext uri="{FF2B5EF4-FFF2-40B4-BE49-F238E27FC236}">
                <a16:creationId xmlns:a16="http://schemas.microsoft.com/office/drawing/2014/main" id="{BEF5576D-4220-FECB-20F4-AEA1A7787CDC}"/>
              </a:ext>
            </a:extLst>
          </p:cNvPr>
          <p:cNvCxnSpPr/>
          <p:nvPr/>
        </p:nvCxnSpPr>
        <p:spPr>
          <a:xfrm>
            <a:off x="1057690" y="5340327"/>
            <a:ext cx="21815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3" name="Connecteur droit 12">
            <a:extLst>
              <a:ext uri="{FF2B5EF4-FFF2-40B4-BE49-F238E27FC236}">
                <a16:creationId xmlns:a16="http://schemas.microsoft.com/office/drawing/2014/main" id="{FA13F0BA-61A2-4E41-3A7E-C7AD0653C6D5}"/>
              </a:ext>
            </a:extLst>
          </p:cNvPr>
          <p:cNvCxnSpPr/>
          <p:nvPr/>
        </p:nvCxnSpPr>
        <p:spPr>
          <a:xfrm>
            <a:off x="1181007" y="5427744"/>
            <a:ext cx="21815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5" name="Connecteur droit 14">
            <a:extLst>
              <a:ext uri="{FF2B5EF4-FFF2-40B4-BE49-F238E27FC236}">
                <a16:creationId xmlns:a16="http://schemas.microsoft.com/office/drawing/2014/main" id="{B94A11B5-F6F6-71F4-39A3-8089BE057A77}"/>
              </a:ext>
            </a:extLst>
          </p:cNvPr>
          <p:cNvCxnSpPr/>
          <p:nvPr/>
        </p:nvCxnSpPr>
        <p:spPr>
          <a:xfrm>
            <a:off x="1210090" y="5492727"/>
            <a:ext cx="21815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6297F366-0CD9-5EFD-CEE7-1100E3793218}"/>
              </a:ext>
            </a:extLst>
          </p:cNvPr>
          <p:cNvCxnSpPr/>
          <p:nvPr/>
        </p:nvCxnSpPr>
        <p:spPr>
          <a:xfrm>
            <a:off x="1362490" y="5645127"/>
            <a:ext cx="21815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1" name="Connecteur droit 20">
            <a:extLst>
              <a:ext uri="{FF2B5EF4-FFF2-40B4-BE49-F238E27FC236}">
                <a16:creationId xmlns:a16="http://schemas.microsoft.com/office/drawing/2014/main" id="{7D73E1FC-B7BF-3800-0EA3-75043AA95BCE}"/>
              </a:ext>
            </a:extLst>
          </p:cNvPr>
          <p:cNvCxnSpPr/>
          <p:nvPr/>
        </p:nvCxnSpPr>
        <p:spPr>
          <a:xfrm>
            <a:off x="1514890" y="5797527"/>
            <a:ext cx="21815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3" name="Connecteur droit 22">
            <a:extLst>
              <a:ext uri="{FF2B5EF4-FFF2-40B4-BE49-F238E27FC236}">
                <a16:creationId xmlns:a16="http://schemas.microsoft.com/office/drawing/2014/main" id="{4F6A5A4D-9E78-3DD8-8859-BA1927DE02A2}"/>
              </a:ext>
            </a:extLst>
          </p:cNvPr>
          <p:cNvCxnSpPr>
            <a:cxnSpLocks/>
          </p:cNvCxnSpPr>
          <p:nvPr/>
        </p:nvCxnSpPr>
        <p:spPr>
          <a:xfrm>
            <a:off x="1675751" y="5680712"/>
            <a:ext cx="368845"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5" name="Connecteur droit 24">
            <a:extLst>
              <a:ext uri="{FF2B5EF4-FFF2-40B4-BE49-F238E27FC236}">
                <a16:creationId xmlns:a16="http://schemas.microsoft.com/office/drawing/2014/main" id="{BACE3350-FEDA-3B05-A303-E98EB6BFCB80}"/>
              </a:ext>
            </a:extLst>
          </p:cNvPr>
          <p:cNvCxnSpPr>
            <a:cxnSpLocks/>
          </p:cNvCxnSpPr>
          <p:nvPr/>
        </p:nvCxnSpPr>
        <p:spPr>
          <a:xfrm>
            <a:off x="1557690" y="5502784"/>
            <a:ext cx="149438"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DD6FEAA6-ADDC-4E0B-CA57-6E54C6FA0F73}"/>
              </a:ext>
            </a:extLst>
          </p:cNvPr>
          <p:cNvCxnSpPr>
            <a:cxnSpLocks/>
          </p:cNvCxnSpPr>
          <p:nvPr/>
        </p:nvCxnSpPr>
        <p:spPr>
          <a:xfrm>
            <a:off x="1733046" y="5446311"/>
            <a:ext cx="331234"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0A0FF9DE-6383-9555-41A8-2101E417DF02}"/>
              </a:ext>
            </a:extLst>
          </p:cNvPr>
          <p:cNvCxnSpPr>
            <a:cxnSpLocks/>
          </p:cNvCxnSpPr>
          <p:nvPr/>
        </p:nvCxnSpPr>
        <p:spPr>
          <a:xfrm>
            <a:off x="1540325" y="5344196"/>
            <a:ext cx="344675"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3" name="Connecteur droit 32">
            <a:extLst>
              <a:ext uri="{FF2B5EF4-FFF2-40B4-BE49-F238E27FC236}">
                <a16:creationId xmlns:a16="http://schemas.microsoft.com/office/drawing/2014/main" id="{BD1AE5DB-E8ED-1F2C-AB65-022A394C4564}"/>
              </a:ext>
            </a:extLst>
          </p:cNvPr>
          <p:cNvCxnSpPr/>
          <p:nvPr/>
        </p:nvCxnSpPr>
        <p:spPr>
          <a:xfrm>
            <a:off x="1607974" y="5204172"/>
            <a:ext cx="218156"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037" name="Connecteur droit 1036">
            <a:extLst>
              <a:ext uri="{FF2B5EF4-FFF2-40B4-BE49-F238E27FC236}">
                <a16:creationId xmlns:a16="http://schemas.microsoft.com/office/drawing/2014/main" id="{DEECEB5B-8C17-81BA-624F-935F605F4899}"/>
              </a:ext>
            </a:extLst>
          </p:cNvPr>
          <p:cNvCxnSpPr/>
          <p:nvPr/>
        </p:nvCxnSpPr>
        <p:spPr>
          <a:xfrm>
            <a:off x="4442231" y="5342778"/>
            <a:ext cx="218156"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38" name="Connecteur droit 1037">
            <a:extLst>
              <a:ext uri="{FF2B5EF4-FFF2-40B4-BE49-F238E27FC236}">
                <a16:creationId xmlns:a16="http://schemas.microsoft.com/office/drawing/2014/main" id="{8D9DD206-54E7-8E65-D8C0-32B12E8DE6DB}"/>
              </a:ext>
            </a:extLst>
          </p:cNvPr>
          <p:cNvCxnSpPr/>
          <p:nvPr/>
        </p:nvCxnSpPr>
        <p:spPr>
          <a:xfrm>
            <a:off x="4565548" y="5430195"/>
            <a:ext cx="218156"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39" name="Connecteur droit 1038">
            <a:extLst>
              <a:ext uri="{FF2B5EF4-FFF2-40B4-BE49-F238E27FC236}">
                <a16:creationId xmlns:a16="http://schemas.microsoft.com/office/drawing/2014/main" id="{1F150267-5B62-61C2-475D-64C87BBB31E0}"/>
              </a:ext>
            </a:extLst>
          </p:cNvPr>
          <p:cNvCxnSpPr/>
          <p:nvPr/>
        </p:nvCxnSpPr>
        <p:spPr>
          <a:xfrm>
            <a:off x="4594631" y="5495178"/>
            <a:ext cx="218156"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0" name="Connecteur droit 1039">
            <a:extLst>
              <a:ext uri="{FF2B5EF4-FFF2-40B4-BE49-F238E27FC236}">
                <a16:creationId xmlns:a16="http://schemas.microsoft.com/office/drawing/2014/main" id="{3306B22E-7E10-8DC1-C040-8A3D9A0277FD}"/>
              </a:ext>
            </a:extLst>
          </p:cNvPr>
          <p:cNvCxnSpPr/>
          <p:nvPr/>
        </p:nvCxnSpPr>
        <p:spPr>
          <a:xfrm>
            <a:off x="4747031" y="5647578"/>
            <a:ext cx="218156"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1" name="Connecteur droit 1040">
            <a:extLst>
              <a:ext uri="{FF2B5EF4-FFF2-40B4-BE49-F238E27FC236}">
                <a16:creationId xmlns:a16="http://schemas.microsoft.com/office/drawing/2014/main" id="{1B353CDC-201C-66E5-3D8D-8ADE7D92C722}"/>
              </a:ext>
            </a:extLst>
          </p:cNvPr>
          <p:cNvCxnSpPr/>
          <p:nvPr/>
        </p:nvCxnSpPr>
        <p:spPr>
          <a:xfrm>
            <a:off x="4899431" y="5799978"/>
            <a:ext cx="218156"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2" name="Connecteur droit 1041">
            <a:extLst>
              <a:ext uri="{FF2B5EF4-FFF2-40B4-BE49-F238E27FC236}">
                <a16:creationId xmlns:a16="http://schemas.microsoft.com/office/drawing/2014/main" id="{45C3C8D1-7D91-3158-BC8A-39B6F3630E25}"/>
              </a:ext>
            </a:extLst>
          </p:cNvPr>
          <p:cNvCxnSpPr>
            <a:cxnSpLocks/>
          </p:cNvCxnSpPr>
          <p:nvPr/>
        </p:nvCxnSpPr>
        <p:spPr>
          <a:xfrm>
            <a:off x="5060292" y="5683163"/>
            <a:ext cx="368845"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3" name="Connecteur droit 1042">
            <a:extLst>
              <a:ext uri="{FF2B5EF4-FFF2-40B4-BE49-F238E27FC236}">
                <a16:creationId xmlns:a16="http://schemas.microsoft.com/office/drawing/2014/main" id="{29404A05-B1BB-B276-6240-02E4CAD98EFB}"/>
              </a:ext>
            </a:extLst>
          </p:cNvPr>
          <p:cNvCxnSpPr>
            <a:cxnSpLocks/>
          </p:cNvCxnSpPr>
          <p:nvPr/>
        </p:nvCxnSpPr>
        <p:spPr>
          <a:xfrm>
            <a:off x="4942231" y="5505235"/>
            <a:ext cx="149438"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4" name="Connecteur droit 1043">
            <a:extLst>
              <a:ext uri="{FF2B5EF4-FFF2-40B4-BE49-F238E27FC236}">
                <a16:creationId xmlns:a16="http://schemas.microsoft.com/office/drawing/2014/main" id="{A503CD8F-2E51-24E3-974A-E54CE4822B6E}"/>
              </a:ext>
            </a:extLst>
          </p:cNvPr>
          <p:cNvCxnSpPr>
            <a:cxnSpLocks/>
          </p:cNvCxnSpPr>
          <p:nvPr/>
        </p:nvCxnSpPr>
        <p:spPr>
          <a:xfrm>
            <a:off x="5117587" y="5448762"/>
            <a:ext cx="331234"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5" name="Connecteur droit 1044">
            <a:extLst>
              <a:ext uri="{FF2B5EF4-FFF2-40B4-BE49-F238E27FC236}">
                <a16:creationId xmlns:a16="http://schemas.microsoft.com/office/drawing/2014/main" id="{1C735FD7-B2E0-7B10-BA97-BDEF2FA5FC8E}"/>
              </a:ext>
            </a:extLst>
          </p:cNvPr>
          <p:cNvCxnSpPr>
            <a:cxnSpLocks/>
          </p:cNvCxnSpPr>
          <p:nvPr/>
        </p:nvCxnSpPr>
        <p:spPr>
          <a:xfrm>
            <a:off x="4924866" y="5346647"/>
            <a:ext cx="344675"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6" name="Connecteur droit 1045">
            <a:extLst>
              <a:ext uri="{FF2B5EF4-FFF2-40B4-BE49-F238E27FC236}">
                <a16:creationId xmlns:a16="http://schemas.microsoft.com/office/drawing/2014/main" id="{66AF8676-3700-23AA-B4A6-320EDE041C6D}"/>
              </a:ext>
            </a:extLst>
          </p:cNvPr>
          <p:cNvCxnSpPr/>
          <p:nvPr/>
        </p:nvCxnSpPr>
        <p:spPr>
          <a:xfrm>
            <a:off x="5510730" y="5168696"/>
            <a:ext cx="218156" cy="0"/>
          </a:xfrm>
          <a:prstGeom prst="line">
            <a:avLst/>
          </a:prstGeom>
          <a:ln>
            <a:solidFill>
              <a:srgbClr val="E5994D"/>
            </a:solidFill>
          </a:ln>
        </p:spPr>
        <p:style>
          <a:lnRef idx="2">
            <a:schemeClr val="accent1"/>
          </a:lnRef>
          <a:fillRef idx="0">
            <a:schemeClr val="accent1"/>
          </a:fillRef>
          <a:effectRef idx="1">
            <a:schemeClr val="accent1"/>
          </a:effectRef>
          <a:fontRef idx="minor">
            <a:schemeClr val="tx1"/>
          </a:fontRef>
        </p:style>
      </p:cxnSp>
      <p:cxnSp>
        <p:nvCxnSpPr>
          <p:cNvPr id="1047" name="Connecteur droit 1046">
            <a:extLst>
              <a:ext uri="{FF2B5EF4-FFF2-40B4-BE49-F238E27FC236}">
                <a16:creationId xmlns:a16="http://schemas.microsoft.com/office/drawing/2014/main" id="{F4018B4F-2DFA-B071-BE51-896D2CD44612}"/>
              </a:ext>
            </a:extLst>
          </p:cNvPr>
          <p:cNvCxnSpPr/>
          <p:nvPr/>
        </p:nvCxnSpPr>
        <p:spPr>
          <a:xfrm>
            <a:off x="7770953" y="5340327"/>
            <a:ext cx="218156"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48" name="Connecteur droit 1047">
            <a:extLst>
              <a:ext uri="{FF2B5EF4-FFF2-40B4-BE49-F238E27FC236}">
                <a16:creationId xmlns:a16="http://schemas.microsoft.com/office/drawing/2014/main" id="{97A73A5D-E73D-58ED-9A01-D8F2AFCCEBC7}"/>
              </a:ext>
            </a:extLst>
          </p:cNvPr>
          <p:cNvCxnSpPr/>
          <p:nvPr/>
        </p:nvCxnSpPr>
        <p:spPr>
          <a:xfrm>
            <a:off x="7894270" y="5427744"/>
            <a:ext cx="218156"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49" name="Connecteur droit 1048">
            <a:extLst>
              <a:ext uri="{FF2B5EF4-FFF2-40B4-BE49-F238E27FC236}">
                <a16:creationId xmlns:a16="http://schemas.microsoft.com/office/drawing/2014/main" id="{B2F79F15-8F7E-7E50-75B7-D21EE69FE981}"/>
              </a:ext>
            </a:extLst>
          </p:cNvPr>
          <p:cNvCxnSpPr/>
          <p:nvPr/>
        </p:nvCxnSpPr>
        <p:spPr>
          <a:xfrm>
            <a:off x="7923353" y="5492727"/>
            <a:ext cx="218156"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50" name="Connecteur droit 1049">
            <a:extLst>
              <a:ext uri="{FF2B5EF4-FFF2-40B4-BE49-F238E27FC236}">
                <a16:creationId xmlns:a16="http://schemas.microsoft.com/office/drawing/2014/main" id="{75749D7E-13A7-5431-0C7E-EDC8CFB3FCC6}"/>
              </a:ext>
            </a:extLst>
          </p:cNvPr>
          <p:cNvCxnSpPr/>
          <p:nvPr/>
        </p:nvCxnSpPr>
        <p:spPr>
          <a:xfrm>
            <a:off x="8075753" y="5645127"/>
            <a:ext cx="218156"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51" name="Connecteur droit 1050">
            <a:extLst>
              <a:ext uri="{FF2B5EF4-FFF2-40B4-BE49-F238E27FC236}">
                <a16:creationId xmlns:a16="http://schemas.microsoft.com/office/drawing/2014/main" id="{E6184C99-7689-F4E7-9BBC-C0D8EF14286F}"/>
              </a:ext>
            </a:extLst>
          </p:cNvPr>
          <p:cNvCxnSpPr/>
          <p:nvPr/>
        </p:nvCxnSpPr>
        <p:spPr>
          <a:xfrm>
            <a:off x="8228153" y="5797527"/>
            <a:ext cx="218156"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52" name="Connecteur droit 1051">
            <a:extLst>
              <a:ext uri="{FF2B5EF4-FFF2-40B4-BE49-F238E27FC236}">
                <a16:creationId xmlns:a16="http://schemas.microsoft.com/office/drawing/2014/main" id="{4A2B2E1D-02C0-EEFB-0CCB-012D2E693A06}"/>
              </a:ext>
            </a:extLst>
          </p:cNvPr>
          <p:cNvCxnSpPr>
            <a:cxnSpLocks/>
          </p:cNvCxnSpPr>
          <p:nvPr/>
        </p:nvCxnSpPr>
        <p:spPr>
          <a:xfrm>
            <a:off x="8389014" y="5680712"/>
            <a:ext cx="368845"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53" name="Connecteur droit 1052">
            <a:extLst>
              <a:ext uri="{FF2B5EF4-FFF2-40B4-BE49-F238E27FC236}">
                <a16:creationId xmlns:a16="http://schemas.microsoft.com/office/drawing/2014/main" id="{792ADAC4-2B1D-723E-4F28-5A9671848FF3}"/>
              </a:ext>
            </a:extLst>
          </p:cNvPr>
          <p:cNvCxnSpPr>
            <a:cxnSpLocks/>
          </p:cNvCxnSpPr>
          <p:nvPr/>
        </p:nvCxnSpPr>
        <p:spPr>
          <a:xfrm>
            <a:off x="8270953" y="5502784"/>
            <a:ext cx="149438"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54" name="Connecteur droit 1053">
            <a:extLst>
              <a:ext uri="{FF2B5EF4-FFF2-40B4-BE49-F238E27FC236}">
                <a16:creationId xmlns:a16="http://schemas.microsoft.com/office/drawing/2014/main" id="{F04536DC-A2EC-FF88-74A2-F8825FC33208}"/>
              </a:ext>
            </a:extLst>
          </p:cNvPr>
          <p:cNvCxnSpPr>
            <a:cxnSpLocks/>
          </p:cNvCxnSpPr>
          <p:nvPr/>
        </p:nvCxnSpPr>
        <p:spPr>
          <a:xfrm>
            <a:off x="8446309" y="5446311"/>
            <a:ext cx="331234"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55" name="Connecteur droit 1054">
            <a:extLst>
              <a:ext uri="{FF2B5EF4-FFF2-40B4-BE49-F238E27FC236}">
                <a16:creationId xmlns:a16="http://schemas.microsoft.com/office/drawing/2014/main" id="{AC83C8C1-E23F-890E-268F-68D406E8F907}"/>
              </a:ext>
            </a:extLst>
          </p:cNvPr>
          <p:cNvCxnSpPr>
            <a:cxnSpLocks/>
          </p:cNvCxnSpPr>
          <p:nvPr/>
        </p:nvCxnSpPr>
        <p:spPr>
          <a:xfrm>
            <a:off x="8253588" y="5344196"/>
            <a:ext cx="344675"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56" name="Connecteur droit 1055">
            <a:extLst>
              <a:ext uri="{FF2B5EF4-FFF2-40B4-BE49-F238E27FC236}">
                <a16:creationId xmlns:a16="http://schemas.microsoft.com/office/drawing/2014/main" id="{B7E9544C-80A0-1EEF-87E9-A0CC7865F6C9}"/>
              </a:ext>
            </a:extLst>
          </p:cNvPr>
          <p:cNvCxnSpPr/>
          <p:nvPr/>
        </p:nvCxnSpPr>
        <p:spPr>
          <a:xfrm>
            <a:off x="8839452" y="5166245"/>
            <a:ext cx="218156" cy="0"/>
          </a:xfrm>
          <a:prstGeom prst="line">
            <a:avLst/>
          </a:prstGeom>
          <a:ln>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1057" name="ZoneTexte 1056">
            <a:extLst>
              <a:ext uri="{FF2B5EF4-FFF2-40B4-BE49-F238E27FC236}">
                <a16:creationId xmlns:a16="http://schemas.microsoft.com/office/drawing/2014/main" id="{9F5EE80A-1546-DA4B-91FE-F0507F38D0F2}"/>
              </a:ext>
            </a:extLst>
          </p:cNvPr>
          <p:cNvSpPr txBox="1"/>
          <p:nvPr/>
        </p:nvSpPr>
        <p:spPr>
          <a:xfrm>
            <a:off x="716061" y="5460461"/>
            <a:ext cx="584844" cy="369332"/>
          </a:xfrm>
          <a:prstGeom prst="rect">
            <a:avLst/>
          </a:prstGeom>
          <a:noFill/>
        </p:spPr>
        <p:txBody>
          <a:bodyPr wrap="square" rtlCol="0">
            <a:spAutoFit/>
          </a:bodyPr>
          <a:lstStyle/>
          <a:p>
            <a:r>
              <a:rPr lang="en-GB" noProof="0" dirty="0">
                <a:latin typeface="Oswald" panose="00000500000000000000" pitchFamily="2" charset="0"/>
              </a:rPr>
              <a:t>RNA</a:t>
            </a:r>
          </a:p>
        </p:txBody>
      </p:sp>
      <p:sp>
        <p:nvSpPr>
          <p:cNvPr id="1058" name="ZoneTexte 1057">
            <a:extLst>
              <a:ext uri="{FF2B5EF4-FFF2-40B4-BE49-F238E27FC236}">
                <a16:creationId xmlns:a16="http://schemas.microsoft.com/office/drawing/2014/main" id="{1E5AEF48-14B4-FC86-DC5F-B00C8E261436}"/>
              </a:ext>
            </a:extLst>
          </p:cNvPr>
          <p:cNvSpPr txBox="1"/>
          <p:nvPr/>
        </p:nvSpPr>
        <p:spPr>
          <a:xfrm>
            <a:off x="4216016" y="5495178"/>
            <a:ext cx="584844" cy="369332"/>
          </a:xfrm>
          <a:prstGeom prst="rect">
            <a:avLst/>
          </a:prstGeom>
          <a:noFill/>
        </p:spPr>
        <p:txBody>
          <a:bodyPr wrap="square" rtlCol="0">
            <a:spAutoFit/>
          </a:bodyPr>
          <a:lstStyle/>
          <a:p>
            <a:r>
              <a:rPr lang="en-GB" noProof="0" dirty="0">
                <a:latin typeface="Oswald" panose="00000500000000000000" pitchFamily="2" charset="0"/>
              </a:rPr>
              <a:t>RNA</a:t>
            </a:r>
          </a:p>
        </p:txBody>
      </p:sp>
      <p:sp>
        <p:nvSpPr>
          <p:cNvPr id="1059" name="ZoneTexte 1058">
            <a:extLst>
              <a:ext uri="{FF2B5EF4-FFF2-40B4-BE49-F238E27FC236}">
                <a16:creationId xmlns:a16="http://schemas.microsoft.com/office/drawing/2014/main" id="{B74A3331-69EF-968C-07C1-09539F888B0E}"/>
              </a:ext>
            </a:extLst>
          </p:cNvPr>
          <p:cNvSpPr txBox="1"/>
          <p:nvPr/>
        </p:nvSpPr>
        <p:spPr>
          <a:xfrm>
            <a:off x="7534302" y="5557710"/>
            <a:ext cx="584844" cy="369332"/>
          </a:xfrm>
          <a:prstGeom prst="rect">
            <a:avLst/>
          </a:prstGeom>
          <a:noFill/>
        </p:spPr>
        <p:txBody>
          <a:bodyPr wrap="square" rtlCol="0">
            <a:spAutoFit/>
          </a:bodyPr>
          <a:lstStyle/>
          <a:p>
            <a:r>
              <a:rPr lang="en-GB" noProof="0" dirty="0">
                <a:latin typeface="Oswald" panose="00000500000000000000" pitchFamily="2" charset="0"/>
              </a:rPr>
              <a:t>RNA</a:t>
            </a:r>
          </a:p>
        </p:txBody>
      </p:sp>
      <p:pic>
        <p:nvPicPr>
          <p:cNvPr id="1061" name="Image 1060" descr="Une image contenant rouge, cercle, Carmin, conception&#10;&#10;Le contenu généré par l’IA peut être incorrect.">
            <a:extLst>
              <a:ext uri="{FF2B5EF4-FFF2-40B4-BE49-F238E27FC236}">
                <a16:creationId xmlns:a16="http://schemas.microsoft.com/office/drawing/2014/main" id="{E49FE402-92F9-28DF-7C03-5A32021084E9}"/>
              </a:ext>
            </a:extLst>
          </p:cNvPr>
          <p:cNvPicPr>
            <a:picLocks noChangeAspect="1"/>
          </p:cNvPicPr>
          <p:nvPr/>
        </p:nvPicPr>
        <p:blipFill>
          <a:blip r:embed="rId9"/>
          <a:stretch>
            <a:fillRect/>
          </a:stretch>
        </p:blipFill>
        <p:spPr>
          <a:xfrm>
            <a:off x="178067" y="3952462"/>
            <a:ext cx="912741" cy="912741"/>
          </a:xfrm>
          <a:prstGeom prst="rect">
            <a:avLst/>
          </a:prstGeom>
        </p:spPr>
      </p:pic>
      <p:pic>
        <p:nvPicPr>
          <p:cNvPr id="1062" name="Image 1061" descr="Une image contenant rouge, cercle, Carmin, conception&#10;&#10;Le contenu généré par l’IA peut être incorrect.">
            <a:extLst>
              <a:ext uri="{FF2B5EF4-FFF2-40B4-BE49-F238E27FC236}">
                <a16:creationId xmlns:a16="http://schemas.microsoft.com/office/drawing/2014/main" id="{B8B258AD-D671-0BA2-9E80-100BBA0C011A}"/>
              </a:ext>
            </a:extLst>
          </p:cNvPr>
          <p:cNvPicPr>
            <a:picLocks noChangeAspect="1"/>
          </p:cNvPicPr>
          <p:nvPr/>
        </p:nvPicPr>
        <p:blipFill>
          <a:blip r:embed="rId9"/>
          <a:stretch>
            <a:fillRect/>
          </a:stretch>
        </p:blipFill>
        <p:spPr>
          <a:xfrm>
            <a:off x="1117993" y="3956083"/>
            <a:ext cx="912741" cy="912741"/>
          </a:xfrm>
          <a:prstGeom prst="rect">
            <a:avLst/>
          </a:prstGeom>
        </p:spPr>
      </p:pic>
      <p:pic>
        <p:nvPicPr>
          <p:cNvPr id="1063" name="Image 1062" descr="Une image contenant rouge, cercle, Carmin, conception&#10;&#10;Le contenu généré par l’IA peut être incorrect.">
            <a:extLst>
              <a:ext uri="{FF2B5EF4-FFF2-40B4-BE49-F238E27FC236}">
                <a16:creationId xmlns:a16="http://schemas.microsoft.com/office/drawing/2014/main" id="{ED6A98CC-FAD2-E7A2-7A69-40FE390934C4}"/>
              </a:ext>
            </a:extLst>
          </p:cNvPr>
          <p:cNvPicPr>
            <a:picLocks noChangeAspect="1"/>
          </p:cNvPicPr>
          <p:nvPr/>
        </p:nvPicPr>
        <p:blipFill>
          <a:blip r:embed="rId9"/>
          <a:stretch>
            <a:fillRect/>
          </a:stretch>
        </p:blipFill>
        <p:spPr>
          <a:xfrm>
            <a:off x="2062845" y="3952461"/>
            <a:ext cx="912741" cy="912741"/>
          </a:xfrm>
          <a:prstGeom prst="rect">
            <a:avLst/>
          </a:prstGeom>
        </p:spPr>
      </p:pic>
      <p:pic>
        <p:nvPicPr>
          <p:cNvPr id="1065" name="Image 1064" descr="Une image contenant dessin humoristique, cercle, conception, illustration&#10;&#10;Le contenu généré par l’IA peut être incorrect.">
            <a:extLst>
              <a:ext uri="{FF2B5EF4-FFF2-40B4-BE49-F238E27FC236}">
                <a16:creationId xmlns:a16="http://schemas.microsoft.com/office/drawing/2014/main" id="{CF8B28CC-A7F9-CA78-CAE9-79EA6001371D}"/>
              </a:ext>
            </a:extLst>
          </p:cNvPr>
          <p:cNvPicPr>
            <a:picLocks noChangeAspect="1"/>
          </p:cNvPicPr>
          <p:nvPr/>
        </p:nvPicPr>
        <p:blipFill>
          <a:blip r:embed="rId10"/>
          <a:stretch>
            <a:fillRect/>
          </a:stretch>
        </p:blipFill>
        <p:spPr>
          <a:xfrm>
            <a:off x="3476157" y="3973771"/>
            <a:ext cx="953108" cy="912741"/>
          </a:xfrm>
          <a:prstGeom prst="rect">
            <a:avLst/>
          </a:prstGeom>
        </p:spPr>
      </p:pic>
      <p:pic>
        <p:nvPicPr>
          <p:cNvPr id="1066" name="Image 1065" descr="Une image contenant dessin humoristique, cercle, conception, illustration&#10;&#10;Le contenu généré par l’IA peut être incorrect.">
            <a:extLst>
              <a:ext uri="{FF2B5EF4-FFF2-40B4-BE49-F238E27FC236}">
                <a16:creationId xmlns:a16="http://schemas.microsoft.com/office/drawing/2014/main" id="{D6D9E86E-6399-315F-894D-EF645FDDD55E}"/>
              </a:ext>
            </a:extLst>
          </p:cNvPr>
          <p:cNvPicPr>
            <a:picLocks noChangeAspect="1"/>
          </p:cNvPicPr>
          <p:nvPr/>
        </p:nvPicPr>
        <p:blipFill>
          <a:blip r:embed="rId10"/>
          <a:stretch>
            <a:fillRect/>
          </a:stretch>
        </p:blipFill>
        <p:spPr>
          <a:xfrm>
            <a:off x="4440841" y="3973770"/>
            <a:ext cx="953108" cy="912741"/>
          </a:xfrm>
          <a:prstGeom prst="rect">
            <a:avLst/>
          </a:prstGeom>
        </p:spPr>
      </p:pic>
      <p:pic>
        <p:nvPicPr>
          <p:cNvPr id="1067" name="Image 1066" descr="Une image contenant dessin humoristique, cercle, conception, illustration&#10;&#10;Le contenu généré par l’IA peut être incorrect.">
            <a:extLst>
              <a:ext uri="{FF2B5EF4-FFF2-40B4-BE49-F238E27FC236}">
                <a16:creationId xmlns:a16="http://schemas.microsoft.com/office/drawing/2014/main" id="{F39BF436-F47E-D110-64E2-E844A60944C3}"/>
              </a:ext>
            </a:extLst>
          </p:cNvPr>
          <p:cNvPicPr>
            <a:picLocks noChangeAspect="1"/>
          </p:cNvPicPr>
          <p:nvPr/>
        </p:nvPicPr>
        <p:blipFill>
          <a:blip r:embed="rId10"/>
          <a:stretch>
            <a:fillRect/>
          </a:stretch>
        </p:blipFill>
        <p:spPr>
          <a:xfrm>
            <a:off x="5400744" y="3973770"/>
            <a:ext cx="953108" cy="912741"/>
          </a:xfrm>
          <a:prstGeom prst="rect">
            <a:avLst/>
          </a:prstGeom>
        </p:spPr>
      </p:pic>
      <p:pic>
        <p:nvPicPr>
          <p:cNvPr id="1069" name="Image 1068" descr="Une image contenant cercle, dessin humoristique, clipart, illustration&#10;&#10;Le contenu généré par l’IA peut être incorrect.">
            <a:extLst>
              <a:ext uri="{FF2B5EF4-FFF2-40B4-BE49-F238E27FC236}">
                <a16:creationId xmlns:a16="http://schemas.microsoft.com/office/drawing/2014/main" id="{6B58E4EA-0868-4DD6-AAFE-978E0ADC846A}"/>
              </a:ext>
            </a:extLst>
          </p:cNvPr>
          <p:cNvPicPr>
            <a:picLocks noChangeAspect="1"/>
          </p:cNvPicPr>
          <p:nvPr/>
        </p:nvPicPr>
        <p:blipFill>
          <a:blip r:embed="rId11"/>
          <a:stretch>
            <a:fillRect/>
          </a:stretch>
        </p:blipFill>
        <p:spPr>
          <a:xfrm>
            <a:off x="6856388" y="3956083"/>
            <a:ext cx="964484" cy="912741"/>
          </a:xfrm>
          <a:prstGeom prst="rect">
            <a:avLst/>
          </a:prstGeom>
        </p:spPr>
      </p:pic>
      <p:pic>
        <p:nvPicPr>
          <p:cNvPr id="1070" name="Image 1069" descr="Une image contenant cercle, dessin humoristique, clipart, illustration&#10;&#10;Le contenu généré par l’IA peut être incorrect.">
            <a:extLst>
              <a:ext uri="{FF2B5EF4-FFF2-40B4-BE49-F238E27FC236}">
                <a16:creationId xmlns:a16="http://schemas.microsoft.com/office/drawing/2014/main" id="{4E8055F9-5B99-35D8-1754-EEF718629BDC}"/>
              </a:ext>
            </a:extLst>
          </p:cNvPr>
          <p:cNvPicPr>
            <a:picLocks noChangeAspect="1"/>
          </p:cNvPicPr>
          <p:nvPr/>
        </p:nvPicPr>
        <p:blipFill>
          <a:blip r:embed="rId11"/>
          <a:stretch>
            <a:fillRect/>
          </a:stretch>
        </p:blipFill>
        <p:spPr>
          <a:xfrm>
            <a:off x="7829819" y="3956083"/>
            <a:ext cx="964484" cy="912741"/>
          </a:xfrm>
          <a:prstGeom prst="rect">
            <a:avLst/>
          </a:prstGeom>
        </p:spPr>
      </p:pic>
      <p:pic>
        <p:nvPicPr>
          <p:cNvPr id="1071" name="Image 1070" descr="Une image contenant cercle, dessin humoristique, clipart, illustration&#10;&#10;Le contenu généré par l’IA peut être incorrect.">
            <a:extLst>
              <a:ext uri="{FF2B5EF4-FFF2-40B4-BE49-F238E27FC236}">
                <a16:creationId xmlns:a16="http://schemas.microsoft.com/office/drawing/2014/main" id="{76320469-44D0-1CA5-7DC7-A63D0C1CEF9C}"/>
              </a:ext>
            </a:extLst>
          </p:cNvPr>
          <p:cNvPicPr>
            <a:picLocks noChangeAspect="1"/>
          </p:cNvPicPr>
          <p:nvPr/>
        </p:nvPicPr>
        <p:blipFill>
          <a:blip r:embed="rId11"/>
          <a:stretch>
            <a:fillRect/>
          </a:stretch>
        </p:blipFill>
        <p:spPr>
          <a:xfrm>
            <a:off x="8794303" y="3956083"/>
            <a:ext cx="964484" cy="912741"/>
          </a:xfrm>
          <a:prstGeom prst="rect">
            <a:avLst/>
          </a:prstGeom>
        </p:spPr>
      </p:pic>
      <p:sp>
        <p:nvSpPr>
          <p:cNvPr id="1072" name="ZoneTexte 1071">
            <a:extLst>
              <a:ext uri="{FF2B5EF4-FFF2-40B4-BE49-F238E27FC236}">
                <a16:creationId xmlns:a16="http://schemas.microsoft.com/office/drawing/2014/main" id="{EED46126-7DCC-493B-FE38-C204B1C1BCDE}"/>
              </a:ext>
            </a:extLst>
          </p:cNvPr>
          <p:cNvSpPr txBox="1"/>
          <p:nvPr/>
        </p:nvSpPr>
        <p:spPr>
          <a:xfrm>
            <a:off x="201034" y="4865203"/>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1</a:t>
            </a:r>
          </a:p>
        </p:txBody>
      </p:sp>
      <p:sp>
        <p:nvSpPr>
          <p:cNvPr id="1073" name="ZoneTexte 1072">
            <a:extLst>
              <a:ext uri="{FF2B5EF4-FFF2-40B4-BE49-F238E27FC236}">
                <a16:creationId xmlns:a16="http://schemas.microsoft.com/office/drawing/2014/main" id="{3858846A-2DEC-F2A1-2CAF-0906AA25987B}"/>
              </a:ext>
            </a:extLst>
          </p:cNvPr>
          <p:cNvSpPr txBox="1"/>
          <p:nvPr/>
        </p:nvSpPr>
        <p:spPr>
          <a:xfrm>
            <a:off x="1191942" y="4860074"/>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2</a:t>
            </a:r>
          </a:p>
        </p:txBody>
      </p:sp>
      <p:sp>
        <p:nvSpPr>
          <p:cNvPr id="1074" name="ZoneTexte 1073">
            <a:extLst>
              <a:ext uri="{FF2B5EF4-FFF2-40B4-BE49-F238E27FC236}">
                <a16:creationId xmlns:a16="http://schemas.microsoft.com/office/drawing/2014/main" id="{52F6BC9C-1D34-FE7E-EEB7-404AC316C53F}"/>
              </a:ext>
            </a:extLst>
          </p:cNvPr>
          <p:cNvSpPr txBox="1"/>
          <p:nvPr/>
        </p:nvSpPr>
        <p:spPr>
          <a:xfrm>
            <a:off x="2168060" y="4865203"/>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3</a:t>
            </a:r>
          </a:p>
        </p:txBody>
      </p:sp>
      <p:sp>
        <p:nvSpPr>
          <p:cNvPr id="1075" name="ZoneTexte 1074">
            <a:extLst>
              <a:ext uri="{FF2B5EF4-FFF2-40B4-BE49-F238E27FC236}">
                <a16:creationId xmlns:a16="http://schemas.microsoft.com/office/drawing/2014/main" id="{BB0CE590-7FFE-46EA-E175-CCAC4112075F}"/>
              </a:ext>
            </a:extLst>
          </p:cNvPr>
          <p:cNvSpPr txBox="1"/>
          <p:nvPr/>
        </p:nvSpPr>
        <p:spPr>
          <a:xfrm>
            <a:off x="3557397" y="4882890"/>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1</a:t>
            </a:r>
          </a:p>
        </p:txBody>
      </p:sp>
      <p:sp>
        <p:nvSpPr>
          <p:cNvPr id="1076" name="ZoneTexte 1075">
            <a:extLst>
              <a:ext uri="{FF2B5EF4-FFF2-40B4-BE49-F238E27FC236}">
                <a16:creationId xmlns:a16="http://schemas.microsoft.com/office/drawing/2014/main" id="{C9AABC38-BCC9-8D85-1E47-02E77D6C2294}"/>
              </a:ext>
            </a:extLst>
          </p:cNvPr>
          <p:cNvSpPr txBox="1"/>
          <p:nvPr/>
        </p:nvSpPr>
        <p:spPr>
          <a:xfrm>
            <a:off x="4548305" y="4877761"/>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2</a:t>
            </a:r>
          </a:p>
        </p:txBody>
      </p:sp>
      <p:sp>
        <p:nvSpPr>
          <p:cNvPr id="1077" name="ZoneTexte 1076">
            <a:extLst>
              <a:ext uri="{FF2B5EF4-FFF2-40B4-BE49-F238E27FC236}">
                <a16:creationId xmlns:a16="http://schemas.microsoft.com/office/drawing/2014/main" id="{EA9E0793-81E9-E9E7-5287-9A2D77C8CDFB}"/>
              </a:ext>
            </a:extLst>
          </p:cNvPr>
          <p:cNvSpPr txBox="1"/>
          <p:nvPr/>
        </p:nvSpPr>
        <p:spPr>
          <a:xfrm>
            <a:off x="5524423" y="4882890"/>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3</a:t>
            </a:r>
          </a:p>
        </p:txBody>
      </p:sp>
      <p:sp>
        <p:nvSpPr>
          <p:cNvPr id="1078" name="ZoneTexte 1077">
            <a:extLst>
              <a:ext uri="{FF2B5EF4-FFF2-40B4-BE49-F238E27FC236}">
                <a16:creationId xmlns:a16="http://schemas.microsoft.com/office/drawing/2014/main" id="{3A39C940-2ACD-74CD-0F38-1C3B090C09D7}"/>
              </a:ext>
            </a:extLst>
          </p:cNvPr>
          <p:cNvSpPr txBox="1"/>
          <p:nvPr/>
        </p:nvSpPr>
        <p:spPr>
          <a:xfrm>
            <a:off x="6975390" y="4868824"/>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1</a:t>
            </a:r>
          </a:p>
        </p:txBody>
      </p:sp>
      <p:sp>
        <p:nvSpPr>
          <p:cNvPr id="1079" name="ZoneTexte 1078">
            <a:extLst>
              <a:ext uri="{FF2B5EF4-FFF2-40B4-BE49-F238E27FC236}">
                <a16:creationId xmlns:a16="http://schemas.microsoft.com/office/drawing/2014/main" id="{83A81800-E502-52DF-0EE2-92D01CE36938}"/>
              </a:ext>
            </a:extLst>
          </p:cNvPr>
          <p:cNvSpPr txBox="1"/>
          <p:nvPr/>
        </p:nvSpPr>
        <p:spPr>
          <a:xfrm>
            <a:off x="7966298" y="4863695"/>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2</a:t>
            </a:r>
          </a:p>
        </p:txBody>
      </p:sp>
      <p:sp>
        <p:nvSpPr>
          <p:cNvPr id="1080" name="ZoneTexte 1079">
            <a:extLst>
              <a:ext uri="{FF2B5EF4-FFF2-40B4-BE49-F238E27FC236}">
                <a16:creationId xmlns:a16="http://schemas.microsoft.com/office/drawing/2014/main" id="{A0A4531E-A95B-5629-EB27-7CB0FE635690}"/>
              </a:ext>
            </a:extLst>
          </p:cNvPr>
          <p:cNvSpPr txBox="1"/>
          <p:nvPr/>
        </p:nvSpPr>
        <p:spPr>
          <a:xfrm>
            <a:off x="8942416" y="4868824"/>
            <a:ext cx="928972" cy="276999"/>
          </a:xfrm>
          <a:prstGeom prst="rect">
            <a:avLst/>
          </a:prstGeom>
          <a:noFill/>
        </p:spPr>
        <p:txBody>
          <a:bodyPr wrap="square" rtlCol="0">
            <a:spAutoFit/>
          </a:bodyPr>
          <a:lstStyle/>
          <a:p>
            <a:r>
              <a:rPr lang="en-GB" sz="1200" noProof="0" dirty="0">
                <a:solidFill>
                  <a:schemeClr val="bg2">
                    <a:lumMod val="25000"/>
                  </a:schemeClr>
                </a:solidFill>
                <a:latin typeface="Oswald" panose="00000500000000000000" pitchFamily="2" charset="0"/>
              </a:rPr>
              <a:t>Condition 3</a:t>
            </a:r>
          </a:p>
        </p:txBody>
      </p:sp>
      <p:sp>
        <p:nvSpPr>
          <p:cNvPr id="1081" name="ZoneTexte 1080">
            <a:extLst>
              <a:ext uri="{FF2B5EF4-FFF2-40B4-BE49-F238E27FC236}">
                <a16:creationId xmlns:a16="http://schemas.microsoft.com/office/drawing/2014/main" id="{FCF4EF7B-4DBD-CB05-5736-29C8906DA832}"/>
              </a:ext>
            </a:extLst>
          </p:cNvPr>
          <p:cNvSpPr txBox="1"/>
          <p:nvPr/>
        </p:nvSpPr>
        <p:spPr>
          <a:xfrm>
            <a:off x="2940183" y="4279780"/>
            <a:ext cx="584844" cy="369332"/>
          </a:xfrm>
          <a:prstGeom prst="rect">
            <a:avLst/>
          </a:prstGeom>
          <a:noFill/>
        </p:spPr>
        <p:txBody>
          <a:bodyPr wrap="square" rtlCol="0">
            <a:spAutoFit/>
          </a:bodyPr>
          <a:lstStyle/>
          <a:p>
            <a:r>
              <a:rPr lang="en-GB" noProof="0" dirty="0">
                <a:latin typeface="Oswald" panose="00000500000000000000" pitchFamily="2" charset="0"/>
              </a:rPr>
              <a:t>…</a:t>
            </a:r>
          </a:p>
        </p:txBody>
      </p:sp>
      <p:sp>
        <p:nvSpPr>
          <p:cNvPr id="1082" name="ZoneTexte 1081">
            <a:extLst>
              <a:ext uri="{FF2B5EF4-FFF2-40B4-BE49-F238E27FC236}">
                <a16:creationId xmlns:a16="http://schemas.microsoft.com/office/drawing/2014/main" id="{B8814B18-DE5F-1934-7171-6EF0D9A93F7E}"/>
              </a:ext>
            </a:extLst>
          </p:cNvPr>
          <p:cNvSpPr txBox="1"/>
          <p:nvPr/>
        </p:nvSpPr>
        <p:spPr>
          <a:xfrm>
            <a:off x="6307014" y="4241853"/>
            <a:ext cx="584844" cy="369332"/>
          </a:xfrm>
          <a:prstGeom prst="rect">
            <a:avLst/>
          </a:prstGeom>
          <a:noFill/>
        </p:spPr>
        <p:txBody>
          <a:bodyPr wrap="square" rtlCol="0">
            <a:spAutoFit/>
          </a:bodyPr>
          <a:lstStyle/>
          <a:p>
            <a:r>
              <a:rPr lang="en-GB" noProof="0" dirty="0">
                <a:latin typeface="Oswald" panose="00000500000000000000" pitchFamily="2" charset="0"/>
              </a:rPr>
              <a:t>…</a:t>
            </a:r>
          </a:p>
        </p:txBody>
      </p:sp>
      <p:sp>
        <p:nvSpPr>
          <p:cNvPr id="1083" name="ZoneTexte 1082">
            <a:extLst>
              <a:ext uri="{FF2B5EF4-FFF2-40B4-BE49-F238E27FC236}">
                <a16:creationId xmlns:a16="http://schemas.microsoft.com/office/drawing/2014/main" id="{CBC4496A-0D8E-5D21-4945-D5C6773B1D57}"/>
              </a:ext>
            </a:extLst>
          </p:cNvPr>
          <p:cNvSpPr txBox="1"/>
          <p:nvPr/>
        </p:nvSpPr>
        <p:spPr>
          <a:xfrm>
            <a:off x="9736522" y="4176987"/>
            <a:ext cx="584844" cy="369332"/>
          </a:xfrm>
          <a:prstGeom prst="rect">
            <a:avLst/>
          </a:prstGeom>
          <a:noFill/>
        </p:spPr>
        <p:txBody>
          <a:bodyPr wrap="square" rtlCol="0">
            <a:spAutoFit/>
          </a:bodyPr>
          <a:lstStyle/>
          <a:p>
            <a:r>
              <a:rPr lang="en-GB" noProof="0" dirty="0">
                <a:latin typeface="Oswald" panose="00000500000000000000" pitchFamily="2" charset="0"/>
              </a:rPr>
              <a:t>…</a:t>
            </a:r>
          </a:p>
        </p:txBody>
      </p:sp>
      <p:sp>
        <p:nvSpPr>
          <p:cNvPr id="1085" name="ZoneTexte 1084">
            <a:extLst>
              <a:ext uri="{FF2B5EF4-FFF2-40B4-BE49-F238E27FC236}">
                <a16:creationId xmlns:a16="http://schemas.microsoft.com/office/drawing/2014/main" id="{03759811-FAA8-C04E-12A0-27C9069AF2B6}"/>
              </a:ext>
            </a:extLst>
          </p:cNvPr>
          <p:cNvSpPr txBox="1"/>
          <p:nvPr/>
        </p:nvSpPr>
        <p:spPr>
          <a:xfrm>
            <a:off x="10294529" y="3736586"/>
            <a:ext cx="1582932" cy="1446550"/>
          </a:xfrm>
          <a:prstGeom prst="rect">
            <a:avLst/>
          </a:prstGeom>
          <a:noFill/>
        </p:spPr>
        <p:txBody>
          <a:bodyPr wrap="square">
            <a:spAutoFit/>
          </a:bodyPr>
          <a:lstStyle/>
          <a:p>
            <a:r>
              <a:rPr lang="en-GB" sz="1100" noProof="0" dirty="0">
                <a:solidFill>
                  <a:schemeClr val="bg2">
                    <a:lumMod val="25000"/>
                  </a:schemeClr>
                </a:solidFill>
                <a:latin typeface="Oswald" panose="00000500000000000000" pitchFamily="2" charset="0"/>
              </a:rPr>
              <a:t>Condition:</a:t>
            </a:r>
          </a:p>
          <a:p>
            <a:pPr marL="285750" indent="-285750">
              <a:buClr>
                <a:srgbClr val="FF0000"/>
              </a:buClr>
              <a:buFont typeface="Wingdings" panose="05000000000000000000" pitchFamily="2" charset="2"/>
              <a:buChar char="§"/>
            </a:pPr>
            <a:r>
              <a:rPr lang="en-GB" sz="1100" noProof="0" dirty="0">
                <a:solidFill>
                  <a:schemeClr val="bg2">
                    <a:lumMod val="25000"/>
                  </a:schemeClr>
                </a:solidFill>
                <a:latin typeface="Oswald" panose="00000500000000000000" pitchFamily="2" charset="0"/>
              </a:rPr>
              <a:t>infected / uninfected, </a:t>
            </a:r>
          </a:p>
          <a:p>
            <a:pPr marL="285750" indent="-285750">
              <a:buClr>
                <a:srgbClr val="FF0000"/>
              </a:buClr>
              <a:buFont typeface="Wingdings" panose="05000000000000000000" pitchFamily="2" charset="2"/>
              <a:buChar char="§"/>
            </a:pPr>
            <a:r>
              <a:rPr lang="en-GB" sz="1100" noProof="0" dirty="0">
                <a:solidFill>
                  <a:schemeClr val="bg2">
                    <a:lumMod val="25000"/>
                  </a:schemeClr>
                </a:solidFill>
                <a:latin typeface="Oswald" panose="00000500000000000000" pitchFamily="2" charset="0"/>
              </a:rPr>
              <a:t>time after infection, </a:t>
            </a:r>
          </a:p>
          <a:p>
            <a:pPr marL="285750" indent="-285750">
              <a:buClr>
                <a:srgbClr val="FF0000"/>
              </a:buClr>
              <a:buFont typeface="Wingdings" panose="05000000000000000000" pitchFamily="2" charset="2"/>
              <a:buChar char="§"/>
            </a:pPr>
            <a:r>
              <a:rPr lang="en-GB" sz="1100" noProof="0" dirty="0">
                <a:solidFill>
                  <a:schemeClr val="bg2">
                    <a:lumMod val="25000"/>
                  </a:schemeClr>
                </a:solidFill>
                <a:latin typeface="Oswald" panose="00000500000000000000" pitchFamily="2" charset="0"/>
              </a:rPr>
              <a:t>medium composition, </a:t>
            </a:r>
          </a:p>
          <a:p>
            <a:pPr marL="285750" indent="-285750">
              <a:buClr>
                <a:srgbClr val="FF0000"/>
              </a:buClr>
              <a:buFont typeface="Wingdings" panose="05000000000000000000" pitchFamily="2" charset="2"/>
              <a:buChar char="§"/>
            </a:pPr>
            <a:r>
              <a:rPr lang="en-GB" sz="1100" noProof="0" dirty="0">
                <a:solidFill>
                  <a:schemeClr val="bg2">
                    <a:lumMod val="25000"/>
                  </a:schemeClr>
                </a:solidFill>
                <a:latin typeface="Oswald" panose="00000500000000000000" pitchFamily="2" charset="0"/>
              </a:rPr>
              <a:t>growth stage, </a:t>
            </a:r>
          </a:p>
          <a:p>
            <a:pPr marL="285750" indent="-285750">
              <a:buClr>
                <a:srgbClr val="FF0000"/>
              </a:buClr>
              <a:buFont typeface="Wingdings" panose="05000000000000000000" pitchFamily="2" charset="2"/>
              <a:buChar char="§"/>
            </a:pPr>
            <a:r>
              <a:rPr lang="en-GB" sz="1100" noProof="0" dirty="0">
                <a:solidFill>
                  <a:schemeClr val="bg2">
                    <a:lumMod val="25000"/>
                  </a:schemeClr>
                </a:solidFill>
                <a:latin typeface="Oswald" panose="00000500000000000000" pitchFamily="2" charset="0"/>
              </a:rPr>
              <a:t>light, </a:t>
            </a:r>
          </a:p>
          <a:p>
            <a:pPr marL="285750" indent="-285750">
              <a:buClr>
                <a:srgbClr val="FF0000"/>
              </a:buClr>
              <a:buFont typeface="Wingdings" panose="05000000000000000000" pitchFamily="2" charset="2"/>
              <a:buChar char="§"/>
            </a:pPr>
            <a:r>
              <a:rPr lang="en-GB" sz="1100" noProof="0" dirty="0">
                <a:solidFill>
                  <a:schemeClr val="bg2">
                    <a:lumMod val="25000"/>
                  </a:schemeClr>
                </a:solidFill>
                <a:latin typeface="Oswald" panose="00000500000000000000" pitchFamily="2" charset="0"/>
              </a:rPr>
              <a:t>temperature</a:t>
            </a:r>
          </a:p>
          <a:p>
            <a:pPr marL="285750" indent="-285750">
              <a:buClr>
                <a:srgbClr val="FF0000"/>
              </a:buClr>
              <a:buFont typeface="Wingdings" panose="05000000000000000000" pitchFamily="2" charset="2"/>
              <a:buChar char="§"/>
            </a:pPr>
            <a:r>
              <a:rPr lang="en-GB" sz="1100" noProof="0" dirty="0">
                <a:solidFill>
                  <a:schemeClr val="bg2">
                    <a:lumMod val="25000"/>
                  </a:schemeClr>
                </a:solidFill>
                <a:latin typeface="Oswald" panose="00000500000000000000" pitchFamily="2" charset="0"/>
              </a:rPr>
              <a:t>…</a:t>
            </a:r>
          </a:p>
        </p:txBody>
      </p:sp>
      <p:sp>
        <p:nvSpPr>
          <p:cNvPr id="1086" name="Accolade fermante 1085">
            <a:extLst>
              <a:ext uri="{FF2B5EF4-FFF2-40B4-BE49-F238E27FC236}">
                <a16:creationId xmlns:a16="http://schemas.microsoft.com/office/drawing/2014/main" id="{FF589C7F-4553-3485-443C-20721CEF77DE}"/>
              </a:ext>
            </a:extLst>
          </p:cNvPr>
          <p:cNvSpPr/>
          <p:nvPr/>
        </p:nvSpPr>
        <p:spPr>
          <a:xfrm rot="5400000">
            <a:off x="4806087" y="1824146"/>
            <a:ext cx="193526" cy="8435235"/>
          </a:xfrm>
          <a:prstGeom prst="rightBrace">
            <a:avLst/>
          </a:prstGeom>
          <a:ln>
            <a:solidFill>
              <a:schemeClr val="bg2">
                <a:lumMod val="2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noProof="0" dirty="0"/>
          </a:p>
        </p:txBody>
      </p:sp>
      <p:sp>
        <p:nvSpPr>
          <p:cNvPr id="1087" name="ZoneTexte 1086">
            <a:extLst>
              <a:ext uri="{FF2B5EF4-FFF2-40B4-BE49-F238E27FC236}">
                <a16:creationId xmlns:a16="http://schemas.microsoft.com/office/drawing/2014/main" id="{8A6C2A4D-6109-2430-FB83-2587DE738F02}"/>
              </a:ext>
            </a:extLst>
          </p:cNvPr>
          <p:cNvSpPr txBox="1"/>
          <p:nvPr/>
        </p:nvSpPr>
        <p:spPr>
          <a:xfrm>
            <a:off x="4047587" y="6159252"/>
            <a:ext cx="2802467" cy="369332"/>
          </a:xfrm>
          <a:prstGeom prst="rect">
            <a:avLst/>
          </a:prstGeom>
          <a:noFill/>
        </p:spPr>
        <p:txBody>
          <a:bodyPr wrap="square" rtlCol="0">
            <a:spAutoFit/>
          </a:bodyPr>
          <a:lstStyle/>
          <a:p>
            <a:r>
              <a:rPr lang="en-GB" noProof="0" dirty="0">
                <a:solidFill>
                  <a:schemeClr val="bg2">
                    <a:lumMod val="25000"/>
                  </a:schemeClr>
                </a:solidFill>
                <a:latin typeface="Oswald" panose="00000500000000000000" pitchFamily="2" charset="0"/>
              </a:rPr>
              <a:t>Illumina sequencing</a:t>
            </a:r>
          </a:p>
        </p:txBody>
      </p:sp>
    </p:spTree>
    <p:extLst>
      <p:ext uri="{BB962C8B-B14F-4D97-AF65-F5344CB8AC3E}">
        <p14:creationId xmlns:p14="http://schemas.microsoft.com/office/powerpoint/2010/main" val="241263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2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2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2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2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2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3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3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06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8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062"/>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06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6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066"/>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6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06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7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07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7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7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7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7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7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7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07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07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080"/>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08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08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08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5"/>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9"/>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21"/>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2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25"/>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27"/>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31"/>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33"/>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037"/>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1038"/>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1039"/>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040"/>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041"/>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042"/>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043"/>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044"/>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045"/>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046"/>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1047"/>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048"/>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049"/>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050"/>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051"/>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052"/>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053"/>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054"/>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055"/>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056"/>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057"/>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058"/>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059"/>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086"/>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8" grpId="0" animBg="1"/>
      <p:bldP spid="59" grpId="0" animBg="1"/>
      <p:bldP spid="2" grpId="0"/>
      <p:bldP spid="3" grpId="0"/>
      <p:bldP spid="4" grpId="0"/>
      <p:bldP spid="5" grpId="0"/>
      <p:bldP spid="6" grpId="0"/>
      <p:bldP spid="1057" grpId="0"/>
      <p:bldP spid="1058" grpId="0"/>
      <p:bldP spid="1059" grpId="0"/>
      <p:bldP spid="1072" grpId="0"/>
      <p:bldP spid="1073" grpId="0"/>
      <p:bldP spid="1074" grpId="0"/>
      <p:bldP spid="1075" grpId="0"/>
      <p:bldP spid="1076" grpId="0"/>
      <p:bldP spid="1077" grpId="0"/>
      <p:bldP spid="1078" grpId="0"/>
      <p:bldP spid="1079" grpId="0"/>
      <p:bldP spid="1080" grpId="0"/>
      <p:bldP spid="1081" grpId="0"/>
      <p:bldP spid="1082" grpId="0"/>
      <p:bldP spid="1083" grpId="0"/>
      <p:bldP spid="1085" grpId="0"/>
      <p:bldP spid="1086" grpId="0" animBg="1"/>
      <p:bldP spid="108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DBCB0-8604-724E-0662-33AADDDA7A6A}"/>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009FA4AB-5E6C-5785-2AB8-DEEBF97B6C41}"/>
              </a:ext>
            </a:extLst>
          </p:cNvPr>
          <p:cNvSpPr>
            <a:spLocks noChangeArrowheads="1"/>
          </p:cNvSpPr>
          <p:nvPr/>
        </p:nvSpPr>
        <p:spPr bwMode="auto">
          <a:xfrm>
            <a:off x="1725582" y="278290"/>
            <a:ext cx="497673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6600" b="1" i="0" u="none" strike="noStrike" cap="none" normalizeH="0" baseline="0" noProof="0" dirty="0">
                <a:ln>
                  <a:noFill/>
                </a:ln>
                <a:solidFill>
                  <a:srgbClr val="000000"/>
                </a:solidFill>
                <a:effectLst/>
                <a:latin typeface="Oswald" panose="020F0502020204030204" pitchFamily="2" charset="0"/>
              </a:rPr>
              <a:t>The data</a:t>
            </a:r>
            <a:endParaRPr kumimoji="0" lang="en-GB" sz="32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4C1CDD00-DCDD-73C0-107E-E4AC4AF99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au 8">
            <a:extLst>
              <a:ext uri="{FF2B5EF4-FFF2-40B4-BE49-F238E27FC236}">
                <a16:creationId xmlns:a16="http://schemas.microsoft.com/office/drawing/2014/main" id="{C2AD98F7-9F31-7CD9-F44B-80FAB0C98626}"/>
              </a:ext>
            </a:extLst>
          </p:cNvPr>
          <p:cNvGraphicFramePr>
            <a:graphicFrameLocks noGrp="1"/>
          </p:cNvGraphicFramePr>
          <p:nvPr>
            <p:extLst>
              <p:ext uri="{D42A27DB-BD31-4B8C-83A1-F6EECF244321}">
                <p14:modId xmlns:p14="http://schemas.microsoft.com/office/powerpoint/2010/main" val="3267113012"/>
              </p:ext>
            </p:extLst>
          </p:nvPr>
        </p:nvGraphicFramePr>
        <p:xfrm>
          <a:off x="395784" y="3532275"/>
          <a:ext cx="11400432" cy="2494280"/>
        </p:xfrm>
        <a:graphic>
          <a:graphicData uri="http://schemas.openxmlformats.org/drawingml/2006/table">
            <a:tbl>
              <a:tblPr firstRow="1" bandRow="1">
                <a:tableStyleId>{5C22544A-7EE6-4342-B048-85BDC9FD1C3A}</a:tableStyleId>
              </a:tblPr>
              <a:tblGrid>
                <a:gridCol w="1900072">
                  <a:extLst>
                    <a:ext uri="{9D8B030D-6E8A-4147-A177-3AD203B41FA5}">
                      <a16:colId xmlns:a16="http://schemas.microsoft.com/office/drawing/2014/main" val="2499718628"/>
                    </a:ext>
                  </a:extLst>
                </a:gridCol>
                <a:gridCol w="1900072">
                  <a:extLst>
                    <a:ext uri="{9D8B030D-6E8A-4147-A177-3AD203B41FA5}">
                      <a16:colId xmlns:a16="http://schemas.microsoft.com/office/drawing/2014/main" val="2605615202"/>
                    </a:ext>
                  </a:extLst>
                </a:gridCol>
                <a:gridCol w="1900072">
                  <a:extLst>
                    <a:ext uri="{9D8B030D-6E8A-4147-A177-3AD203B41FA5}">
                      <a16:colId xmlns:a16="http://schemas.microsoft.com/office/drawing/2014/main" val="624793688"/>
                    </a:ext>
                  </a:extLst>
                </a:gridCol>
                <a:gridCol w="1900072">
                  <a:extLst>
                    <a:ext uri="{9D8B030D-6E8A-4147-A177-3AD203B41FA5}">
                      <a16:colId xmlns:a16="http://schemas.microsoft.com/office/drawing/2014/main" val="3449220282"/>
                    </a:ext>
                  </a:extLst>
                </a:gridCol>
                <a:gridCol w="1900072">
                  <a:extLst>
                    <a:ext uri="{9D8B030D-6E8A-4147-A177-3AD203B41FA5}">
                      <a16:colId xmlns:a16="http://schemas.microsoft.com/office/drawing/2014/main" val="4240036390"/>
                    </a:ext>
                  </a:extLst>
                </a:gridCol>
                <a:gridCol w="1900072">
                  <a:extLst>
                    <a:ext uri="{9D8B030D-6E8A-4147-A177-3AD203B41FA5}">
                      <a16:colId xmlns:a16="http://schemas.microsoft.com/office/drawing/2014/main" val="3472118443"/>
                    </a:ext>
                  </a:extLst>
                </a:gridCol>
              </a:tblGrid>
              <a:tr h="370840">
                <a:tc>
                  <a:txBody>
                    <a:bodyPr/>
                    <a:lstStyle/>
                    <a:p>
                      <a:endParaRPr lang="en-GB" b="1" noProof="0" dirty="0">
                        <a:solidFill>
                          <a:schemeClr val="bg1"/>
                        </a:solidFill>
                      </a:endParaRPr>
                    </a:p>
                  </a:txBody>
                  <a:tcPr>
                    <a:solidFill>
                      <a:srgbClr val="FF0000"/>
                    </a:solidFill>
                  </a:tcPr>
                </a:tc>
                <a:tc>
                  <a:txBody>
                    <a:bodyPr/>
                    <a:lstStyle/>
                    <a:p>
                      <a:r>
                        <a:rPr lang="en-GB" noProof="0" dirty="0"/>
                        <a:t>Sample 1</a:t>
                      </a:r>
                    </a:p>
                    <a:p>
                      <a:r>
                        <a:rPr lang="en-GB" noProof="0" dirty="0"/>
                        <a:t>Condition1 rep 1</a:t>
                      </a:r>
                    </a:p>
                  </a:txBody>
                  <a:tcPr>
                    <a:solidFill>
                      <a:srgbClr val="FF0000"/>
                    </a:solidFill>
                  </a:tcPr>
                </a:tc>
                <a:tc>
                  <a:txBody>
                    <a:bodyPr/>
                    <a:lstStyle/>
                    <a:p>
                      <a:r>
                        <a:rPr lang="en-GB" noProof="0" dirty="0"/>
                        <a:t>Sample 2</a:t>
                      </a:r>
                    </a:p>
                    <a:p>
                      <a:r>
                        <a:rPr lang="en-GB" noProof="0" dirty="0"/>
                        <a:t>Condition1 rep 2</a:t>
                      </a:r>
                    </a:p>
                  </a:txBody>
                  <a:tcPr>
                    <a:solidFill>
                      <a:srgbClr val="FF0000"/>
                    </a:solidFill>
                  </a:tcPr>
                </a:tc>
                <a:tc>
                  <a:txBody>
                    <a:bodyPr/>
                    <a:lstStyle/>
                    <a:p>
                      <a:r>
                        <a:rPr lang="en-GB" noProof="0" dirty="0"/>
                        <a:t>Sample 3</a:t>
                      </a:r>
                    </a:p>
                    <a:p>
                      <a:r>
                        <a:rPr lang="en-GB" noProof="0" dirty="0"/>
                        <a:t>Condition2 rep 1</a:t>
                      </a:r>
                    </a:p>
                  </a:txBody>
                  <a:tcPr>
                    <a:solidFill>
                      <a:srgbClr val="FF0000"/>
                    </a:solidFill>
                  </a:tcPr>
                </a:tc>
                <a:tc>
                  <a:txBody>
                    <a:bodyPr/>
                    <a:lstStyle/>
                    <a:p>
                      <a:r>
                        <a:rPr lang="en-GB" noProof="0" dirty="0"/>
                        <a:t>Sample 4</a:t>
                      </a:r>
                    </a:p>
                    <a:p>
                      <a:r>
                        <a:rPr lang="en-GB" noProof="0" dirty="0"/>
                        <a:t>Condition2 rep2</a:t>
                      </a:r>
                    </a:p>
                  </a:txBody>
                  <a:tcPr>
                    <a:solidFill>
                      <a:srgbClr val="FF0000"/>
                    </a:solidFill>
                  </a:tcPr>
                </a:tc>
                <a:tc>
                  <a:txBody>
                    <a:bodyPr/>
                    <a:lstStyle/>
                    <a:p>
                      <a:r>
                        <a:rPr lang="en-GB" noProof="0" dirty="0"/>
                        <a:t>…</a:t>
                      </a:r>
                    </a:p>
                  </a:txBody>
                  <a:tcPr>
                    <a:solidFill>
                      <a:srgbClr val="FF0000"/>
                    </a:solidFill>
                  </a:tcPr>
                </a:tc>
                <a:extLst>
                  <a:ext uri="{0D108BD9-81ED-4DB2-BD59-A6C34878D82A}">
                    <a16:rowId xmlns:a16="http://schemas.microsoft.com/office/drawing/2014/main" val="2715195804"/>
                  </a:ext>
                </a:extLst>
              </a:tr>
              <a:tr h="370840">
                <a:tc>
                  <a:txBody>
                    <a:bodyPr/>
                    <a:lstStyle/>
                    <a:p>
                      <a:r>
                        <a:rPr lang="en-GB" b="1" noProof="0" dirty="0">
                          <a:solidFill>
                            <a:schemeClr val="bg1"/>
                          </a:solidFill>
                        </a:rPr>
                        <a:t>Gene 1</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1201326126"/>
                  </a:ext>
                </a:extLst>
              </a:tr>
              <a:tr h="370840">
                <a:tc>
                  <a:txBody>
                    <a:bodyPr/>
                    <a:lstStyle/>
                    <a:p>
                      <a:r>
                        <a:rPr lang="en-GB" b="1" noProof="0" dirty="0">
                          <a:solidFill>
                            <a:schemeClr val="bg1"/>
                          </a:solidFill>
                        </a:rPr>
                        <a:t>Gene 2</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123359268"/>
                  </a:ext>
                </a:extLst>
              </a:tr>
              <a:tr h="370840">
                <a:tc>
                  <a:txBody>
                    <a:bodyPr/>
                    <a:lstStyle/>
                    <a:p>
                      <a:r>
                        <a:rPr lang="en-GB" b="1" noProof="0" dirty="0">
                          <a:solidFill>
                            <a:schemeClr val="bg1"/>
                          </a:solidFill>
                        </a:rPr>
                        <a:t>Gene 3</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1872581909"/>
                  </a:ext>
                </a:extLst>
              </a:tr>
              <a:tr h="370840">
                <a:tc>
                  <a:txBody>
                    <a:bodyPr/>
                    <a:lstStyle/>
                    <a:p>
                      <a:r>
                        <a:rPr lang="en-GB" b="1" noProof="0" dirty="0">
                          <a:solidFill>
                            <a:schemeClr val="bg1"/>
                          </a:solidFill>
                        </a:rPr>
                        <a:t>Gene 4</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399731912"/>
                  </a:ext>
                </a:extLst>
              </a:tr>
              <a:tr h="370840">
                <a:tc>
                  <a:txBody>
                    <a:bodyPr/>
                    <a:lstStyle/>
                    <a:p>
                      <a:r>
                        <a:rPr lang="en-GB" b="1" noProof="0" dirty="0">
                          <a:solidFill>
                            <a:schemeClr val="bg1"/>
                          </a:solidFill>
                        </a:rPr>
                        <a:t>…</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4089417077"/>
                  </a:ext>
                </a:extLst>
              </a:tr>
            </a:tbl>
          </a:graphicData>
        </a:graphic>
      </p:graphicFrame>
      <p:cxnSp>
        <p:nvCxnSpPr>
          <p:cNvPr id="11" name="Connecteur droit avec flèche 10">
            <a:extLst>
              <a:ext uri="{FF2B5EF4-FFF2-40B4-BE49-F238E27FC236}">
                <a16:creationId xmlns:a16="http://schemas.microsoft.com/office/drawing/2014/main" id="{C602F555-7EF0-5718-DB1D-E8B092A23808}"/>
              </a:ext>
            </a:extLst>
          </p:cNvPr>
          <p:cNvCxnSpPr>
            <a:cxnSpLocks/>
          </p:cNvCxnSpPr>
          <p:nvPr/>
        </p:nvCxnSpPr>
        <p:spPr>
          <a:xfrm flipH="1">
            <a:off x="3249996" y="1738103"/>
            <a:ext cx="1" cy="36933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5BCF3795-CC11-B6B6-2372-6207742CD238}"/>
              </a:ext>
            </a:extLst>
          </p:cNvPr>
          <p:cNvSpPr txBox="1"/>
          <p:nvPr/>
        </p:nvSpPr>
        <p:spPr>
          <a:xfrm>
            <a:off x="3249996" y="1738103"/>
            <a:ext cx="2561604" cy="369332"/>
          </a:xfrm>
          <a:prstGeom prst="rect">
            <a:avLst/>
          </a:prstGeom>
          <a:noFill/>
        </p:spPr>
        <p:txBody>
          <a:bodyPr wrap="square" rtlCol="0">
            <a:spAutoFit/>
          </a:bodyPr>
          <a:lstStyle/>
          <a:p>
            <a:r>
              <a:rPr lang="en-GB" b="1" noProof="0" dirty="0">
                <a:solidFill>
                  <a:schemeClr val="bg2">
                    <a:lumMod val="25000"/>
                  </a:schemeClr>
                </a:solidFill>
              </a:rPr>
              <a:t>Illumina </a:t>
            </a:r>
            <a:r>
              <a:rPr lang="en-GB" b="1" noProof="0" dirty="0" err="1">
                <a:solidFill>
                  <a:schemeClr val="bg2">
                    <a:lumMod val="25000"/>
                  </a:schemeClr>
                </a:solidFill>
              </a:rPr>
              <a:t>RNAseq</a:t>
            </a:r>
            <a:endParaRPr lang="en-GB" noProof="0" dirty="0"/>
          </a:p>
        </p:txBody>
      </p: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B158616D-E38F-3802-67DA-DC95E12F8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1665" y="118551"/>
            <a:ext cx="873335" cy="896419"/>
          </a:xfrm>
          <a:prstGeom prst="rect">
            <a:avLst/>
          </a:prstGeom>
        </p:spPr>
      </p:pic>
      <p:sp>
        <p:nvSpPr>
          <p:cNvPr id="8" name="ZoneTexte 7">
            <a:extLst>
              <a:ext uri="{FF2B5EF4-FFF2-40B4-BE49-F238E27FC236}">
                <a16:creationId xmlns:a16="http://schemas.microsoft.com/office/drawing/2014/main" id="{5E8CAE8A-3BB1-B17E-2524-268DDB11AF60}"/>
              </a:ext>
            </a:extLst>
          </p:cNvPr>
          <p:cNvSpPr txBox="1"/>
          <p:nvPr/>
        </p:nvSpPr>
        <p:spPr>
          <a:xfrm>
            <a:off x="3249996" y="2302306"/>
            <a:ext cx="1782116" cy="369332"/>
          </a:xfrm>
          <a:prstGeom prst="rect">
            <a:avLst/>
          </a:prstGeom>
          <a:noFill/>
        </p:spPr>
        <p:txBody>
          <a:bodyPr wrap="square" rtlCol="0">
            <a:spAutoFit/>
          </a:bodyPr>
          <a:lstStyle/>
          <a:p>
            <a:r>
              <a:rPr lang="en-GB" b="1" noProof="0" dirty="0">
                <a:solidFill>
                  <a:schemeClr val="bg2">
                    <a:lumMod val="25000"/>
                  </a:schemeClr>
                </a:solidFill>
              </a:rPr>
              <a:t>Quality control</a:t>
            </a:r>
            <a:endParaRPr lang="en-GB" noProof="0" dirty="0"/>
          </a:p>
        </p:txBody>
      </p:sp>
      <p:sp>
        <p:nvSpPr>
          <p:cNvPr id="3" name="ZoneTexte 2">
            <a:extLst>
              <a:ext uri="{FF2B5EF4-FFF2-40B4-BE49-F238E27FC236}">
                <a16:creationId xmlns:a16="http://schemas.microsoft.com/office/drawing/2014/main" id="{EB1588D5-2B57-848B-1582-96EB94821F14}"/>
              </a:ext>
            </a:extLst>
          </p:cNvPr>
          <p:cNvSpPr txBox="1"/>
          <p:nvPr/>
        </p:nvSpPr>
        <p:spPr>
          <a:xfrm>
            <a:off x="3249996" y="2872173"/>
            <a:ext cx="4711458" cy="369332"/>
          </a:xfrm>
          <a:prstGeom prst="rect">
            <a:avLst/>
          </a:prstGeom>
          <a:noFill/>
        </p:spPr>
        <p:txBody>
          <a:bodyPr wrap="square" rtlCol="0">
            <a:spAutoFit/>
          </a:bodyPr>
          <a:lstStyle/>
          <a:p>
            <a:r>
              <a:rPr lang="en-GB" b="1" noProof="0" dirty="0">
                <a:solidFill>
                  <a:schemeClr val="bg2">
                    <a:lumMod val="25000"/>
                  </a:schemeClr>
                </a:solidFill>
              </a:rPr>
              <a:t>Alignment, counting, annotation</a:t>
            </a:r>
            <a:endParaRPr lang="en-GB" noProof="0" dirty="0"/>
          </a:p>
        </p:txBody>
      </p:sp>
      <p:cxnSp>
        <p:nvCxnSpPr>
          <p:cNvPr id="17" name="Connecteur droit avec flèche 16">
            <a:extLst>
              <a:ext uri="{FF2B5EF4-FFF2-40B4-BE49-F238E27FC236}">
                <a16:creationId xmlns:a16="http://schemas.microsoft.com/office/drawing/2014/main" id="{BAC0F6DB-D77F-7E1D-9DE6-56018E2C9CD6}"/>
              </a:ext>
            </a:extLst>
          </p:cNvPr>
          <p:cNvCxnSpPr>
            <a:cxnSpLocks/>
          </p:cNvCxnSpPr>
          <p:nvPr/>
        </p:nvCxnSpPr>
        <p:spPr>
          <a:xfrm flipH="1">
            <a:off x="3249996" y="2302306"/>
            <a:ext cx="1" cy="36933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25B91FFE-41F4-6575-E26E-70BBBEC8D33F}"/>
              </a:ext>
            </a:extLst>
          </p:cNvPr>
          <p:cNvCxnSpPr>
            <a:cxnSpLocks/>
          </p:cNvCxnSpPr>
          <p:nvPr/>
        </p:nvCxnSpPr>
        <p:spPr>
          <a:xfrm flipH="1">
            <a:off x="3249996" y="2872173"/>
            <a:ext cx="1" cy="36933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05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4349E-371E-EE7F-8326-0A12B1DCEB71}"/>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01A62A2E-5712-2E5C-29D4-7FC7454C8FD4}"/>
              </a:ext>
            </a:extLst>
          </p:cNvPr>
          <p:cNvSpPr>
            <a:spLocks noChangeArrowheads="1"/>
          </p:cNvSpPr>
          <p:nvPr/>
        </p:nvSpPr>
        <p:spPr bwMode="auto">
          <a:xfrm>
            <a:off x="1725582" y="278290"/>
            <a:ext cx="497673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6600" b="1" i="0" u="none" strike="noStrike" cap="none" normalizeH="0" baseline="0" noProof="0" dirty="0">
                <a:ln>
                  <a:noFill/>
                </a:ln>
                <a:solidFill>
                  <a:srgbClr val="000000"/>
                </a:solidFill>
                <a:effectLst/>
                <a:latin typeface="Oswald" panose="020F0502020204030204" pitchFamily="2" charset="0"/>
              </a:rPr>
              <a:t>The data</a:t>
            </a:r>
            <a:endParaRPr kumimoji="0" lang="en-GB" sz="32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5A222C88-98D5-C6EF-D2F1-9B7A44F9A7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descr="Une image contenant dessin, croquis, dessin humoristique, conception&#10;&#10;Le contenu généré par l’IA peut être incorrect.">
            <a:extLst>
              <a:ext uri="{FF2B5EF4-FFF2-40B4-BE49-F238E27FC236}">
                <a16:creationId xmlns:a16="http://schemas.microsoft.com/office/drawing/2014/main" id="{BCB1EBC3-D9BE-AF9F-2189-4CF0CDF153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6418" y="278290"/>
            <a:ext cx="1486908" cy="1526210"/>
          </a:xfrm>
          <a:prstGeom prst="rect">
            <a:avLst/>
          </a:prstGeom>
        </p:spPr>
      </p:pic>
      <p:pic>
        <p:nvPicPr>
          <p:cNvPr id="5" name="Image 4" descr="Une image contenant texte, capture d’écran, Police, conception&#10;&#10;Le contenu généré par l’IA peut être incorrect.">
            <a:extLst>
              <a:ext uri="{FF2B5EF4-FFF2-40B4-BE49-F238E27FC236}">
                <a16:creationId xmlns:a16="http://schemas.microsoft.com/office/drawing/2014/main" id="{3CF2C589-4400-7CDA-3C7B-16F2E3700822}"/>
              </a:ext>
            </a:extLst>
          </p:cNvPr>
          <p:cNvPicPr>
            <a:picLocks noChangeAspect="1"/>
          </p:cNvPicPr>
          <p:nvPr/>
        </p:nvPicPr>
        <p:blipFill>
          <a:blip r:embed="rId4"/>
          <a:stretch>
            <a:fillRect/>
          </a:stretch>
        </p:blipFill>
        <p:spPr>
          <a:xfrm>
            <a:off x="679450" y="1451187"/>
            <a:ext cx="5999341" cy="5406813"/>
          </a:xfrm>
          <a:prstGeom prst="rect">
            <a:avLst/>
          </a:prstGeom>
        </p:spPr>
      </p:pic>
      <p:sp>
        <p:nvSpPr>
          <p:cNvPr id="3" name="ZoneTexte 2">
            <a:extLst>
              <a:ext uri="{FF2B5EF4-FFF2-40B4-BE49-F238E27FC236}">
                <a16:creationId xmlns:a16="http://schemas.microsoft.com/office/drawing/2014/main" id="{5613A2BC-AA4A-8E70-40C5-7BECE34ADB4B}"/>
              </a:ext>
            </a:extLst>
          </p:cNvPr>
          <p:cNvSpPr txBox="1"/>
          <p:nvPr/>
        </p:nvSpPr>
        <p:spPr>
          <a:xfrm>
            <a:off x="7107354" y="2546103"/>
            <a:ext cx="2930501" cy="646331"/>
          </a:xfrm>
          <a:prstGeom prst="rect">
            <a:avLst/>
          </a:prstGeom>
          <a:noFill/>
        </p:spPr>
        <p:txBody>
          <a:bodyPr wrap="square" rtlCol="0">
            <a:spAutoFit/>
          </a:bodyPr>
          <a:lstStyle/>
          <a:p>
            <a:r>
              <a:rPr lang="en-GB" noProof="0" dirty="0">
                <a:solidFill>
                  <a:schemeClr val="bg2">
                    <a:lumMod val="25000"/>
                  </a:schemeClr>
                </a:solidFill>
                <a:latin typeface="Oswald" panose="00000500000000000000" pitchFamily="2" charset="0"/>
              </a:rPr>
              <a:t>Identification of </a:t>
            </a:r>
            <a:r>
              <a:rPr lang="en-GB" noProof="0" dirty="0" err="1">
                <a:solidFill>
                  <a:schemeClr val="bg2">
                    <a:lumMod val="25000"/>
                  </a:schemeClr>
                </a:solidFill>
                <a:latin typeface="Oswald" panose="00000500000000000000" pitchFamily="2" charset="0"/>
              </a:rPr>
              <a:t>defense</a:t>
            </a:r>
            <a:r>
              <a:rPr lang="en-GB" noProof="0" dirty="0">
                <a:solidFill>
                  <a:schemeClr val="bg2">
                    <a:lumMod val="25000"/>
                  </a:schemeClr>
                </a:solidFill>
                <a:latin typeface="Oswald" panose="00000500000000000000" pitchFamily="2" charset="0"/>
              </a:rPr>
              <a:t> system genes using </a:t>
            </a:r>
            <a:r>
              <a:rPr lang="en-GB" noProof="0" dirty="0" err="1">
                <a:solidFill>
                  <a:schemeClr val="bg2">
                    <a:lumMod val="25000"/>
                  </a:schemeClr>
                </a:solidFill>
                <a:latin typeface="Oswald" panose="00000500000000000000" pitchFamily="2" charset="0"/>
              </a:rPr>
              <a:t>Defense</a:t>
            </a:r>
            <a:r>
              <a:rPr lang="en-GB" noProof="0" dirty="0">
                <a:solidFill>
                  <a:schemeClr val="bg2">
                    <a:lumMod val="25000"/>
                  </a:schemeClr>
                </a:solidFill>
                <a:latin typeface="Oswald" panose="00000500000000000000" pitchFamily="2" charset="0"/>
              </a:rPr>
              <a:t> Finder</a:t>
            </a:r>
          </a:p>
        </p:txBody>
      </p:sp>
    </p:spTree>
    <p:extLst>
      <p:ext uri="{BB962C8B-B14F-4D97-AF65-F5344CB8AC3E}">
        <p14:creationId xmlns:p14="http://schemas.microsoft.com/office/powerpoint/2010/main" val="2802614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1A6BC-ABB2-7902-ED05-22DC97FDAADE}"/>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E243952B-D51D-8CF0-72CF-7E98F6A0F91A}"/>
              </a:ext>
            </a:extLst>
          </p:cNvPr>
          <p:cNvSpPr>
            <a:spLocks noChangeArrowheads="1"/>
          </p:cNvSpPr>
          <p:nvPr/>
        </p:nvSpPr>
        <p:spPr bwMode="auto">
          <a:xfrm>
            <a:off x="1905462" y="541745"/>
            <a:ext cx="73734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5400" b="1" i="0" u="none" strike="noStrike" cap="none" normalizeH="0" baseline="0" noProof="0" dirty="0">
                <a:ln>
                  <a:noFill/>
                </a:ln>
                <a:solidFill>
                  <a:srgbClr val="000000"/>
                </a:solidFill>
                <a:effectLst/>
                <a:latin typeface="Oswald" panose="020F0502020204030204" pitchFamily="2" charset="0"/>
              </a:rPr>
              <a:t>Quality control</a:t>
            </a:r>
            <a:endParaRPr kumimoji="0" lang="en-GB" sz="24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F59655B4-863F-5F46-934B-7373D836A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46779A8C-C184-1FDA-6731-D89C427FC157}"/>
              </a:ext>
            </a:extLst>
          </p:cNvPr>
          <p:cNvSpPr txBox="1"/>
          <p:nvPr/>
        </p:nvSpPr>
        <p:spPr>
          <a:xfrm>
            <a:off x="6598170" y="1876871"/>
            <a:ext cx="6310859" cy="369332"/>
          </a:xfrm>
          <a:prstGeom prst="rect">
            <a:avLst/>
          </a:prstGeom>
          <a:noFill/>
        </p:spPr>
        <p:txBody>
          <a:bodyPr wrap="square" rtlCol="0">
            <a:spAutoFit/>
          </a:bodyPr>
          <a:lstStyle/>
          <a:p>
            <a:pPr marL="285750" indent="-285750">
              <a:buClr>
                <a:srgbClr val="FF0000"/>
              </a:buClr>
              <a:buFont typeface="Wingdings" panose="05000000000000000000" pitchFamily="2" charset="2"/>
              <a:buChar char="§"/>
            </a:pPr>
            <a:r>
              <a:rPr lang="en-GB" b="1" noProof="0" dirty="0">
                <a:solidFill>
                  <a:schemeClr val="bg2">
                    <a:lumMod val="25000"/>
                  </a:schemeClr>
                </a:solidFill>
              </a:rPr>
              <a:t>Number of reads per run</a:t>
            </a:r>
          </a:p>
        </p:txBody>
      </p:sp>
      <p:sp>
        <p:nvSpPr>
          <p:cNvPr id="11" name="ZoneTexte 10">
            <a:extLst>
              <a:ext uri="{FF2B5EF4-FFF2-40B4-BE49-F238E27FC236}">
                <a16:creationId xmlns:a16="http://schemas.microsoft.com/office/drawing/2014/main" id="{26B7E9F9-D128-3CD8-E1A2-74F7892D8382}"/>
              </a:ext>
            </a:extLst>
          </p:cNvPr>
          <p:cNvSpPr txBox="1"/>
          <p:nvPr/>
        </p:nvSpPr>
        <p:spPr>
          <a:xfrm>
            <a:off x="256217" y="1869040"/>
            <a:ext cx="5938468" cy="369332"/>
          </a:xfrm>
          <a:prstGeom prst="rect">
            <a:avLst/>
          </a:prstGeom>
          <a:noFill/>
        </p:spPr>
        <p:txBody>
          <a:bodyPr wrap="square">
            <a:spAutoFit/>
          </a:bodyPr>
          <a:lstStyle/>
          <a:p>
            <a:pPr marL="285750" indent="-285750">
              <a:buClr>
                <a:srgbClr val="FF0000"/>
              </a:buClr>
              <a:buFont typeface="Wingdings" panose="05000000000000000000" pitchFamily="2" charset="2"/>
              <a:buChar char="§"/>
            </a:pPr>
            <a:r>
              <a:rPr lang="en-GB" b="1" noProof="0" dirty="0">
                <a:solidFill>
                  <a:schemeClr val="bg2">
                    <a:lumMod val="25000"/>
                  </a:schemeClr>
                </a:solidFill>
              </a:rPr>
              <a:t>Percentage of detected bacterial and phage genes</a:t>
            </a:r>
          </a:p>
        </p:txBody>
      </p:sp>
      <p:pic>
        <p:nvPicPr>
          <p:cNvPr id="24" name="Image 23" descr="Une image contenant texte, capture d’écran, Police, Parallèle&#10;&#10;Le contenu généré par l’IA peut être incorrect.">
            <a:extLst>
              <a:ext uri="{FF2B5EF4-FFF2-40B4-BE49-F238E27FC236}">
                <a16:creationId xmlns:a16="http://schemas.microsoft.com/office/drawing/2014/main" id="{340500F3-CFFA-14E7-F866-A129568C4F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251" y="2642337"/>
            <a:ext cx="5186460" cy="3200787"/>
          </a:xfrm>
          <a:prstGeom prst="rect">
            <a:avLst/>
          </a:prstGeom>
        </p:spPr>
      </p:pic>
      <p:pic>
        <p:nvPicPr>
          <p:cNvPr id="26" name="Image 25" descr="Une image contenant texte, capture d’écran, Police, diagramme&#10;&#10;Le contenu généré par l’IA peut être incorrect.">
            <a:extLst>
              <a:ext uri="{FF2B5EF4-FFF2-40B4-BE49-F238E27FC236}">
                <a16:creationId xmlns:a16="http://schemas.microsoft.com/office/drawing/2014/main" id="{603B8219-27C5-C356-FAED-A1E6184EA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8170" y="2642337"/>
            <a:ext cx="5361480" cy="3308798"/>
          </a:xfrm>
          <a:prstGeom prst="rect">
            <a:avLst/>
          </a:prstGeom>
        </p:spPr>
      </p:pic>
      <p:sp>
        <p:nvSpPr>
          <p:cNvPr id="2" name="Ellipse 1">
            <a:extLst>
              <a:ext uri="{FF2B5EF4-FFF2-40B4-BE49-F238E27FC236}">
                <a16:creationId xmlns:a16="http://schemas.microsoft.com/office/drawing/2014/main" id="{AA57B0FA-3D6F-0981-0A01-169832460AE5}"/>
              </a:ext>
            </a:extLst>
          </p:cNvPr>
          <p:cNvSpPr/>
          <p:nvPr/>
        </p:nvSpPr>
        <p:spPr>
          <a:xfrm>
            <a:off x="939800" y="5499100"/>
            <a:ext cx="381000" cy="344024"/>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ZoneTexte 2">
            <a:extLst>
              <a:ext uri="{FF2B5EF4-FFF2-40B4-BE49-F238E27FC236}">
                <a16:creationId xmlns:a16="http://schemas.microsoft.com/office/drawing/2014/main" id="{BF0A0861-70D1-AE3E-0B66-6F9B34B72C65}"/>
              </a:ext>
            </a:extLst>
          </p:cNvPr>
          <p:cNvSpPr txBox="1"/>
          <p:nvPr/>
        </p:nvSpPr>
        <p:spPr>
          <a:xfrm>
            <a:off x="939800" y="6068088"/>
            <a:ext cx="1364105" cy="646331"/>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1 sample = </a:t>
            </a:r>
          </a:p>
          <a:p>
            <a:pPr algn="ctr"/>
            <a:r>
              <a:rPr lang="en-GB" noProof="0" dirty="0">
                <a:solidFill>
                  <a:schemeClr val="bg2">
                    <a:lumMod val="25000"/>
                  </a:schemeClr>
                </a:solidFill>
                <a:latin typeface="Oswald" panose="00000500000000000000" pitchFamily="2" charset="0"/>
              </a:rPr>
              <a:t>1 condition</a:t>
            </a:r>
          </a:p>
        </p:txBody>
      </p:sp>
      <p:cxnSp>
        <p:nvCxnSpPr>
          <p:cNvPr id="6" name="Connecteur : en arc 5">
            <a:extLst>
              <a:ext uri="{FF2B5EF4-FFF2-40B4-BE49-F238E27FC236}">
                <a16:creationId xmlns:a16="http://schemas.microsoft.com/office/drawing/2014/main" id="{79EAE5BB-3E06-1B10-2A6C-1C6F90836382}"/>
              </a:ext>
            </a:extLst>
          </p:cNvPr>
          <p:cNvCxnSpPr/>
          <p:nvPr/>
        </p:nvCxnSpPr>
        <p:spPr>
          <a:xfrm rot="10800000">
            <a:off x="1232109" y="5843124"/>
            <a:ext cx="389744" cy="224963"/>
          </a:xfrm>
          <a:prstGeom prst="curvedConnector3">
            <a:avLst>
              <a:gd name="adj1" fmla="val -7692"/>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ZoneTexte 6">
            <a:extLst>
              <a:ext uri="{FF2B5EF4-FFF2-40B4-BE49-F238E27FC236}">
                <a16:creationId xmlns:a16="http://schemas.microsoft.com/office/drawing/2014/main" id="{4D23DC3A-5BD7-5456-55E6-776F010E5F44}"/>
              </a:ext>
            </a:extLst>
          </p:cNvPr>
          <p:cNvSpPr txBox="1"/>
          <p:nvPr/>
        </p:nvSpPr>
        <p:spPr>
          <a:xfrm>
            <a:off x="38100" y="2471167"/>
            <a:ext cx="1364105" cy="369332"/>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1 project</a:t>
            </a:r>
          </a:p>
        </p:txBody>
      </p:sp>
      <p:cxnSp>
        <p:nvCxnSpPr>
          <p:cNvPr id="8" name="Connecteur : en arc 7">
            <a:extLst>
              <a:ext uri="{FF2B5EF4-FFF2-40B4-BE49-F238E27FC236}">
                <a16:creationId xmlns:a16="http://schemas.microsoft.com/office/drawing/2014/main" id="{F5B103B1-70E0-B917-E886-743308E5B26A}"/>
              </a:ext>
            </a:extLst>
          </p:cNvPr>
          <p:cNvCxnSpPr>
            <a:cxnSpLocks/>
          </p:cNvCxnSpPr>
          <p:nvPr/>
        </p:nvCxnSpPr>
        <p:spPr>
          <a:xfrm>
            <a:off x="1166802" y="2642336"/>
            <a:ext cx="470805" cy="195962"/>
          </a:xfrm>
          <a:prstGeom prst="curvedConnector3">
            <a:avLst>
              <a:gd name="adj1" fmla="val 95858"/>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356DF88F-8B51-69E8-5F96-C2EF451CD819}"/>
              </a:ext>
            </a:extLst>
          </p:cNvPr>
          <p:cNvSpPr txBox="1"/>
          <p:nvPr/>
        </p:nvSpPr>
        <p:spPr>
          <a:xfrm>
            <a:off x="6322862" y="2457670"/>
            <a:ext cx="1364105" cy="369332"/>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1 project</a:t>
            </a:r>
          </a:p>
        </p:txBody>
      </p:sp>
      <p:cxnSp>
        <p:nvCxnSpPr>
          <p:cNvPr id="27" name="Connecteur : en arc 26">
            <a:extLst>
              <a:ext uri="{FF2B5EF4-FFF2-40B4-BE49-F238E27FC236}">
                <a16:creationId xmlns:a16="http://schemas.microsoft.com/office/drawing/2014/main" id="{C0C1D509-456E-5150-3B74-90AF55C7CC77}"/>
              </a:ext>
            </a:extLst>
          </p:cNvPr>
          <p:cNvCxnSpPr>
            <a:cxnSpLocks/>
          </p:cNvCxnSpPr>
          <p:nvPr/>
        </p:nvCxnSpPr>
        <p:spPr>
          <a:xfrm>
            <a:off x="7451564" y="2628839"/>
            <a:ext cx="470805" cy="195962"/>
          </a:xfrm>
          <a:prstGeom prst="curvedConnector3">
            <a:avLst>
              <a:gd name="adj1" fmla="val 95858"/>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8" name="Ellipse 27">
            <a:extLst>
              <a:ext uri="{FF2B5EF4-FFF2-40B4-BE49-F238E27FC236}">
                <a16:creationId xmlns:a16="http://schemas.microsoft.com/office/drawing/2014/main" id="{46D39359-F510-384E-81FA-2E495DF27718}"/>
              </a:ext>
            </a:extLst>
          </p:cNvPr>
          <p:cNvSpPr/>
          <p:nvPr/>
        </p:nvSpPr>
        <p:spPr>
          <a:xfrm>
            <a:off x="7142187" y="5480515"/>
            <a:ext cx="381000" cy="344024"/>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ZoneTexte 28">
            <a:extLst>
              <a:ext uri="{FF2B5EF4-FFF2-40B4-BE49-F238E27FC236}">
                <a16:creationId xmlns:a16="http://schemas.microsoft.com/office/drawing/2014/main" id="{3CC2A331-3713-17F8-9B68-09B2D23C022F}"/>
              </a:ext>
            </a:extLst>
          </p:cNvPr>
          <p:cNvSpPr txBox="1"/>
          <p:nvPr/>
        </p:nvSpPr>
        <p:spPr>
          <a:xfrm>
            <a:off x="7142187" y="6049503"/>
            <a:ext cx="1364105" cy="646331"/>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1 sample = </a:t>
            </a:r>
          </a:p>
          <a:p>
            <a:pPr algn="ctr"/>
            <a:r>
              <a:rPr lang="en-GB" noProof="0" dirty="0">
                <a:solidFill>
                  <a:schemeClr val="bg2">
                    <a:lumMod val="25000"/>
                  </a:schemeClr>
                </a:solidFill>
                <a:latin typeface="Oswald" panose="00000500000000000000" pitchFamily="2" charset="0"/>
              </a:rPr>
              <a:t>1 condition</a:t>
            </a:r>
          </a:p>
        </p:txBody>
      </p:sp>
      <p:cxnSp>
        <p:nvCxnSpPr>
          <p:cNvPr id="30" name="Connecteur : en arc 29">
            <a:extLst>
              <a:ext uri="{FF2B5EF4-FFF2-40B4-BE49-F238E27FC236}">
                <a16:creationId xmlns:a16="http://schemas.microsoft.com/office/drawing/2014/main" id="{95AA2405-841F-9D45-C226-BEBB91DB201F}"/>
              </a:ext>
            </a:extLst>
          </p:cNvPr>
          <p:cNvCxnSpPr/>
          <p:nvPr/>
        </p:nvCxnSpPr>
        <p:spPr>
          <a:xfrm rot="10800000">
            <a:off x="7434496" y="5824539"/>
            <a:ext cx="389744" cy="224963"/>
          </a:xfrm>
          <a:prstGeom prst="curvedConnector3">
            <a:avLst>
              <a:gd name="adj1" fmla="val -7692"/>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752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5" grpId="0"/>
      <p:bldP spid="28" grpId="0" animBg="1"/>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3681F-F2EB-EDA0-6523-5F333D86271F}"/>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F2825D4A-B38D-0E75-C8A6-2D8B9DC97E68}"/>
              </a:ext>
            </a:extLst>
          </p:cNvPr>
          <p:cNvSpPr>
            <a:spLocks noChangeArrowheads="1"/>
          </p:cNvSpPr>
          <p:nvPr/>
        </p:nvSpPr>
        <p:spPr bwMode="auto">
          <a:xfrm>
            <a:off x="1725582" y="278290"/>
            <a:ext cx="497673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6600" b="1" i="0" u="none" strike="noStrike" cap="none" normalizeH="0" baseline="0" noProof="0" dirty="0">
                <a:ln>
                  <a:noFill/>
                </a:ln>
                <a:solidFill>
                  <a:srgbClr val="000000"/>
                </a:solidFill>
                <a:effectLst/>
                <a:latin typeface="Oswald" panose="020F0502020204030204" pitchFamily="2" charset="0"/>
              </a:rPr>
              <a:t>The data</a:t>
            </a:r>
            <a:endParaRPr kumimoji="0" lang="en-GB" sz="32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D506AFE5-7708-F60E-6FBA-6A3F93DB1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70F2578D-1451-04D8-AD1F-BCE606955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2569" y="3779583"/>
            <a:ext cx="1064838" cy="1092984"/>
          </a:xfrm>
          <a:prstGeom prst="rect">
            <a:avLst/>
          </a:prstGeom>
        </p:spPr>
      </p:pic>
      <p:sp>
        <p:nvSpPr>
          <p:cNvPr id="17" name="ZoneTexte 16">
            <a:extLst>
              <a:ext uri="{FF2B5EF4-FFF2-40B4-BE49-F238E27FC236}">
                <a16:creationId xmlns:a16="http://schemas.microsoft.com/office/drawing/2014/main" id="{546AF0F5-19C5-14A0-1E08-5AE2180122FE}"/>
              </a:ext>
            </a:extLst>
          </p:cNvPr>
          <p:cNvSpPr txBox="1"/>
          <p:nvPr/>
        </p:nvSpPr>
        <p:spPr>
          <a:xfrm>
            <a:off x="2322432" y="5336807"/>
            <a:ext cx="3419840" cy="369332"/>
          </a:xfrm>
          <a:prstGeom prst="rect">
            <a:avLst/>
          </a:prstGeom>
          <a:noFill/>
        </p:spPr>
        <p:txBody>
          <a:bodyPr wrap="square" rtlCol="0">
            <a:spAutoFit/>
          </a:bodyPr>
          <a:lstStyle/>
          <a:p>
            <a:pPr algn="ctr"/>
            <a:r>
              <a:rPr lang="en-GB" b="1" noProof="0" dirty="0">
                <a:solidFill>
                  <a:schemeClr val="bg2">
                    <a:lumMod val="25000"/>
                  </a:schemeClr>
                </a:solidFill>
              </a:rPr>
              <a:t>Normalization by gene length</a:t>
            </a:r>
            <a:endParaRPr lang="en-GB" noProof="0" dirty="0"/>
          </a:p>
        </p:txBody>
      </p:sp>
      <p:sp>
        <p:nvSpPr>
          <p:cNvPr id="19" name="ZoneTexte 18">
            <a:extLst>
              <a:ext uri="{FF2B5EF4-FFF2-40B4-BE49-F238E27FC236}">
                <a16:creationId xmlns:a16="http://schemas.microsoft.com/office/drawing/2014/main" id="{D7161293-4E5E-1E6B-FD57-516EC0032CD1}"/>
              </a:ext>
            </a:extLst>
          </p:cNvPr>
          <p:cNvSpPr txBox="1"/>
          <p:nvPr/>
        </p:nvSpPr>
        <p:spPr>
          <a:xfrm>
            <a:off x="212134" y="5933379"/>
            <a:ext cx="7640435" cy="646331"/>
          </a:xfrm>
          <a:prstGeom prst="rect">
            <a:avLst/>
          </a:prstGeom>
          <a:noFill/>
        </p:spPr>
        <p:txBody>
          <a:bodyPr wrap="square" rtlCol="0">
            <a:spAutoFit/>
          </a:bodyPr>
          <a:lstStyle/>
          <a:p>
            <a:pPr algn="ctr"/>
            <a:r>
              <a:rPr lang="en-GB" b="1" noProof="0" dirty="0" err="1">
                <a:solidFill>
                  <a:schemeClr val="bg2">
                    <a:lumMod val="25000"/>
                  </a:schemeClr>
                </a:solidFill>
              </a:rPr>
              <a:t>Centered</a:t>
            </a:r>
            <a:r>
              <a:rPr lang="en-GB" b="1" noProof="0" dirty="0">
                <a:solidFill>
                  <a:schemeClr val="bg2">
                    <a:lumMod val="25000"/>
                  </a:schemeClr>
                </a:solidFill>
              </a:rPr>
              <a:t> Log2 Ratio (CLR) - </a:t>
            </a:r>
            <a:r>
              <a:rPr lang="en-GB" noProof="0" dirty="0">
                <a:solidFill>
                  <a:schemeClr val="bg2">
                    <a:lumMod val="25000"/>
                  </a:schemeClr>
                </a:solidFill>
              </a:rPr>
              <a:t>‘Centres’ the distribution of values around 0, comparing each gene to the overall mean of the sample transcriptome</a:t>
            </a:r>
          </a:p>
        </p:txBody>
      </p:sp>
      <p:sp>
        <p:nvSpPr>
          <p:cNvPr id="3" name="ZoneTexte 2">
            <a:extLst>
              <a:ext uri="{FF2B5EF4-FFF2-40B4-BE49-F238E27FC236}">
                <a16:creationId xmlns:a16="http://schemas.microsoft.com/office/drawing/2014/main" id="{B5CDBD7F-3EB6-B564-9E1B-30AB9F159168}"/>
              </a:ext>
            </a:extLst>
          </p:cNvPr>
          <p:cNvSpPr txBox="1"/>
          <p:nvPr/>
        </p:nvSpPr>
        <p:spPr>
          <a:xfrm>
            <a:off x="1154297" y="4013592"/>
            <a:ext cx="5872605" cy="646331"/>
          </a:xfrm>
          <a:prstGeom prst="rect">
            <a:avLst/>
          </a:prstGeom>
          <a:noFill/>
        </p:spPr>
        <p:txBody>
          <a:bodyPr wrap="square" rtlCol="0">
            <a:spAutoFit/>
          </a:bodyPr>
          <a:lstStyle/>
          <a:p>
            <a:pPr algn="ctr"/>
            <a:r>
              <a:rPr lang="en-GB" b="1" noProof="0" dirty="0">
                <a:solidFill>
                  <a:schemeClr val="bg2">
                    <a:lumMod val="25000"/>
                  </a:schemeClr>
                </a:solidFill>
              </a:rPr>
              <a:t>Variance Stabilizing Transformation (VST) - </a:t>
            </a:r>
            <a:r>
              <a:rPr lang="en-GB" noProof="0" dirty="0">
                <a:solidFill>
                  <a:schemeClr val="bg2">
                    <a:lumMod val="25000"/>
                  </a:schemeClr>
                </a:solidFill>
              </a:rPr>
              <a:t>each gene has roughly constant variance across samples</a:t>
            </a:r>
          </a:p>
        </p:txBody>
      </p:sp>
      <p:cxnSp>
        <p:nvCxnSpPr>
          <p:cNvPr id="2" name="Connecteur droit avec flèche 1">
            <a:extLst>
              <a:ext uri="{FF2B5EF4-FFF2-40B4-BE49-F238E27FC236}">
                <a16:creationId xmlns:a16="http://schemas.microsoft.com/office/drawing/2014/main" id="{6C94FF7C-D713-4A2F-C298-2363024DDDB9}"/>
              </a:ext>
            </a:extLst>
          </p:cNvPr>
          <p:cNvCxnSpPr>
            <a:cxnSpLocks/>
          </p:cNvCxnSpPr>
          <p:nvPr/>
        </p:nvCxnSpPr>
        <p:spPr>
          <a:xfrm>
            <a:off x="4046465" y="5129030"/>
            <a:ext cx="0" cy="26165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cteur droit avec flèche 5">
            <a:extLst>
              <a:ext uri="{FF2B5EF4-FFF2-40B4-BE49-F238E27FC236}">
                <a16:creationId xmlns:a16="http://schemas.microsoft.com/office/drawing/2014/main" id="{16A5F2F2-25A4-51B3-7AC6-736D6FE1E87F}"/>
              </a:ext>
            </a:extLst>
          </p:cNvPr>
          <p:cNvCxnSpPr>
            <a:cxnSpLocks/>
          </p:cNvCxnSpPr>
          <p:nvPr/>
        </p:nvCxnSpPr>
        <p:spPr>
          <a:xfrm>
            <a:off x="4046465" y="5709820"/>
            <a:ext cx="0" cy="26165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16F926EE-E02B-97B4-06F3-F7BDD8261526}"/>
              </a:ext>
            </a:extLst>
          </p:cNvPr>
          <p:cNvCxnSpPr>
            <a:cxnSpLocks/>
          </p:cNvCxnSpPr>
          <p:nvPr/>
        </p:nvCxnSpPr>
        <p:spPr>
          <a:xfrm>
            <a:off x="4046465" y="4594496"/>
            <a:ext cx="0" cy="26165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CB1BC903-3E47-AA81-67F8-6A2614126569}"/>
              </a:ext>
            </a:extLst>
          </p:cNvPr>
          <p:cNvSpPr txBox="1"/>
          <p:nvPr/>
        </p:nvSpPr>
        <p:spPr>
          <a:xfrm>
            <a:off x="1154299" y="4787028"/>
            <a:ext cx="5872605" cy="369332"/>
          </a:xfrm>
          <a:prstGeom prst="rect">
            <a:avLst/>
          </a:prstGeom>
          <a:noFill/>
        </p:spPr>
        <p:txBody>
          <a:bodyPr wrap="square" rtlCol="0">
            <a:spAutoFit/>
          </a:bodyPr>
          <a:lstStyle/>
          <a:p>
            <a:pPr algn="ctr"/>
            <a:r>
              <a:rPr lang="en-GB" b="1" noProof="0" dirty="0">
                <a:solidFill>
                  <a:schemeClr val="bg2">
                    <a:lumMod val="25000"/>
                  </a:schemeClr>
                </a:solidFill>
              </a:rPr>
              <a:t>2^(VST) </a:t>
            </a:r>
            <a:r>
              <a:rPr lang="en-GB" noProof="0" dirty="0">
                <a:solidFill>
                  <a:schemeClr val="bg2">
                    <a:lumMod val="25000"/>
                  </a:schemeClr>
                </a:solidFill>
              </a:rPr>
              <a:t>– because VST function apply a log2</a:t>
            </a:r>
          </a:p>
        </p:txBody>
      </p:sp>
      <p:graphicFrame>
        <p:nvGraphicFramePr>
          <p:cNvPr id="21" name="Tableau 20">
            <a:extLst>
              <a:ext uri="{FF2B5EF4-FFF2-40B4-BE49-F238E27FC236}">
                <a16:creationId xmlns:a16="http://schemas.microsoft.com/office/drawing/2014/main" id="{1E4C2140-FA9D-8C0A-62EF-CC2C3FBBDA28}"/>
              </a:ext>
            </a:extLst>
          </p:cNvPr>
          <p:cNvGraphicFramePr>
            <a:graphicFrameLocks noGrp="1"/>
          </p:cNvGraphicFramePr>
          <p:nvPr>
            <p:extLst>
              <p:ext uri="{D42A27DB-BD31-4B8C-83A1-F6EECF244321}">
                <p14:modId xmlns:p14="http://schemas.microsoft.com/office/powerpoint/2010/main" val="4070272084"/>
              </p:ext>
            </p:extLst>
          </p:nvPr>
        </p:nvGraphicFramePr>
        <p:xfrm>
          <a:off x="395784" y="1364260"/>
          <a:ext cx="11400432" cy="2123440"/>
        </p:xfrm>
        <a:graphic>
          <a:graphicData uri="http://schemas.openxmlformats.org/drawingml/2006/table">
            <a:tbl>
              <a:tblPr firstRow="1" bandRow="1">
                <a:tableStyleId>{5C22544A-7EE6-4342-B048-85BDC9FD1C3A}</a:tableStyleId>
              </a:tblPr>
              <a:tblGrid>
                <a:gridCol w="1900072">
                  <a:extLst>
                    <a:ext uri="{9D8B030D-6E8A-4147-A177-3AD203B41FA5}">
                      <a16:colId xmlns:a16="http://schemas.microsoft.com/office/drawing/2014/main" val="2499718628"/>
                    </a:ext>
                  </a:extLst>
                </a:gridCol>
                <a:gridCol w="1900072">
                  <a:extLst>
                    <a:ext uri="{9D8B030D-6E8A-4147-A177-3AD203B41FA5}">
                      <a16:colId xmlns:a16="http://schemas.microsoft.com/office/drawing/2014/main" val="2605615202"/>
                    </a:ext>
                  </a:extLst>
                </a:gridCol>
                <a:gridCol w="1900072">
                  <a:extLst>
                    <a:ext uri="{9D8B030D-6E8A-4147-A177-3AD203B41FA5}">
                      <a16:colId xmlns:a16="http://schemas.microsoft.com/office/drawing/2014/main" val="624793688"/>
                    </a:ext>
                  </a:extLst>
                </a:gridCol>
                <a:gridCol w="1900072">
                  <a:extLst>
                    <a:ext uri="{9D8B030D-6E8A-4147-A177-3AD203B41FA5}">
                      <a16:colId xmlns:a16="http://schemas.microsoft.com/office/drawing/2014/main" val="3449220282"/>
                    </a:ext>
                  </a:extLst>
                </a:gridCol>
                <a:gridCol w="1900072">
                  <a:extLst>
                    <a:ext uri="{9D8B030D-6E8A-4147-A177-3AD203B41FA5}">
                      <a16:colId xmlns:a16="http://schemas.microsoft.com/office/drawing/2014/main" val="4240036390"/>
                    </a:ext>
                  </a:extLst>
                </a:gridCol>
                <a:gridCol w="1900072">
                  <a:extLst>
                    <a:ext uri="{9D8B030D-6E8A-4147-A177-3AD203B41FA5}">
                      <a16:colId xmlns:a16="http://schemas.microsoft.com/office/drawing/2014/main" val="3472118443"/>
                    </a:ext>
                  </a:extLst>
                </a:gridCol>
              </a:tblGrid>
              <a:tr h="370840">
                <a:tc>
                  <a:txBody>
                    <a:bodyPr/>
                    <a:lstStyle/>
                    <a:p>
                      <a:endParaRPr lang="en-GB" b="1" noProof="0" dirty="0">
                        <a:solidFill>
                          <a:schemeClr val="bg1"/>
                        </a:solidFill>
                      </a:endParaRPr>
                    </a:p>
                  </a:txBody>
                  <a:tcPr>
                    <a:solidFill>
                      <a:srgbClr val="FF0000"/>
                    </a:solidFill>
                  </a:tcPr>
                </a:tc>
                <a:tc>
                  <a:txBody>
                    <a:bodyPr/>
                    <a:lstStyle/>
                    <a:p>
                      <a:r>
                        <a:rPr lang="en-GB" noProof="0" dirty="0"/>
                        <a:t>Sample 1</a:t>
                      </a:r>
                    </a:p>
                    <a:p>
                      <a:r>
                        <a:rPr lang="en-GB" noProof="0" dirty="0"/>
                        <a:t>Condition1 rep 1</a:t>
                      </a:r>
                    </a:p>
                  </a:txBody>
                  <a:tcPr>
                    <a:solidFill>
                      <a:srgbClr val="FF0000"/>
                    </a:solidFill>
                  </a:tcPr>
                </a:tc>
                <a:tc>
                  <a:txBody>
                    <a:bodyPr/>
                    <a:lstStyle/>
                    <a:p>
                      <a:r>
                        <a:rPr lang="en-GB" noProof="0" dirty="0"/>
                        <a:t>Sample 2</a:t>
                      </a:r>
                    </a:p>
                    <a:p>
                      <a:r>
                        <a:rPr lang="en-GB" noProof="0" dirty="0"/>
                        <a:t>Condition1 rep 2</a:t>
                      </a:r>
                    </a:p>
                  </a:txBody>
                  <a:tcPr>
                    <a:solidFill>
                      <a:srgbClr val="FF0000"/>
                    </a:solidFill>
                  </a:tcPr>
                </a:tc>
                <a:tc>
                  <a:txBody>
                    <a:bodyPr/>
                    <a:lstStyle/>
                    <a:p>
                      <a:r>
                        <a:rPr lang="en-GB" noProof="0" dirty="0"/>
                        <a:t>Sample 3</a:t>
                      </a:r>
                    </a:p>
                    <a:p>
                      <a:r>
                        <a:rPr lang="en-GB" noProof="0" dirty="0"/>
                        <a:t>Condition2 rep 1</a:t>
                      </a:r>
                    </a:p>
                  </a:txBody>
                  <a:tcPr>
                    <a:solidFill>
                      <a:srgbClr val="FF0000"/>
                    </a:solidFill>
                  </a:tcPr>
                </a:tc>
                <a:tc>
                  <a:txBody>
                    <a:bodyPr/>
                    <a:lstStyle/>
                    <a:p>
                      <a:r>
                        <a:rPr lang="en-GB" noProof="0" dirty="0"/>
                        <a:t>Sample 4</a:t>
                      </a:r>
                    </a:p>
                    <a:p>
                      <a:r>
                        <a:rPr lang="en-GB" noProof="0" dirty="0"/>
                        <a:t>Condition2 rep2</a:t>
                      </a:r>
                    </a:p>
                  </a:txBody>
                  <a:tcPr>
                    <a:solidFill>
                      <a:srgbClr val="FF0000"/>
                    </a:solidFill>
                  </a:tcPr>
                </a:tc>
                <a:tc>
                  <a:txBody>
                    <a:bodyPr/>
                    <a:lstStyle/>
                    <a:p>
                      <a:r>
                        <a:rPr lang="en-GB" noProof="0" dirty="0"/>
                        <a:t>…</a:t>
                      </a:r>
                    </a:p>
                  </a:txBody>
                  <a:tcPr>
                    <a:solidFill>
                      <a:srgbClr val="FF0000"/>
                    </a:solidFill>
                  </a:tcPr>
                </a:tc>
                <a:extLst>
                  <a:ext uri="{0D108BD9-81ED-4DB2-BD59-A6C34878D82A}">
                    <a16:rowId xmlns:a16="http://schemas.microsoft.com/office/drawing/2014/main" val="2715195804"/>
                  </a:ext>
                </a:extLst>
              </a:tr>
              <a:tr h="370840">
                <a:tc>
                  <a:txBody>
                    <a:bodyPr/>
                    <a:lstStyle/>
                    <a:p>
                      <a:r>
                        <a:rPr lang="en-GB" b="1" noProof="0" dirty="0">
                          <a:solidFill>
                            <a:schemeClr val="bg1"/>
                          </a:solidFill>
                        </a:rPr>
                        <a:t>Gene 1</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1201326126"/>
                  </a:ext>
                </a:extLst>
              </a:tr>
              <a:tr h="370840">
                <a:tc>
                  <a:txBody>
                    <a:bodyPr/>
                    <a:lstStyle/>
                    <a:p>
                      <a:r>
                        <a:rPr lang="en-GB" b="1" noProof="0" dirty="0">
                          <a:solidFill>
                            <a:schemeClr val="bg1"/>
                          </a:solidFill>
                        </a:rPr>
                        <a:t>Gene 2</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123359268"/>
                  </a:ext>
                </a:extLst>
              </a:tr>
              <a:tr h="370840">
                <a:tc>
                  <a:txBody>
                    <a:bodyPr/>
                    <a:lstStyle/>
                    <a:p>
                      <a:r>
                        <a:rPr lang="en-GB" b="1" noProof="0" dirty="0">
                          <a:solidFill>
                            <a:schemeClr val="bg1"/>
                          </a:solidFill>
                        </a:rPr>
                        <a:t>Gene 3</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1872581909"/>
                  </a:ext>
                </a:extLst>
              </a:tr>
              <a:tr h="370840">
                <a:tc>
                  <a:txBody>
                    <a:bodyPr/>
                    <a:lstStyle/>
                    <a:p>
                      <a:r>
                        <a:rPr lang="en-GB" b="1" noProof="0" dirty="0">
                          <a:solidFill>
                            <a:schemeClr val="bg1"/>
                          </a:solidFill>
                        </a:rPr>
                        <a:t>Gene 4</a:t>
                      </a: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tc>
                  <a:txBody>
                    <a:bodyPr/>
                    <a:lstStyle/>
                    <a:p>
                      <a:endParaRPr lang="en-GB" b="1" noProof="0" dirty="0">
                        <a:solidFill>
                          <a:schemeClr val="bg2">
                            <a:lumMod val="25000"/>
                          </a:schemeClr>
                        </a:solidFill>
                      </a:endParaRPr>
                    </a:p>
                  </a:txBody>
                  <a:tcPr>
                    <a:solidFill>
                      <a:srgbClr val="FF4343"/>
                    </a:solidFill>
                  </a:tcPr>
                </a:tc>
                <a:extLst>
                  <a:ext uri="{0D108BD9-81ED-4DB2-BD59-A6C34878D82A}">
                    <a16:rowId xmlns:a16="http://schemas.microsoft.com/office/drawing/2014/main" val="399731912"/>
                  </a:ext>
                </a:extLst>
              </a:tr>
            </a:tbl>
          </a:graphicData>
        </a:graphic>
      </p:graphicFrame>
      <p:cxnSp>
        <p:nvCxnSpPr>
          <p:cNvPr id="7" name="Connecteur droit avec flèche 6">
            <a:extLst>
              <a:ext uri="{FF2B5EF4-FFF2-40B4-BE49-F238E27FC236}">
                <a16:creationId xmlns:a16="http://schemas.microsoft.com/office/drawing/2014/main" id="{AC10F974-5AD5-6716-E7F3-9622E7CAA5B3}"/>
              </a:ext>
            </a:extLst>
          </p:cNvPr>
          <p:cNvCxnSpPr>
            <a:cxnSpLocks/>
          </p:cNvCxnSpPr>
          <p:nvPr/>
        </p:nvCxnSpPr>
        <p:spPr>
          <a:xfrm>
            <a:off x="4087398" y="3745077"/>
            <a:ext cx="0" cy="261659"/>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8232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10855-C108-8089-7563-8B7B3969FADA}"/>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A141E637-374C-D439-7466-2CF5BF8D38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6" name="ZoneTexte 15">
            <a:extLst>
              <a:ext uri="{FF2B5EF4-FFF2-40B4-BE49-F238E27FC236}">
                <a16:creationId xmlns:a16="http://schemas.microsoft.com/office/drawing/2014/main" id="{511BED76-2A71-AC97-3375-F05C1708C537}"/>
              </a:ext>
            </a:extLst>
          </p:cNvPr>
          <p:cNvSpPr txBox="1"/>
          <p:nvPr/>
        </p:nvSpPr>
        <p:spPr>
          <a:xfrm>
            <a:off x="3578601" y="2440852"/>
            <a:ext cx="6093500" cy="369332"/>
          </a:xfrm>
          <a:prstGeom prst="rect">
            <a:avLst/>
          </a:prstGeom>
          <a:noFill/>
        </p:spPr>
        <p:txBody>
          <a:bodyPr wrap="square">
            <a:spAutoFit/>
          </a:bodyPr>
          <a:lstStyle/>
          <a:p>
            <a:pPr marL="285750" indent="-285750">
              <a:buClr>
                <a:srgbClr val="FF0000"/>
              </a:buClr>
              <a:buFont typeface="Wingdings" panose="05000000000000000000" pitchFamily="2" charset="2"/>
              <a:buChar char="§"/>
            </a:pPr>
            <a:r>
              <a:rPr lang="en-GB" b="1" noProof="0" dirty="0">
                <a:solidFill>
                  <a:schemeClr val="bg2">
                    <a:lumMod val="25000"/>
                  </a:schemeClr>
                </a:solidFill>
              </a:rPr>
              <a:t>CLR ranked</a:t>
            </a:r>
          </a:p>
        </p:txBody>
      </p:sp>
      <p:pic>
        <p:nvPicPr>
          <p:cNvPr id="3" name="Image 2" descr="Une image contenant texte, capture d’écran, ligne, Tracé&#10;&#10;Le contenu généré par l’IA peut être incorrect.">
            <a:extLst>
              <a:ext uri="{FF2B5EF4-FFF2-40B4-BE49-F238E27FC236}">
                <a16:creationId xmlns:a16="http://schemas.microsoft.com/office/drawing/2014/main" id="{A4F092AA-D71A-7605-E2FB-F98CB461639A}"/>
              </a:ext>
            </a:extLst>
          </p:cNvPr>
          <p:cNvPicPr>
            <a:picLocks noChangeAspect="1"/>
          </p:cNvPicPr>
          <p:nvPr/>
        </p:nvPicPr>
        <p:blipFill>
          <a:blip r:embed="rId3"/>
          <a:stretch>
            <a:fillRect/>
          </a:stretch>
        </p:blipFill>
        <p:spPr>
          <a:xfrm>
            <a:off x="1598478" y="2905537"/>
            <a:ext cx="3893159" cy="2833189"/>
          </a:xfrm>
          <a:prstGeom prst="rect">
            <a:avLst/>
          </a:prstGeom>
        </p:spPr>
      </p:pic>
      <p:pic>
        <p:nvPicPr>
          <p:cNvPr id="7" name="Image 6">
            <a:extLst>
              <a:ext uri="{FF2B5EF4-FFF2-40B4-BE49-F238E27FC236}">
                <a16:creationId xmlns:a16="http://schemas.microsoft.com/office/drawing/2014/main" id="{8BAF7BB5-9D6C-AC53-A805-98533413F4B7}"/>
              </a:ext>
            </a:extLst>
          </p:cNvPr>
          <p:cNvPicPr>
            <a:picLocks noChangeAspect="1"/>
          </p:cNvPicPr>
          <p:nvPr/>
        </p:nvPicPr>
        <p:blipFill>
          <a:blip r:embed="rId4"/>
          <a:stretch>
            <a:fillRect/>
          </a:stretch>
        </p:blipFill>
        <p:spPr>
          <a:xfrm>
            <a:off x="5900134" y="2967099"/>
            <a:ext cx="3847171" cy="2833188"/>
          </a:xfrm>
          <a:prstGeom prst="rect">
            <a:avLst/>
          </a:prstGeom>
        </p:spPr>
      </p:pic>
      <p:sp>
        <p:nvSpPr>
          <p:cNvPr id="2" name="Rectangle 1">
            <a:extLst>
              <a:ext uri="{FF2B5EF4-FFF2-40B4-BE49-F238E27FC236}">
                <a16:creationId xmlns:a16="http://schemas.microsoft.com/office/drawing/2014/main" id="{C421AA83-9981-54A5-D219-8384E042F5EF}"/>
              </a:ext>
            </a:extLst>
          </p:cNvPr>
          <p:cNvSpPr>
            <a:spLocks noChangeArrowheads="1"/>
          </p:cNvSpPr>
          <p:nvPr/>
        </p:nvSpPr>
        <p:spPr bwMode="auto">
          <a:xfrm>
            <a:off x="1905462" y="541745"/>
            <a:ext cx="73734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5400" b="1" i="0" u="none" strike="noStrike" cap="none" normalizeH="0" baseline="0" noProof="0" dirty="0">
                <a:ln>
                  <a:noFill/>
                </a:ln>
                <a:solidFill>
                  <a:srgbClr val="000000"/>
                </a:solidFill>
                <a:effectLst/>
                <a:latin typeface="Oswald" panose="020F0502020204030204" pitchFamily="2" charset="0"/>
              </a:rPr>
              <a:t>Quality control</a:t>
            </a:r>
            <a:endParaRPr kumimoji="0" lang="en-GB" sz="2400" b="0" i="0" u="none" strike="noStrike" cap="none" normalizeH="0" baseline="0" noProof="0" dirty="0">
              <a:ln>
                <a:noFill/>
              </a:ln>
              <a:solidFill>
                <a:schemeClr val="tx1"/>
              </a:solidFill>
              <a:effectLst/>
              <a:latin typeface="Arial" panose="020B0604020202020204" pitchFamily="34" charset="0"/>
            </a:endParaRPr>
          </a:p>
        </p:txBody>
      </p:sp>
      <p:sp>
        <p:nvSpPr>
          <p:cNvPr id="11" name="Ellipse 10">
            <a:extLst>
              <a:ext uri="{FF2B5EF4-FFF2-40B4-BE49-F238E27FC236}">
                <a16:creationId xmlns:a16="http://schemas.microsoft.com/office/drawing/2014/main" id="{38AFD449-A6D5-A21C-C7EC-65ADAE480074}"/>
              </a:ext>
            </a:extLst>
          </p:cNvPr>
          <p:cNvSpPr/>
          <p:nvPr/>
        </p:nvSpPr>
        <p:spPr>
          <a:xfrm>
            <a:off x="1879284" y="2803042"/>
            <a:ext cx="381000" cy="344024"/>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ZoneTexte 11">
            <a:extLst>
              <a:ext uri="{FF2B5EF4-FFF2-40B4-BE49-F238E27FC236}">
                <a16:creationId xmlns:a16="http://schemas.microsoft.com/office/drawing/2014/main" id="{3EE42F73-EED9-B54E-716F-D54381CD3F64}"/>
              </a:ext>
            </a:extLst>
          </p:cNvPr>
          <p:cNvSpPr txBox="1"/>
          <p:nvPr/>
        </p:nvSpPr>
        <p:spPr>
          <a:xfrm>
            <a:off x="2155552" y="2070710"/>
            <a:ext cx="1364105" cy="646331"/>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Time 0 after infection</a:t>
            </a:r>
          </a:p>
        </p:txBody>
      </p:sp>
      <p:cxnSp>
        <p:nvCxnSpPr>
          <p:cNvPr id="13" name="Connecteur : en arc 12">
            <a:extLst>
              <a:ext uri="{FF2B5EF4-FFF2-40B4-BE49-F238E27FC236}">
                <a16:creationId xmlns:a16="http://schemas.microsoft.com/office/drawing/2014/main" id="{46EA173F-9F45-D8A1-C127-4AAD6CBAF88A}"/>
              </a:ext>
            </a:extLst>
          </p:cNvPr>
          <p:cNvCxnSpPr>
            <a:cxnSpLocks/>
          </p:cNvCxnSpPr>
          <p:nvPr/>
        </p:nvCxnSpPr>
        <p:spPr>
          <a:xfrm rot="5400000">
            <a:off x="1970572" y="2443824"/>
            <a:ext cx="433638" cy="145786"/>
          </a:xfrm>
          <a:prstGeom prst="curvedConnector3">
            <a:avLst>
              <a:gd name="adj1" fmla="val -26146"/>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2" name="Ellipse 21">
            <a:extLst>
              <a:ext uri="{FF2B5EF4-FFF2-40B4-BE49-F238E27FC236}">
                <a16:creationId xmlns:a16="http://schemas.microsoft.com/office/drawing/2014/main" id="{CC702E6F-CA62-8F1B-C17D-619EBFFC0642}"/>
              </a:ext>
            </a:extLst>
          </p:cNvPr>
          <p:cNvSpPr/>
          <p:nvPr/>
        </p:nvSpPr>
        <p:spPr>
          <a:xfrm>
            <a:off x="6234872" y="2906498"/>
            <a:ext cx="381000" cy="344024"/>
          </a:xfrm>
          <a:prstGeom prst="ellipse">
            <a:avLst/>
          </a:prstGeom>
          <a:no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ZoneTexte 22">
            <a:extLst>
              <a:ext uri="{FF2B5EF4-FFF2-40B4-BE49-F238E27FC236}">
                <a16:creationId xmlns:a16="http://schemas.microsoft.com/office/drawing/2014/main" id="{5910A737-D931-925C-4B7D-11D79DD8E401}"/>
              </a:ext>
            </a:extLst>
          </p:cNvPr>
          <p:cNvSpPr txBox="1"/>
          <p:nvPr/>
        </p:nvSpPr>
        <p:spPr>
          <a:xfrm>
            <a:off x="6549361" y="2169767"/>
            <a:ext cx="1364105" cy="646331"/>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Time 20 after infection</a:t>
            </a:r>
          </a:p>
        </p:txBody>
      </p:sp>
      <p:cxnSp>
        <p:nvCxnSpPr>
          <p:cNvPr id="24" name="Connecteur : en arc 23">
            <a:extLst>
              <a:ext uri="{FF2B5EF4-FFF2-40B4-BE49-F238E27FC236}">
                <a16:creationId xmlns:a16="http://schemas.microsoft.com/office/drawing/2014/main" id="{C7C6DE87-947B-C3E0-46E9-9FBB8E8D4DC8}"/>
              </a:ext>
            </a:extLst>
          </p:cNvPr>
          <p:cNvCxnSpPr>
            <a:cxnSpLocks/>
          </p:cNvCxnSpPr>
          <p:nvPr/>
        </p:nvCxnSpPr>
        <p:spPr>
          <a:xfrm rot="5400000">
            <a:off x="6326160" y="2547280"/>
            <a:ext cx="433638" cy="145786"/>
          </a:xfrm>
          <a:prstGeom prst="curvedConnector3">
            <a:avLst>
              <a:gd name="adj1" fmla="val -26146"/>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5" name="Ellipse 24">
            <a:extLst>
              <a:ext uri="{FF2B5EF4-FFF2-40B4-BE49-F238E27FC236}">
                <a16:creationId xmlns:a16="http://schemas.microsoft.com/office/drawing/2014/main" id="{D9867358-14FD-5F41-71EF-1E943F074605}"/>
              </a:ext>
            </a:extLst>
          </p:cNvPr>
          <p:cNvSpPr/>
          <p:nvPr/>
        </p:nvSpPr>
        <p:spPr>
          <a:xfrm rot="1115779">
            <a:off x="4977139" y="3256704"/>
            <a:ext cx="336711" cy="93118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Ellipse 25">
            <a:extLst>
              <a:ext uri="{FF2B5EF4-FFF2-40B4-BE49-F238E27FC236}">
                <a16:creationId xmlns:a16="http://schemas.microsoft.com/office/drawing/2014/main" id="{840601B5-6A0A-6449-54F1-1C4922DEF9F1}"/>
              </a:ext>
            </a:extLst>
          </p:cNvPr>
          <p:cNvSpPr/>
          <p:nvPr/>
        </p:nvSpPr>
        <p:spPr>
          <a:xfrm rot="2439655">
            <a:off x="8888555" y="3963878"/>
            <a:ext cx="454478" cy="83802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Ellipse 27">
            <a:extLst>
              <a:ext uri="{FF2B5EF4-FFF2-40B4-BE49-F238E27FC236}">
                <a16:creationId xmlns:a16="http://schemas.microsoft.com/office/drawing/2014/main" id="{D3D5695D-8753-1C82-5FD0-7A3532842E22}"/>
              </a:ext>
            </a:extLst>
          </p:cNvPr>
          <p:cNvSpPr/>
          <p:nvPr/>
        </p:nvSpPr>
        <p:spPr>
          <a:xfrm rot="4177446">
            <a:off x="2438764" y="4136741"/>
            <a:ext cx="327939" cy="1149245"/>
          </a:xfrm>
          <a:prstGeom prst="ellipse">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Ellipse 28">
            <a:extLst>
              <a:ext uri="{FF2B5EF4-FFF2-40B4-BE49-F238E27FC236}">
                <a16:creationId xmlns:a16="http://schemas.microsoft.com/office/drawing/2014/main" id="{9A962588-C86A-CFEF-F43C-328FF476EF00}"/>
              </a:ext>
            </a:extLst>
          </p:cNvPr>
          <p:cNvSpPr/>
          <p:nvPr/>
        </p:nvSpPr>
        <p:spPr>
          <a:xfrm rot="5983642">
            <a:off x="9034802" y="3546990"/>
            <a:ext cx="913643" cy="308977"/>
          </a:xfrm>
          <a:prstGeom prst="ellipse">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ZoneTexte 29">
            <a:extLst>
              <a:ext uri="{FF2B5EF4-FFF2-40B4-BE49-F238E27FC236}">
                <a16:creationId xmlns:a16="http://schemas.microsoft.com/office/drawing/2014/main" id="{559AC0FA-7BAE-12D2-47A4-7C6BF1F96A42}"/>
              </a:ext>
            </a:extLst>
          </p:cNvPr>
          <p:cNvSpPr txBox="1"/>
          <p:nvPr/>
        </p:nvSpPr>
        <p:spPr>
          <a:xfrm>
            <a:off x="3533177" y="2967099"/>
            <a:ext cx="1364105" cy="646331"/>
          </a:xfrm>
          <a:prstGeom prst="rect">
            <a:avLst/>
          </a:prstGeom>
          <a:noFill/>
        </p:spPr>
        <p:txBody>
          <a:bodyPr wrap="square" rtlCol="0">
            <a:spAutoFit/>
          </a:bodyPr>
          <a:lstStyle/>
          <a:p>
            <a:pPr algn="ctr"/>
            <a:r>
              <a:rPr lang="en-GB" noProof="0" dirty="0">
                <a:solidFill>
                  <a:srgbClr val="FF0000"/>
                </a:solidFill>
                <a:latin typeface="Oswald" panose="00000500000000000000" pitchFamily="2" charset="0"/>
              </a:rPr>
              <a:t>Ribosomal genes</a:t>
            </a:r>
          </a:p>
        </p:txBody>
      </p:sp>
      <p:cxnSp>
        <p:nvCxnSpPr>
          <p:cNvPr id="32" name="Connecteur : en arc 31">
            <a:extLst>
              <a:ext uri="{FF2B5EF4-FFF2-40B4-BE49-F238E27FC236}">
                <a16:creationId xmlns:a16="http://schemas.microsoft.com/office/drawing/2014/main" id="{E5392E1B-AEEB-B911-7913-3FC5792DD891}"/>
              </a:ext>
            </a:extLst>
          </p:cNvPr>
          <p:cNvCxnSpPr>
            <a:cxnSpLocks/>
          </p:cNvCxnSpPr>
          <p:nvPr/>
        </p:nvCxnSpPr>
        <p:spPr>
          <a:xfrm rot="16200000" flipH="1">
            <a:off x="4642478" y="3197935"/>
            <a:ext cx="387253" cy="277169"/>
          </a:xfrm>
          <a:prstGeom prst="curvedConnector3">
            <a:avLst>
              <a:gd name="adj1" fmla="val -1231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6" name="ZoneTexte 45">
            <a:extLst>
              <a:ext uri="{FF2B5EF4-FFF2-40B4-BE49-F238E27FC236}">
                <a16:creationId xmlns:a16="http://schemas.microsoft.com/office/drawing/2014/main" id="{A3B37892-7705-7936-C066-862B5E4357EF}"/>
              </a:ext>
            </a:extLst>
          </p:cNvPr>
          <p:cNvSpPr txBox="1"/>
          <p:nvPr/>
        </p:nvSpPr>
        <p:spPr>
          <a:xfrm>
            <a:off x="3167951" y="4607308"/>
            <a:ext cx="1364105" cy="369332"/>
          </a:xfrm>
          <a:prstGeom prst="rect">
            <a:avLst/>
          </a:prstGeom>
          <a:noFill/>
        </p:spPr>
        <p:txBody>
          <a:bodyPr wrap="square" rtlCol="0">
            <a:spAutoFit/>
          </a:bodyPr>
          <a:lstStyle/>
          <a:p>
            <a:pPr algn="ctr"/>
            <a:r>
              <a:rPr lang="en-GB" noProof="0" dirty="0">
                <a:solidFill>
                  <a:srgbClr val="002060"/>
                </a:solidFill>
                <a:latin typeface="Oswald" panose="00000500000000000000" pitchFamily="2" charset="0"/>
              </a:rPr>
              <a:t>Phage genes</a:t>
            </a:r>
          </a:p>
        </p:txBody>
      </p:sp>
      <p:cxnSp>
        <p:nvCxnSpPr>
          <p:cNvPr id="47" name="Connecteur : en arc 46">
            <a:extLst>
              <a:ext uri="{FF2B5EF4-FFF2-40B4-BE49-F238E27FC236}">
                <a16:creationId xmlns:a16="http://schemas.microsoft.com/office/drawing/2014/main" id="{514E2934-E29D-3ECA-EB56-7A921AFF0D57}"/>
              </a:ext>
            </a:extLst>
          </p:cNvPr>
          <p:cNvCxnSpPr>
            <a:cxnSpLocks/>
          </p:cNvCxnSpPr>
          <p:nvPr/>
        </p:nvCxnSpPr>
        <p:spPr>
          <a:xfrm rot="10800000">
            <a:off x="3158854" y="4483943"/>
            <a:ext cx="548342" cy="149373"/>
          </a:xfrm>
          <a:prstGeom prst="curvedConnector3">
            <a:avLst>
              <a:gd name="adj1" fmla="val -26430"/>
            </a:avLst>
          </a:prstGeom>
          <a:ln w="38100">
            <a:solidFill>
              <a:srgbClr val="00206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2619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02F33-F8F5-52C9-AA97-7C2009D0DDEA}"/>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1453F6BD-FCA3-21BC-6F85-61925E797A93}"/>
              </a:ext>
            </a:extLst>
          </p:cNvPr>
          <p:cNvSpPr>
            <a:spLocks noChangeArrowheads="1"/>
          </p:cNvSpPr>
          <p:nvPr/>
        </p:nvSpPr>
        <p:spPr bwMode="auto">
          <a:xfrm>
            <a:off x="670417" y="1302488"/>
            <a:ext cx="1085116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GB" sz="4800" b="1" dirty="0">
                <a:latin typeface="Oswald" panose="00000500000000000000" pitchFamily="2" charset="0"/>
              </a:rPr>
              <a:t>How are bacterial </a:t>
            </a:r>
            <a:r>
              <a:rPr lang="en-GB" sz="4800" b="1" dirty="0" err="1">
                <a:latin typeface="Oswald" panose="00000500000000000000" pitchFamily="2" charset="0"/>
              </a:rPr>
              <a:t>defense</a:t>
            </a:r>
            <a:r>
              <a:rPr lang="en-GB" sz="4800" b="1" dirty="0">
                <a:latin typeface="Oswald" panose="00000500000000000000" pitchFamily="2" charset="0"/>
              </a:rPr>
              <a:t> systems expressed relative to bacterial growth and phage infection? </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GB" sz="48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67A88370-899D-B954-816D-2A20BB67D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descr="Une image contenant dessin, croquis, dessin humoristique, conception&#10;&#10;Le contenu généré par l’IA peut être incorrect.">
            <a:extLst>
              <a:ext uri="{FF2B5EF4-FFF2-40B4-BE49-F238E27FC236}">
                <a16:creationId xmlns:a16="http://schemas.microsoft.com/office/drawing/2014/main" id="{29EF8070-E014-A6B4-2ABA-9F12E21A1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1344" y="4508389"/>
            <a:ext cx="1869223" cy="1918630"/>
          </a:xfrm>
          <a:prstGeom prst="rect">
            <a:avLst/>
          </a:prstGeom>
        </p:spPr>
      </p:pic>
    </p:spTree>
    <p:extLst>
      <p:ext uri="{BB962C8B-B14F-4D97-AF65-F5344CB8AC3E}">
        <p14:creationId xmlns:p14="http://schemas.microsoft.com/office/powerpoint/2010/main" val="374751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7967D-B788-AE8C-0D93-C45B29C43551}"/>
            </a:ext>
          </a:extLst>
        </p:cNvPr>
        <p:cNvGrpSpPr/>
        <p:nvPr/>
      </p:nvGrpSpPr>
      <p:grpSpPr>
        <a:xfrm>
          <a:off x="0" y="0"/>
          <a:ext cx="0" cy="0"/>
          <a:chOff x="0" y="0"/>
          <a:chExt cx="0" cy="0"/>
        </a:xfrm>
      </p:grpSpPr>
      <p:pic>
        <p:nvPicPr>
          <p:cNvPr id="3" name="Image 2" descr="Une image contenant texte, diagramme, ligne, Parallèle&#10;&#10;Le contenu généré par l’IA peut être incorrect.">
            <a:extLst>
              <a:ext uri="{FF2B5EF4-FFF2-40B4-BE49-F238E27FC236}">
                <a16:creationId xmlns:a16="http://schemas.microsoft.com/office/drawing/2014/main" id="{50779F2B-A8E0-B777-63F4-AD7375609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76" y="1531665"/>
            <a:ext cx="11030448" cy="4825821"/>
          </a:xfrm>
          <a:prstGeom prst="rect">
            <a:avLst/>
          </a:prstGeom>
        </p:spPr>
      </p:pic>
      <p:sp>
        <p:nvSpPr>
          <p:cNvPr id="4" name="Rectangle 1">
            <a:extLst>
              <a:ext uri="{FF2B5EF4-FFF2-40B4-BE49-F238E27FC236}">
                <a16:creationId xmlns:a16="http://schemas.microsoft.com/office/drawing/2014/main" id="{956E818F-3689-1A80-A744-925C993A7AA5}"/>
              </a:ext>
            </a:extLst>
          </p:cNvPr>
          <p:cNvSpPr>
            <a:spLocks noChangeArrowheads="1"/>
          </p:cNvSpPr>
          <p:nvPr/>
        </p:nvSpPr>
        <p:spPr bwMode="auto">
          <a:xfrm>
            <a:off x="670417" y="887069"/>
            <a:ext cx="108511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noProof="0" dirty="0">
                <a:ln>
                  <a:noFill/>
                </a:ln>
                <a:solidFill>
                  <a:srgbClr val="000000"/>
                </a:solidFill>
                <a:effectLst/>
                <a:latin typeface="Oswald" panose="020F0502020204030204" pitchFamily="2" charset="0"/>
              </a:rPr>
              <a:t>How are the </a:t>
            </a:r>
            <a:r>
              <a:rPr kumimoji="0" lang="en-GB" sz="2000" b="1" i="0" u="none" strike="noStrike" cap="none" normalizeH="0" baseline="0" noProof="0" dirty="0" err="1">
                <a:ln>
                  <a:noFill/>
                </a:ln>
                <a:solidFill>
                  <a:srgbClr val="000000"/>
                </a:solidFill>
                <a:effectLst/>
                <a:latin typeface="Oswald" panose="020F0502020204030204" pitchFamily="2" charset="0"/>
              </a:rPr>
              <a:t>defense</a:t>
            </a:r>
            <a:r>
              <a:rPr kumimoji="0" lang="en-GB" sz="2000" b="1" i="0" u="none" strike="noStrike" cap="none" normalizeH="0" baseline="0" noProof="0" dirty="0">
                <a:ln>
                  <a:noFill/>
                </a:ln>
                <a:solidFill>
                  <a:srgbClr val="000000"/>
                </a:solidFill>
                <a:effectLst/>
                <a:latin typeface="Oswald" panose="020F0502020204030204" pitchFamily="2" charset="0"/>
              </a:rPr>
              <a:t> system genes more expressed in infected strains compared to control strains ?</a:t>
            </a:r>
            <a:endParaRPr kumimoji="0" lang="en-GB" sz="20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98897488-E70C-3A52-59AD-CFAA52739B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necteur droit avec flèche 8">
            <a:extLst>
              <a:ext uri="{FF2B5EF4-FFF2-40B4-BE49-F238E27FC236}">
                <a16:creationId xmlns:a16="http://schemas.microsoft.com/office/drawing/2014/main" id="{342F781D-7FDA-4030-1623-1ED43EE3E788}"/>
              </a:ext>
            </a:extLst>
          </p:cNvPr>
          <p:cNvCxnSpPr>
            <a:cxnSpLocks/>
          </p:cNvCxnSpPr>
          <p:nvPr/>
        </p:nvCxnSpPr>
        <p:spPr>
          <a:xfrm>
            <a:off x="2614815" y="1985067"/>
            <a:ext cx="1556591" cy="0"/>
          </a:xfrm>
          <a:prstGeom prst="straightConnector1">
            <a:avLst/>
          </a:prstGeom>
          <a:ln w="38100">
            <a:solidFill>
              <a:schemeClr val="accent3">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CF2E0074-C54C-DF46-E268-9C6964290987}"/>
              </a:ext>
            </a:extLst>
          </p:cNvPr>
          <p:cNvCxnSpPr>
            <a:cxnSpLocks/>
          </p:cNvCxnSpPr>
          <p:nvPr/>
        </p:nvCxnSpPr>
        <p:spPr>
          <a:xfrm>
            <a:off x="1062446" y="1985067"/>
            <a:ext cx="1505001" cy="0"/>
          </a:xfrm>
          <a:prstGeom prst="straightConnector1">
            <a:avLst/>
          </a:prstGeom>
          <a:ln w="38100">
            <a:solidFill>
              <a:schemeClr val="accent3">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FC2563CE-779D-20DE-42CC-E7710D53207C}"/>
              </a:ext>
            </a:extLst>
          </p:cNvPr>
          <p:cNvSpPr txBox="1"/>
          <p:nvPr/>
        </p:nvSpPr>
        <p:spPr>
          <a:xfrm>
            <a:off x="2786605" y="1652288"/>
            <a:ext cx="1134535" cy="338554"/>
          </a:xfrm>
          <a:prstGeom prst="rect">
            <a:avLst/>
          </a:prstGeom>
          <a:noFill/>
        </p:spPr>
        <p:txBody>
          <a:bodyPr wrap="square" rtlCol="0">
            <a:spAutoFit/>
          </a:bodyPr>
          <a:lstStyle/>
          <a:p>
            <a:r>
              <a:rPr lang="en-GB" sz="1600" b="1" noProof="0" dirty="0">
                <a:solidFill>
                  <a:schemeClr val="accent3">
                    <a:lumMod val="75000"/>
                  </a:schemeClr>
                </a:solidFill>
              </a:rPr>
              <a:t>+ infected</a:t>
            </a:r>
          </a:p>
        </p:txBody>
      </p:sp>
      <p:sp>
        <p:nvSpPr>
          <p:cNvPr id="13" name="ZoneTexte 12">
            <a:extLst>
              <a:ext uri="{FF2B5EF4-FFF2-40B4-BE49-F238E27FC236}">
                <a16:creationId xmlns:a16="http://schemas.microsoft.com/office/drawing/2014/main" id="{85B57DEE-5C6A-2337-D73F-4A28D965421E}"/>
              </a:ext>
            </a:extLst>
          </p:cNvPr>
          <p:cNvSpPr txBox="1"/>
          <p:nvPr/>
        </p:nvSpPr>
        <p:spPr>
          <a:xfrm>
            <a:off x="1267321" y="1653098"/>
            <a:ext cx="1095250" cy="338554"/>
          </a:xfrm>
          <a:prstGeom prst="rect">
            <a:avLst/>
          </a:prstGeom>
          <a:noFill/>
        </p:spPr>
        <p:txBody>
          <a:bodyPr wrap="square" rtlCol="0">
            <a:spAutoFit/>
          </a:bodyPr>
          <a:lstStyle/>
          <a:p>
            <a:r>
              <a:rPr lang="en-GB" sz="1600" b="1" noProof="0" dirty="0">
                <a:solidFill>
                  <a:schemeClr val="accent3">
                    <a:lumMod val="75000"/>
                  </a:schemeClr>
                </a:solidFill>
              </a:rPr>
              <a:t>- control</a:t>
            </a:r>
          </a:p>
        </p:txBody>
      </p:sp>
      <p:sp>
        <p:nvSpPr>
          <p:cNvPr id="8" name="Ellipse 7">
            <a:extLst>
              <a:ext uri="{FF2B5EF4-FFF2-40B4-BE49-F238E27FC236}">
                <a16:creationId xmlns:a16="http://schemas.microsoft.com/office/drawing/2014/main" id="{687517A4-AAF1-7A27-DBD0-E4A27D858F3E}"/>
              </a:ext>
            </a:extLst>
          </p:cNvPr>
          <p:cNvSpPr/>
          <p:nvPr/>
        </p:nvSpPr>
        <p:spPr>
          <a:xfrm>
            <a:off x="605162" y="3532309"/>
            <a:ext cx="291822" cy="270701"/>
          </a:xfrm>
          <a:prstGeom prst="ellipse">
            <a:avLst/>
          </a:prstGeom>
          <a:noFill/>
          <a:ln w="285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ZoneTexte 9">
            <a:extLst>
              <a:ext uri="{FF2B5EF4-FFF2-40B4-BE49-F238E27FC236}">
                <a16:creationId xmlns:a16="http://schemas.microsoft.com/office/drawing/2014/main" id="{59DAD28A-3EF3-D339-14B4-BFBBB1357EB8}"/>
              </a:ext>
            </a:extLst>
          </p:cNvPr>
          <p:cNvSpPr txBox="1"/>
          <p:nvPr/>
        </p:nvSpPr>
        <p:spPr>
          <a:xfrm>
            <a:off x="-26127" y="2825291"/>
            <a:ext cx="1452710" cy="584775"/>
          </a:xfrm>
          <a:prstGeom prst="rect">
            <a:avLst/>
          </a:prstGeom>
          <a:noFill/>
        </p:spPr>
        <p:txBody>
          <a:bodyPr wrap="square" rtlCol="0">
            <a:spAutoFit/>
          </a:bodyPr>
          <a:lstStyle/>
          <a:p>
            <a:r>
              <a:rPr lang="en-GB" sz="1600" noProof="0" dirty="0" err="1">
                <a:solidFill>
                  <a:schemeClr val="bg2">
                    <a:lumMod val="25000"/>
                  </a:schemeClr>
                </a:solidFill>
                <a:latin typeface="Oswald" panose="00000500000000000000" pitchFamily="2" charset="0"/>
              </a:rPr>
              <a:t>p</a:t>
            </a:r>
            <a:r>
              <a:rPr lang="en-GB" sz="1600" baseline="-25000" noProof="0" dirty="0" err="1">
                <a:solidFill>
                  <a:schemeClr val="bg2">
                    <a:lumMod val="25000"/>
                  </a:schemeClr>
                </a:solidFill>
                <a:latin typeface="Oswald" panose="00000500000000000000" pitchFamily="2" charset="0"/>
              </a:rPr>
              <a:t>adj</a:t>
            </a:r>
            <a:r>
              <a:rPr lang="en-GB" sz="1600" noProof="0" dirty="0">
                <a:solidFill>
                  <a:schemeClr val="bg2">
                    <a:lumMod val="25000"/>
                  </a:schemeClr>
                </a:solidFill>
                <a:latin typeface="Oswald" panose="00000500000000000000" pitchFamily="2" charset="0"/>
              </a:rPr>
              <a:t> = significance</a:t>
            </a:r>
          </a:p>
        </p:txBody>
      </p:sp>
      <p:cxnSp>
        <p:nvCxnSpPr>
          <p:cNvPr id="14" name="Connecteur : en arc 13">
            <a:extLst>
              <a:ext uri="{FF2B5EF4-FFF2-40B4-BE49-F238E27FC236}">
                <a16:creationId xmlns:a16="http://schemas.microsoft.com/office/drawing/2014/main" id="{8E456094-BA2D-3DAB-4CDF-BCBAEAFA539F}"/>
              </a:ext>
            </a:extLst>
          </p:cNvPr>
          <p:cNvCxnSpPr>
            <a:cxnSpLocks/>
          </p:cNvCxnSpPr>
          <p:nvPr/>
        </p:nvCxnSpPr>
        <p:spPr>
          <a:xfrm>
            <a:off x="306541" y="3420616"/>
            <a:ext cx="274235" cy="223386"/>
          </a:xfrm>
          <a:prstGeom prst="curvedConnector3">
            <a:avLst>
              <a:gd name="adj1" fmla="val -32565"/>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Ellipse 16">
            <a:extLst>
              <a:ext uri="{FF2B5EF4-FFF2-40B4-BE49-F238E27FC236}">
                <a16:creationId xmlns:a16="http://schemas.microsoft.com/office/drawing/2014/main" id="{32756D79-1022-DBA0-AC5B-D7836A353598}"/>
              </a:ext>
            </a:extLst>
          </p:cNvPr>
          <p:cNvSpPr/>
          <p:nvPr/>
        </p:nvSpPr>
        <p:spPr>
          <a:xfrm>
            <a:off x="1987075" y="6050073"/>
            <a:ext cx="1297285" cy="277533"/>
          </a:xfrm>
          <a:prstGeom prst="ellipse">
            <a:avLst/>
          </a:prstGeom>
          <a:noFill/>
          <a:ln w="285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18" name="Connecteur : en arc 17">
            <a:extLst>
              <a:ext uri="{FF2B5EF4-FFF2-40B4-BE49-F238E27FC236}">
                <a16:creationId xmlns:a16="http://schemas.microsoft.com/office/drawing/2014/main" id="{F9D7414D-7879-F8B2-6566-B2AAC564FB53}"/>
              </a:ext>
            </a:extLst>
          </p:cNvPr>
          <p:cNvCxnSpPr>
            <a:cxnSpLocks/>
          </p:cNvCxnSpPr>
          <p:nvPr/>
        </p:nvCxnSpPr>
        <p:spPr>
          <a:xfrm flipV="1">
            <a:off x="1587573" y="6188839"/>
            <a:ext cx="354590" cy="277008"/>
          </a:xfrm>
          <a:prstGeom prst="curvedConnector3">
            <a:avLst>
              <a:gd name="adj1" fmla="val -142"/>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DCAD52DF-29D7-6CE3-6288-6BDC4BFDE2B7}"/>
              </a:ext>
            </a:extLst>
          </p:cNvPr>
          <p:cNvSpPr txBox="1"/>
          <p:nvPr/>
        </p:nvSpPr>
        <p:spPr>
          <a:xfrm>
            <a:off x="959738" y="6381678"/>
            <a:ext cx="1721154" cy="307777"/>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Of genes counts</a:t>
            </a:r>
          </a:p>
        </p:txBody>
      </p:sp>
      <p:sp>
        <p:nvSpPr>
          <p:cNvPr id="34" name="ZoneTexte 33">
            <a:extLst>
              <a:ext uri="{FF2B5EF4-FFF2-40B4-BE49-F238E27FC236}">
                <a16:creationId xmlns:a16="http://schemas.microsoft.com/office/drawing/2014/main" id="{4124BFEB-C0F8-6851-37D2-70541D8036EB}"/>
              </a:ext>
            </a:extLst>
          </p:cNvPr>
          <p:cNvSpPr txBox="1"/>
          <p:nvPr/>
        </p:nvSpPr>
        <p:spPr>
          <a:xfrm>
            <a:off x="2870898" y="5650831"/>
            <a:ext cx="1452710" cy="276999"/>
          </a:xfrm>
          <a:prstGeom prst="rect">
            <a:avLst/>
          </a:prstGeom>
          <a:noFill/>
        </p:spPr>
        <p:txBody>
          <a:bodyPr wrap="square" rtlCol="0">
            <a:spAutoFit/>
          </a:bodyPr>
          <a:lstStyle/>
          <a:p>
            <a:r>
              <a:rPr lang="en-GB" sz="1200" noProof="0" dirty="0" err="1">
                <a:solidFill>
                  <a:schemeClr val="accent3">
                    <a:lumMod val="75000"/>
                  </a:schemeClr>
                </a:solidFill>
                <a:latin typeface="Oswald" panose="00000500000000000000" pitchFamily="2" charset="0"/>
              </a:rPr>
              <a:t>Defense</a:t>
            </a:r>
            <a:r>
              <a:rPr lang="en-GB" sz="1200" noProof="0" dirty="0">
                <a:solidFill>
                  <a:schemeClr val="accent3">
                    <a:lumMod val="75000"/>
                  </a:schemeClr>
                </a:solidFill>
                <a:latin typeface="Oswald" panose="00000500000000000000" pitchFamily="2" charset="0"/>
              </a:rPr>
              <a:t> system genes</a:t>
            </a:r>
          </a:p>
        </p:txBody>
      </p:sp>
      <p:cxnSp>
        <p:nvCxnSpPr>
          <p:cNvPr id="35" name="Connecteur : en arc 34">
            <a:extLst>
              <a:ext uri="{FF2B5EF4-FFF2-40B4-BE49-F238E27FC236}">
                <a16:creationId xmlns:a16="http://schemas.microsoft.com/office/drawing/2014/main" id="{23F64C07-4B07-558C-8EDE-E1C360596F74}"/>
              </a:ext>
            </a:extLst>
          </p:cNvPr>
          <p:cNvCxnSpPr>
            <a:cxnSpLocks/>
            <a:stCxn id="34" idx="1"/>
          </p:cNvCxnSpPr>
          <p:nvPr/>
        </p:nvCxnSpPr>
        <p:spPr>
          <a:xfrm rot="10800000">
            <a:off x="2523906" y="5513911"/>
            <a:ext cx="346993" cy="275421"/>
          </a:xfrm>
          <a:prstGeom prst="curvedConnector3">
            <a:avLst>
              <a:gd name="adj1" fmla="val 50000"/>
            </a:avLst>
          </a:prstGeom>
          <a:ln w="3810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0762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37DD2-B0D6-DA0E-9937-2D12A6675427}"/>
            </a:ext>
          </a:extLst>
        </p:cNvPr>
        <p:cNvGrpSpPr/>
        <p:nvPr/>
      </p:nvGrpSpPr>
      <p:grpSpPr>
        <a:xfrm>
          <a:off x="0" y="0"/>
          <a:ext cx="0" cy="0"/>
          <a:chOff x="0" y="0"/>
          <a:chExt cx="0" cy="0"/>
        </a:xfrm>
      </p:grpSpPr>
      <p:pic>
        <p:nvPicPr>
          <p:cNvPr id="3" name="Image 2" descr="Une image contenant texte, diagramme, ligne, Parallèle&#10;&#10;Le contenu généré par l’IA peut être incorrect.">
            <a:extLst>
              <a:ext uri="{FF2B5EF4-FFF2-40B4-BE49-F238E27FC236}">
                <a16:creationId xmlns:a16="http://schemas.microsoft.com/office/drawing/2014/main" id="{F7876AB4-1A10-FB27-FBB2-CED1B392D8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76" y="1531665"/>
            <a:ext cx="11030448" cy="4825821"/>
          </a:xfrm>
          <a:prstGeom prst="rect">
            <a:avLst/>
          </a:prstGeom>
        </p:spPr>
      </p:pic>
      <p:sp>
        <p:nvSpPr>
          <p:cNvPr id="4" name="Rectangle 1">
            <a:extLst>
              <a:ext uri="{FF2B5EF4-FFF2-40B4-BE49-F238E27FC236}">
                <a16:creationId xmlns:a16="http://schemas.microsoft.com/office/drawing/2014/main" id="{6340C888-26BC-8DCD-0CF1-5C9F6948547C}"/>
              </a:ext>
            </a:extLst>
          </p:cNvPr>
          <p:cNvSpPr>
            <a:spLocks noChangeArrowheads="1"/>
          </p:cNvSpPr>
          <p:nvPr/>
        </p:nvSpPr>
        <p:spPr bwMode="auto">
          <a:xfrm>
            <a:off x="670417" y="887069"/>
            <a:ext cx="1085116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noProof="0" dirty="0">
                <a:ln>
                  <a:noFill/>
                </a:ln>
                <a:solidFill>
                  <a:srgbClr val="000000"/>
                </a:solidFill>
                <a:effectLst/>
                <a:latin typeface="Oswald" panose="020F0502020204030204" pitchFamily="2" charset="0"/>
              </a:rPr>
              <a:t>How are the </a:t>
            </a:r>
            <a:r>
              <a:rPr kumimoji="0" lang="en-GB" sz="2000" b="1" i="0" u="none" strike="noStrike" cap="none" normalizeH="0" baseline="0" noProof="0" dirty="0" err="1">
                <a:ln>
                  <a:noFill/>
                </a:ln>
                <a:solidFill>
                  <a:srgbClr val="000000"/>
                </a:solidFill>
                <a:effectLst/>
                <a:latin typeface="Oswald" panose="020F0502020204030204" pitchFamily="2" charset="0"/>
              </a:rPr>
              <a:t>defense</a:t>
            </a:r>
            <a:r>
              <a:rPr kumimoji="0" lang="en-GB" sz="2000" b="1" i="0" u="none" strike="noStrike" cap="none" normalizeH="0" baseline="0" noProof="0" dirty="0">
                <a:ln>
                  <a:noFill/>
                </a:ln>
                <a:solidFill>
                  <a:srgbClr val="000000"/>
                </a:solidFill>
                <a:effectLst/>
                <a:latin typeface="Oswald" panose="020F0502020204030204" pitchFamily="2" charset="0"/>
              </a:rPr>
              <a:t> system genes more expressed in infected strains compared to control strains ?</a:t>
            </a:r>
            <a:endParaRPr kumimoji="0" lang="en-GB" sz="20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925CDEAE-4300-7953-E16B-9734993DC1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necteur droit avec flèche 8">
            <a:extLst>
              <a:ext uri="{FF2B5EF4-FFF2-40B4-BE49-F238E27FC236}">
                <a16:creationId xmlns:a16="http://schemas.microsoft.com/office/drawing/2014/main" id="{8D977EEF-AEDF-814E-A696-9EEF6ED71C40}"/>
              </a:ext>
            </a:extLst>
          </p:cNvPr>
          <p:cNvCxnSpPr>
            <a:cxnSpLocks/>
          </p:cNvCxnSpPr>
          <p:nvPr/>
        </p:nvCxnSpPr>
        <p:spPr>
          <a:xfrm>
            <a:off x="2614815" y="1985067"/>
            <a:ext cx="1556591" cy="0"/>
          </a:xfrm>
          <a:prstGeom prst="straightConnector1">
            <a:avLst/>
          </a:prstGeom>
          <a:ln w="38100">
            <a:solidFill>
              <a:schemeClr val="accent3">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2C6BC766-0CE6-2973-7102-BEA2951D4C3B}"/>
              </a:ext>
            </a:extLst>
          </p:cNvPr>
          <p:cNvCxnSpPr>
            <a:cxnSpLocks/>
          </p:cNvCxnSpPr>
          <p:nvPr/>
        </p:nvCxnSpPr>
        <p:spPr>
          <a:xfrm>
            <a:off x="1062446" y="1985067"/>
            <a:ext cx="1505001" cy="0"/>
          </a:xfrm>
          <a:prstGeom prst="straightConnector1">
            <a:avLst/>
          </a:prstGeom>
          <a:ln w="38100">
            <a:solidFill>
              <a:schemeClr val="accent3">
                <a:lumMod val="75000"/>
              </a:schemeClr>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40DB991C-5F53-C4EF-9E03-C7B470AD07B4}"/>
              </a:ext>
            </a:extLst>
          </p:cNvPr>
          <p:cNvSpPr txBox="1"/>
          <p:nvPr/>
        </p:nvSpPr>
        <p:spPr>
          <a:xfrm>
            <a:off x="2786605" y="1652288"/>
            <a:ext cx="1134535" cy="338554"/>
          </a:xfrm>
          <a:prstGeom prst="rect">
            <a:avLst/>
          </a:prstGeom>
          <a:noFill/>
        </p:spPr>
        <p:txBody>
          <a:bodyPr wrap="square" rtlCol="0">
            <a:spAutoFit/>
          </a:bodyPr>
          <a:lstStyle/>
          <a:p>
            <a:r>
              <a:rPr lang="en-GB" sz="1600" b="1" noProof="0" dirty="0">
                <a:solidFill>
                  <a:schemeClr val="accent3">
                    <a:lumMod val="75000"/>
                  </a:schemeClr>
                </a:solidFill>
              </a:rPr>
              <a:t>+ infected</a:t>
            </a:r>
          </a:p>
        </p:txBody>
      </p:sp>
      <p:sp>
        <p:nvSpPr>
          <p:cNvPr id="13" name="ZoneTexte 12">
            <a:extLst>
              <a:ext uri="{FF2B5EF4-FFF2-40B4-BE49-F238E27FC236}">
                <a16:creationId xmlns:a16="http://schemas.microsoft.com/office/drawing/2014/main" id="{DC00F03A-7365-1B68-902C-AB9CEA1BD688}"/>
              </a:ext>
            </a:extLst>
          </p:cNvPr>
          <p:cNvSpPr txBox="1"/>
          <p:nvPr/>
        </p:nvSpPr>
        <p:spPr>
          <a:xfrm>
            <a:off x="1267321" y="1653098"/>
            <a:ext cx="1095250" cy="338554"/>
          </a:xfrm>
          <a:prstGeom prst="rect">
            <a:avLst/>
          </a:prstGeom>
          <a:noFill/>
        </p:spPr>
        <p:txBody>
          <a:bodyPr wrap="square" rtlCol="0">
            <a:spAutoFit/>
          </a:bodyPr>
          <a:lstStyle/>
          <a:p>
            <a:r>
              <a:rPr lang="en-GB" sz="1600" b="1" noProof="0" dirty="0">
                <a:solidFill>
                  <a:schemeClr val="accent3">
                    <a:lumMod val="75000"/>
                  </a:schemeClr>
                </a:solidFill>
              </a:rPr>
              <a:t>- control</a:t>
            </a:r>
          </a:p>
        </p:txBody>
      </p:sp>
      <p:sp>
        <p:nvSpPr>
          <p:cNvPr id="8" name="Ellipse 7">
            <a:extLst>
              <a:ext uri="{FF2B5EF4-FFF2-40B4-BE49-F238E27FC236}">
                <a16:creationId xmlns:a16="http://schemas.microsoft.com/office/drawing/2014/main" id="{2BD6E20F-DEC1-1242-110E-7D435CF806F6}"/>
              </a:ext>
            </a:extLst>
          </p:cNvPr>
          <p:cNvSpPr/>
          <p:nvPr/>
        </p:nvSpPr>
        <p:spPr>
          <a:xfrm>
            <a:off x="605162" y="3532309"/>
            <a:ext cx="291822" cy="270701"/>
          </a:xfrm>
          <a:prstGeom prst="ellipse">
            <a:avLst/>
          </a:prstGeom>
          <a:noFill/>
          <a:ln w="285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ZoneTexte 9">
            <a:extLst>
              <a:ext uri="{FF2B5EF4-FFF2-40B4-BE49-F238E27FC236}">
                <a16:creationId xmlns:a16="http://schemas.microsoft.com/office/drawing/2014/main" id="{2D9F7742-7519-5DF6-94A5-37880E230F55}"/>
              </a:ext>
            </a:extLst>
          </p:cNvPr>
          <p:cNvSpPr txBox="1"/>
          <p:nvPr/>
        </p:nvSpPr>
        <p:spPr>
          <a:xfrm>
            <a:off x="-26127" y="2825291"/>
            <a:ext cx="1452710" cy="584775"/>
          </a:xfrm>
          <a:prstGeom prst="rect">
            <a:avLst/>
          </a:prstGeom>
          <a:noFill/>
        </p:spPr>
        <p:txBody>
          <a:bodyPr wrap="square" rtlCol="0">
            <a:spAutoFit/>
          </a:bodyPr>
          <a:lstStyle/>
          <a:p>
            <a:r>
              <a:rPr lang="en-GB" sz="1600" noProof="0" dirty="0" err="1">
                <a:solidFill>
                  <a:schemeClr val="bg2">
                    <a:lumMod val="25000"/>
                  </a:schemeClr>
                </a:solidFill>
                <a:latin typeface="Oswald" panose="00000500000000000000" pitchFamily="2" charset="0"/>
              </a:rPr>
              <a:t>p</a:t>
            </a:r>
            <a:r>
              <a:rPr lang="en-GB" sz="1600" baseline="-25000" noProof="0" dirty="0" err="1">
                <a:solidFill>
                  <a:schemeClr val="bg2">
                    <a:lumMod val="25000"/>
                  </a:schemeClr>
                </a:solidFill>
                <a:latin typeface="Oswald" panose="00000500000000000000" pitchFamily="2" charset="0"/>
              </a:rPr>
              <a:t>adj</a:t>
            </a:r>
            <a:r>
              <a:rPr lang="en-GB" sz="1600" noProof="0" dirty="0">
                <a:solidFill>
                  <a:schemeClr val="bg2">
                    <a:lumMod val="25000"/>
                  </a:schemeClr>
                </a:solidFill>
                <a:latin typeface="Oswald" panose="00000500000000000000" pitchFamily="2" charset="0"/>
              </a:rPr>
              <a:t> = significance</a:t>
            </a:r>
          </a:p>
        </p:txBody>
      </p:sp>
      <p:cxnSp>
        <p:nvCxnSpPr>
          <p:cNvPr id="14" name="Connecteur : en arc 13">
            <a:extLst>
              <a:ext uri="{FF2B5EF4-FFF2-40B4-BE49-F238E27FC236}">
                <a16:creationId xmlns:a16="http://schemas.microsoft.com/office/drawing/2014/main" id="{51BCC414-FAD3-9790-6AA5-03E89D47286C}"/>
              </a:ext>
            </a:extLst>
          </p:cNvPr>
          <p:cNvCxnSpPr>
            <a:cxnSpLocks/>
          </p:cNvCxnSpPr>
          <p:nvPr/>
        </p:nvCxnSpPr>
        <p:spPr>
          <a:xfrm>
            <a:off x="306541" y="3420616"/>
            <a:ext cx="274235" cy="223386"/>
          </a:xfrm>
          <a:prstGeom prst="curvedConnector3">
            <a:avLst>
              <a:gd name="adj1" fmla="val -32565"/>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Ellipse 16">
            <a:extLst>
              <a:ext uri="{FF2B5EF4-FFF2-40B4-BE49-F238E27FC236}">
                <a16:creationId xmlns:a16="http://schemas.microsoft.com/office/drawing/2014/main" id="{07F3613E-A3EA-3269-6224-D90BAC7E868A}"/>
              </a:ext>
            </a:extLst>
          </p:cNvPr>
          <p:cNvSpPr/>
          <p:nvPr/>
        </p:nvSpPr>
        <p:spPr>
          <a:xfrm>
            <a:off x="1987075" y="6050073"/>
            <a:ext cx="1297285" cy="277533"/>
          </a:xfrm>
          <a:prstGeom prst="ellipse">
            <a:avLst/>
          </a:prstGeom>
          <a:noFill/>
          <a:ln w="28575">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18" name="Connecteur : en arc 17">
            <a:extLst>
              <a:ext uri="{FF2B5EF4-FFF2-40B4-BE49-F238E27FC236}">
                <a16:creationId xmlns:a16="http://schemas.microsoft.com/office/drawing/2014/main" id="{7F746104-DC0C-3952-303C-EE7D3E60F3CA}"/>
              </a:ext>
            </a:extLst>
          </p:cNvPr>
          <p:cNvCxnSpPr>
            <a:cxnSpLocks/>
          </p:cNvCxnSpPr>
          <p:nvPr/>
        </p:nvCxnSpPr>
        <p:spPr>
          <a:xfrm flipV="1">
            <a:off x="1587573" y="6188839"/>
            <a:ext cx="354590" cy="277008"/>
          </a:xfrm>
          <a:prstGeom prst="curvedConnector3">
            <a:avLst>
              <a:gd name="adj1" fmla="val -142"/>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EE9FFA3C-C1AF-996A-3F03-D8CBFE20B375}"/>
              </a:ext>
            </a:extLst>
          </p:cNvPr>
          <p:cNvSpPr txBox="1"/>
          <p:nvPr/>
        </p:nvSpPr>
        <p:spPr>
          <a:xfrm>
            <a:off x="959738" y="6381678"/>
            <a:ext cx="1721154" cy="307777"/>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Of genes counts</a:t>
            </a:r>
          </a:p>
        </p:txBody>
      </p:sp>
      <p:sp>
        <p:nvSpPr>
          <p:cNvPr id="34" name="ZoneTexte 33">
            <a:extLst>
              <a:ext uri="{FF2B5EF4-FFF2-40B4-BE49-F238E27FC236}">
                <a16:creationId xmlns:a16="http://schemas.microsoft.com/office/drawing/2014/main" id="{E83A725F-92D8-14CE-0A4D-71D1DAC82BA0}"/>
              </a:ext>
            </a:extLst>
          </p:cNvPr>
          <p:cNvSpPr txBox="1"/>
          <p:nvPr/>
        </p:nvSpPr>
        <p:spPr>
          <a:xfrm>
            <a:off x="2870898" y="5650831"/>
            <a:ext cx="1452710" cy="276999"/>
          </a:xfrm>
          <a:prstGeom prst="rect">
            <a:avLst/>
          </a:prstGeom>
          <a:noFill/>
        </p:spPr>
        <p:txBody>
          <a:bodyPr wrap="square" rtlCol="0">
            <a:spAutoFit/>
          </a:bodyPr>
          <a:lstStyle/>
          <a:p>
            <a:r>
              <a:rPr lang="en-GB" sz="1200" noProof="0" dirty="0" err="1">
                <a:solidFill>
                  <a:schemeClr val="accent3">
                    <a:lumMod val="75000"/>
                  </a:schemeClr>
                </a:solidFill>
                <a:latin typeface="Oswald" panose="00000500000000000000" pitchFamily="2" charset="0"/>
              </a:rPr>
              <a:t>Defense</a:t>
            </a:r>
            <a:r>
              <a:rPr lang="en-GB" sz="1200" noProof="0" dirty="0">
                <a:solidFill>
                  <a:schemeClr val="accent3">
                    <a:lumMod val="75000"/>
                  </a:schemeClr>
                </a:solidFill>
                <a:latin typeface="Oswald" panose="00000500000000000000" pitchFamily="2" charset="0"/>
              </a:rPr>
              <a:t> system genes</a:t>
            </a:r>
          </a:p>
        </p:txBody>
      </p:sp>
      <p:cxnSp>
        <p:nvCxnSpPr>
          <p:cNvPr id="35" name="Connecteur : en arc 34">
            <a:extLst>
              <a:ext uri="{FF2B5EF4-FFF2-40B4-BE49-F238E27FC236}">
                <a16:creationId xmlns:a16="http://schemas.microsoft.com/office/drawing/2014/main" id="{35A5413B-9EE2-415E-A57C-E25A58CA7AF4}"/>
              </a:ext>
            </a:extLst>
          </p:cNvPr>
          <p:cNvCxnSpPr>
            <a:cxnSpLocks/>
            <a:stCxn id="34" idx="1"/>
          </p:cNvCxnSpPr>
          <p:nvPr/>
        </p:nvCxnSpPr>
        <p:spPr>
          <a:xfrm rot="10800000">
            <a:off x="2523906" y="5513911"/>
            <a:ext cx="346993" cy="275421"/>
          </a:xfrm>
          <a:prstGeom prst="curvedConnector3">
            <a:avLst>
              <a:gd name="adj1" fmla="val 50000"/>
            </a:avLst>
          </a:prstGeom>
          <a:ln w="38100">
            <a:solidFill>
              <a:schemeClr val="accent3">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ZoneTexte 1">
            <a:extLst>
              <a:ext uri="{FF2B5EF4-FFF2-40B4-BE49-F238E27FC236}">
                <a16:creationId xmlns:a16="http://schemas.microsoft.com/office/drawing/2014/main" id="{F1308CE0-5215-5295-2853-C3F6566172FF}"/>
              </a:ext>
            </a:extLst>
          </p:cNvPr>
          <p:cNvSpPr txBox="1"/>
          <p:nvPr/>
        </p:nvSpPr>
        <p:spPr>
          <a:xfrm rot="20763060">
            <a:off x="962003" y="1745117"/>
            <a:ext cx="10172496" cy="3416320"/>
          </a:xfrm>
          <a:prstGeom prst="rect">
            <a:avLst/>
          </a:prstGeom>
          <a:solidFill>
            <a:srgbClr val="FF0000"/>
          </a:solidFill>
          <a:ln w="28575">
            <a:solidFill>
              <a:schemeClr val="tx1"/>
            </a:solidFill>
          </a:ln>
        </p:spPr>
        <p:txBody>
          <a:bodyPr wrap="square" rtlCol="0">
            <a:spAutoFit/>
          </a:bodyPr>
          <a:lstStyle/>
          <a:p>
            <a:r>
              <a:rPr lang="en-GB" noProof="0" dirty="0">
                <a:solidFill>
                  <a:schemeClr val="bg2">
                    <a:lumMod val="25000"/>
                  </a:schemeClr>
                </a:solidFill>
              </a:rPr>
              <a:t>			</a:t>
            </a:r>
          </a:p>
          <a:p>
            <a:r>
              <a:rPr lang="en-GB" noProof="0" dirty="0">
                <a:solidFill>
                  <a:schemeClr val="bg2">
                    <a:lumMod val="25000"/>
                  </a:schemeClr>
                </a:solidFill>
              </a:rPr>
              <a:t>			</a:t>
            </a:r>
            <a:r>
              <a:rPr lang="en-GB" noProof="0" dirty="0">
                <a:solidFill>
                  <a:schemeClr val="bg1"/>
                </a:solidFill>
                <a:latin typeface="Oswald" panose="00000500000000000000" pitchFamily="2" charset="0"/>
              </a:rPr>
              <a:t>Problem – This requires:</a:t>
            </a:r>
          </a:p>
          <a:p>
            <a:endParaRPr lang="en-GB" b="1" noProof="0" dirty="0">
              <a:solidFill>
                <a:schemeClr val="bg1"/>
              </a:solidFill>
              <a:latin typeface="Oswald" panose="00000500000000000000" pitchFamily="2" charset="0"/>
            </a:endParaRPr>
          </a:p>
          <a:p>
            <a:pPr marL="3486150" lvl="7" indent="-285750">
              <a:buClr>
                <a:schemeClr val="bg1"/>
              </a:buClr>
              <a:buFont typeface="Wingdings" panose="05000000000000000000" pitchFamily="2" charset="2"/>
              <a:buChar char="§"/>
            </a:pPr>
            <a:r>
              <a:rPr lang="en-GB" b="1" noProof="0" dirty="0">
                <a:solidFill>
                  <a:schemeClr val="bg1"/>
                </a:solidFill>
                <a:latin typeface="Oswald" panose="00000500000000000000" pitchFamily="2" charset="0"/>
              </a:rPr>
              <a:t>Clear metadata</a:t>
            </a:r>
          </a:p>
          <a:p>
            <a:pPr marL="3486150" lvl="7" indent="-285750">
              <a:buClr>
                <a:schemeClr val="bg1"/>
              </a:buClr>
              <a:buFont typeface="Wingdings" panose="05000000000000000000" pitchFamily="2" charset="2"/>
              <a:buChar char="§"/>
            </a:pPr>
            <a:r>
              <a:rPr lang="en-GB" b="1" noProof="0" dirty="0">
                <a:solidFill>
                  <a:schemeClr val="bg1"/>
                </a:solidFill>
                <a:latin typeface="Oswald" panose="00000500000000000000" pitchFamily="2" charset="0"/>
              </a:rPr>
              <a:t>Time points</a:t>
            </a:r>
          </a:p>
          <a:p>
            <a:pPr marL="3486150" lvl="7" indent="-285750">
              <a:buClr>
                <a:schemeClr val="bg1"/>
              </a:buClr>
              <a:buFont typeface="Wingdings" panose="05000000000000000000" pitchFamily="2" charset="2"/>
              <a:buChar char="§"/>
            </a:pPr>
            <a:r>
              <a:rPr lang="en-GB" b="1" noProof="0" dirty="0">
                <a:solidFill>
                  <a:schemeClr val="bg1"/>
                </a:solidFill>
                <a:latin typeface="Oswald" panose="00000500000000000000" pitchFamily="2" charset="0"/>
              </a:rPr>
              <a:t>Replicates</a:t>
            </a:r>
          </a:p>
          <a:p>
            <a:pPr marL="3486150" lvl="7" indent="-285750">
              <a:buClr>
                <a:schemeClr val="bg1"/>
              </a:buClr>
              <a:buFont typeface="Wingdings" panose="05000000000000000000" pitchFamily="2" charset="2"/>
              <a:buChar char="§"/>
            </a:pPr>
            <a:r>
              <a:rPr lang="en-GB" b="1" noProof="0" dirty="0">
                <a:solidFill>
                  <a:schemeClr val="bg1"/>
                </a:solidFill>
                <a:latin typeface="Oswald" panose="00000500000000000000" pitchFamily="2" charset="0"/>
              </a:rPr>
              <a:t>Control </a:t>
            </a:r>
            <a:r>
              <a:rPr lang="en-GB" noProof="0" dirty="0">
                <a:solidFill>
                  <a:schemeClr val="bg1"/>
                </a:solidFill>
                <a:latin typeface="Oswald" panose="00000500000000000000" pitchFamily="2" charset="0"/>
              </a:rPr>
              <a:t>at time 0</a:t>
            </a:r>
          </a:p>
          <a:p>
            <a:pPr marL="3486150" lvl="7" indent="-285750">
              <a:buClr>
                <a:schemeClr val="bg1"/>
              </a:buClr>
              <a:buFont typeface="Wingdings" panose="05000000000000000000" pitchFamily="2" charset="2"/>
              <a:buChar char="§"/>
            </a:pPr>
            <a:r>
              <a:rPr lang="en-GB" b="1" noProof="0" dirty="0">
                <a:solidFill>
                  <a:schemeClr val="bg1"/>
                </a:solidFill>
                <a:latin typeface="Oswald" panose="00000500000000000000" pitchFamily="2" charset="0"/>
              </a:rPr>
              <a:t>Control </a:t>
            </a:r>
            <a:r>
              <a:rPr lang="en-GB" noProof="0" dirty="0">
                <a:solidFill>
                  <a:schemeClr val="bg1"/>
                </a:solidFill>
                <a:latin typeface="Oswald" panose="00000500000000000000" pitchFamily="2" charset="0"/>
              </a:rPr>
              <a:t>uninfected</a:t>
            </a:r>
          </a:p>
          <a:p>
            <a:pPr marL="3486150" lvl="7" indent="-285750">
              <a:buClr>
                <a:schemeClr val="bg1"/>
              </a:buClr>
              <a:buFont typeface="Wingdings" panose="05000000000000000000" pitchFamily="2" charset="2"/>
              <a:buChar char="§"/>
            </a:pPr>
            <a:r>
              <a:rPr lang="en-GB" noProof="0" dirty="0">
                <a:solidFill>
                  <a:schemeClr val="bg1"/>
                </a:solidFill>
                <a:latin typeface="Oswald" panose="00000500000000000000" pitchFamily="2" charset="0"/>
              </a:rPr>
              <a:t>No sequencing issues</a:t>
            </a:r>
          </a:p>
          <a:p>
            <a:pPr marL="285750" indent="-285750">
              <a:buClr>
                <a:schemeClr val="bg1"/>
              </a:buClr>
              <a:buFont typeface="Wingdings" panose="05000000000000000000" pitchFamily="2" charset="2"/>
              <a:buChar char="§"/>
            </a:pPr>
            <a:endParaRPr lang="en-GB" noProof="0" dirty="0">
              <a:solidFill>
                <a:schemeClr val="bg1"/>
              </a:solidFill>
              <a:latin typeface="Oswald" panose="00000500000000000000" pitchFamily="2" charset="0"/>
            </a:endParaRPr>
          </a:p>
          <a:p>
            <a:pPr marL="3028950" lvl="6" indent="-285750">
              <a:buClr>
                <a:schemeClr val="bg1"/>
              </a:buClr>
              <a:buFont typeface="Wingdings" panose="05000000000000000000" pitchFamily="2" charset="2"/>
              <a:buChar char="ü"/>
            </a:pPr>
            <a:r>
              <a:rPr lang="en-GB" noProof="0" dirty="0">
                <a:solidFill>
                  <a:schemeClr val="bg1"/>
                </a:solidFill>
                <a:latin typeface="Oswald" panose="00000500000000000000" pitchFamily="2" charset="0"/>
              </a:rPr>
              <a:t>Only </a:t>
            </a:r>
            <a:r>
              <a:rPr lang="en-GB" b="1" noProof="0" dirty="0">
                <a:solidFill>
                  <a:schemeClr val="bg1"/>
                </a:solidFill>
                <a:latin typeface="Oswald" panose="00000500000000000000" pitchFamily="2" charset="0"/>
              </a:rPr>
              <a:t>1 project </a:t>
            </a:r>
            <a:r>
              <a:rPr lang="en-GB" noProof="0" dirty="0">
                <a:solidFill>
                  <a:schemeClr val="bg1"/>
                </a:solidFill>
                <a:latin typeface="Oswald" panose="00000500000000000000" pitchFamily="2" charset="0"/>
              </a:rPr>
              <a:t>satisfies all </a:t>
            </a:r>
          </a:p>
          <a:p>
            <a:pPr marL="3028950" lvl="6" indent="-285750">
              <a:buClr>
                <a:schemeClr val="bg1"/>
              </a:buClr>
              <a:buFont typeface="Wingdings" panose="05000000000000000000" pitchFamily="2" charset="2"/>
              <a:buChar char="ü"/>
            </a:pPr>
            <a:endParaRPr lang="en-GB" noProof="0" dirty="0">
              <a:solidFill>
                <a:schemeClr val="bg1"/>
              </a:solidFill>
            </a:endParaRPr>
          </a:p>
        </p:txBody>
      </p:sp>
    </p:spTree>
    <p:extLst>
      <p:ext uri="{BB962C8B-B14F-4D97-AF65-F5344CB8AC3E}">
        <p14:creationId xmlns:p14="http://schemas.microsoft.com/office/powerpoint/2010/main" val="809705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C00B6-5ADE-CE50-B4DD-0D3A4C135E1A}"/>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F29225F7-ED05-1FF5-A560-1BE4F2AAC30C}"/>
              </a:ext>
            </a:extLst>
          </p:cNvPr>
          <p:cNvSpPr>
            <a:spLocks noChangeArrowheads="1"/>
          </p:cNvSpPr>
          <p:nvPr/>
        </p:nvSpPr>
        <p:spPr bwMode="auto">
          <a:xfrm>
            <a:off x="670417" y="1426281"/>
            <a:ext cx="1085116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5400" b="1" i="0" u="none" strike="noStrike" cap="none" normalizeH="0" baseline="0" noProof="0" dirty="0">
                <a:ln>
                  <a:noFill/>
                </a:ln>
                <a:solidFill>
                  <a:srgbClr val="000000"/>
                </a:solidFill>
                <a:effectLst/>
                <a:latin typeface="Oswald" panose="020F0502020204030204" pitchFamily="2" charset="0"/>
              </a:rPr>
              <a:t>What markers to use instead of time?</a:t>
            </a:r>
            <a:endParaRPr kumimoji="0" lang="en-GB" sz="2400"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E2A4D29A-3239-77CE-0DBB-CBE6C815D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descr="Une image contenant dessin, croquis, dessin humoristique, conception&#10;&#10;Le contenu généré par l’IA peut être incorrect.">
            <a:extLst>
              <a:ext uri="{FF2B5EF4-FFF2-40B4-BE49-F238E27FC236}">
                <a16:creationId xmlns:a16="http://schemas.microsoft.com/office/drawing/2014/main" id="{AE9DD805-FDFF-BEE7-81F0-B5BEE9766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51344" y="4508389"/>
            <a:ext cx="1869223" cy="1918630"/>
          </a:xfrm>
          <a:prstGeom prst="rect">
            <a:avLst/>
          </a:prstGeom>
        </p:spPr>
      </p:pic>
      <p:sp>
        <p:nvSpPr>
          <p:cNvPr id="3" name="Rectangle 1">
            <a:extLst>
              <a:ext uri="{FF2B5EF4-FFF2-40B4-BE49-F238E27FC236}">
                <a16:creationId xmlns:a16="http://schemas.microsoft.com/office/drawing/2014/main" id="{DFAD5985-C373-3EF6-222D-8E936CAB799A}"/>
              </a:ext>
            </a:extLst>
          </p:cNvPr>
          <p:cNvSpPr>
            <a:spLocks noChangeArrowheads="1"/>
          </p:cNvSpPr>
          <p:nvPr/>
        </p:nvSpPr>
        <p:spPr bwMode="auto">
          <a:xfrm>
            <a:off x="670417" y="2519329"/>
            <a:ext cx="1085116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ctr" eaLnBrk="0" fontAlgn="base" hangingPunct="0">
              <a:spcBef>
                <a:spcPct val="0"/>
              </a:spcBef>
              <a:spcAft>
                <a:spcPct val="0"/>
              </a:spcAft>
              <a:buClr>
                <a:srgbClr val="FF0000"/>
              </a:buClr>
              <a:buFont typeface="Wingdings" panose="05000000000000000000" pitchFamily="2" charset="2"/>
              <a:buChar char="§"/>
            </a:pPr>
            <a:r>
              <a:rPr lang="en-GB" sz="2400" noProof="0" dirty="0">
                <a:solidFill>
                  <a:schemeClr val="bg2">
                    <a:lumMod val="25000"/>
                  </a:schemeClr>
                </a:solidFill>
                <a:latin typeface="Oswald" panose="020F0502020204030204" pitchFamily="2" charset="0"/>
              </a:rPr>
              <a:t>Bacterial growth markers - Ribosomal genes</a:t>
            </a:r>
          </a:p>
          <a:p>
            <a:pPr lvl="0" algn="ctr" eaLnBrk="0" fontAlgn="base" hangingPunct="0">
              <a:spcBef>
                <a:spcPct val="0"/>
              </a:spcBef>
              <a:spcAft>
                <a:spcPct val="0"/>
              </a:spcAft>
              <a:buClr>
                <a:srgbClr val="FF0000"/>
              </a:buClr>
            </a:pPr>
            <a:r>
              <a:rPr lang="en-GB" sz="2400" noProof="0" dirty="0">
                <a:solidFill>
                  <a:schemeClr val="bg2">
                    <a:lumMod val="25000"/>
                  </a:schemeClr>
                </a:solidFill>
                <a:latin typeface="Oswald" panose="020F0502020204030204" pitchFamily="2" charset="0"/>
              </a:rPr>
              <a:t> </a:t>
            </a:r>
          </a:p>
          <a:p>
            <a:pPr marL="342900" lvl="0" indent="-342900" algn="ctr" eaLnBrk="0" fontAlgn="base" hangingPunct="0">
              <a:spcBef>
                <a:spcPct val="0"/>
              </a:spcBef>
              <a:spcAft>
                <a:spcPct val="0"/>
              </a:spcAft>
              <a:buClr>
                <a:srgbClr val="FF0000"/>
              </a:buClr>
              <a:buFont typeface="Wingdings" panose="05000000000000000000" pitchFamily="2" charset="2"/>
              <a:buChar char="§"/>
            </a:pPr>
            <a:r>
              <a:rPr kumimoji="0" lang="en-GB" sz="2400" i="0" u="none" strike="noStrike" cap="none" normalizeH="0" baseline="0" noProof="0" dirty="0">
                <a:ln>
                  <a:noFill/>
                </a:ln>
                <a:solidFill>
                  <a:schemeClr val="bg2">
                    <a:lumMod val="25000"/>
                  </a:schemeClr>
                </a:solidFill>
                <a:effectLst/>
                <a:latin typeface="Oswald" panose="020F0502020204030204" pitchFamily="2" charset="0"/>
              </a:rPr>
              <a:t>Infection markers – Structural phage genes</a:t>
            </a:r>
          </a:p>
          <a:p>
            <a:pPr marL="342900" lvl="0" indent="-342900" algn="ctr" eaLnBrk="0" fontAlgn="base" hangingPunct="0">
              <a:spcBef>
                <a:spcPct val="0"/>
              </a:spcBef>
              <a:spcAft>
                <a:spcPct val="0"/>
              </a:spcAft>
              <a:buClr>
                <a:srgbClr val="FF0000"/>
              </a:buClr>
              <a:buFont typeface="Wingdings" panose="05000000000000000000" pitchFamily="2" charset="2"/>
              <a:buChar char="§"/>
            </a:pPr>
            <a:endParaRPr lang="en-GB" sz="2400" noProof="0" dirty="0">
              <a:solidFill>
                <a:srgbClr val="000000"/>
              </a:solidFill>
              <a:latin typeface="Oswald" panose="020F0502020204030204" pitchFamily="2" charset="0"/>
            </a:endParaRPr>
          </a:p>
        </p:txBody>
      </p:sp>
      <p:sp>
        <p:nvSpPr>
          <p:cNvPr id="5" name="Rectangle 1">
            <a:extLst>
              <a:ext uri="{FF2B5EF4-FFF2-40B4-BE49-F238E27FC236}">
                <a16:creationId xmlns:a16="http://schemas.microsoft.com/office/drawing/2014/main" id="{F90179CF-969B-5848-E06F-00B85ED7A6D0}"/>
              </a:ext>
            </a:extLst>
          </p:cNvPr>
          <p:cNvSpPr>
            <a:spLocks noChangeArrowheads="1"/>
          </p:cNvSpPr>
          <p:nvPr/>
        </p:nvSpPr>
        <p:spPr bwMode="auto">
          <a:xfrm>
            <a:off x="3182116" y="4355689"/>
            <a:ext cx="582776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ctr" eaLnBrk="0" fontAlgn="base" hangingPunct="0">
              <a:spcBef>
                <a:spcPct val="0"/>
              </a:spcBef>
              <a:spcAft>
                <a:spcPct val="0"/>
              </a:spcAft>
              <a:buClr>
                <a:srgbClr val="FF0000"/>
              </a:buClr>
              <a:buFont typeface="Wingdings" panose="05000000000000000000" pitchFamily="2" charset="2"/>
              <a:buChar char="Ø"/>
            </a:pPr>
            <a:r>
              <a:rPr lang="en-GB" sz="2400" noProof="0" dirty="0">
                <a:solidFill>
                  <a:schemeClr val="bg2">
                    <a:lumMod val="25000"/>
                  </a:schemeClr>
                </a:solidFill>
                <a:latin typeface="Oswald" panose="00000500000000000000" pitchFamily="2" charset="0"/>
              </a:rPr>
              <a:t>How are bacterial </a:t>
            </a:r>
            <a:r>
              <a:rPr lang="en-GB" sz="2400" noProof="0" dirty="0" err="1">
                <a:solidFill>
                  <a:schemeClr val="bg2">
                    <a:lumMod val="25000"/>
                  </a:schemeClr>
                </a:solidFill>
                <a:latin typeface="Oswald" panose="00000500000000000000" pitchFamily="2" charset="0"/>
              </a:rPr>
              <a:t>defense</a:t>
            </a:r>
            <a:r>
              <a:rPr lang="en-GB" sz="2400" noProof="0" dirty="0">
                <a:solidFill>
                  <a:schemeClr val="bg2">
                    <a:lumMod val="25000"/>
                  </a:schemeClr>
                </a:solidFill>
                <a:latin typeface="Oswald" panose="00000500000000000000" pitchFamily="2" charset="0"/>
              </a:rPr>
              <a:t> systems expressed relative to host growth and phage production? </a:t>
            </a:r>
          </a:p>
        </p:txBody>
      </p:sp>
    </p:spTree>
    <p:extLst>
      <p:ext uri="{BB962C8B-B14F-4D97-AF65-F5344CB8AC3E}">
        <p14:creationId xmlns:p14="http://schemas.microsoft.com/office/powerpoint/2010/main" val="13500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02FEC-9862-55D3-741E-64466B29FDFE}"/>
            </a:ext>
          </a:extLst>
        </p:cNvPr>
        <p:cNvGrpSpPr/>
        <p:nvPr/>
      </p:nvGrpSpPr>
      <p:grpSpPr>
        <a:xfrm>
          <a:off x="0" y="0"/>
          <a:ext cx="0" cy="0"/>
          <a:chOff x="0" y="0"/>
          <a:chExt cx="0" cy="0"/>
        </a:xfrm>
      </p:grpSpPr>
      <p:pic>
        <p:nvPicPr>
          <p:cNvPr id="19" name="Image 18" descr="Une image contenant texte, ligne, Tracé, diagramme&#10;&#10;Le contenu généré par l’IA peut être incorrect.">
            <a:extLst>
              <a:ext uri="{FF2B5EF4-FFF2-40B4-BE49-F238E27FC236}">
                <a16:creationId xmlns:a16="http://schemas.microsoft.com/office/drawing/2014/main" id="{C534AB6D-D090-BA37-A656-0D3D744F3D7C}"/>
              </a:ext>
            </a:extLst>
          </p:cNvPr>
          <p:cNvPicPr>
            <a:picLocks noChangeAspect="1"/>
          </p:cNvPicPr>
          <p:nvPr/>
        </p:nvPicPr>
        <p:blipFill>
          <a:blip r:embed="rId2"/>
          <a:stretch>
            <a:fillRect/>
          </a:stretch>
        </p:blipFill>
        <p:spPr>
          <a:xfrm>
            <a:off x="364991" y="1959972"/>
            <a:ext cx="11297123" cy="4119105"/>
          </a:xfrm>
          <a:prstGeom prst="rect">
            <a:avLst/>
          </a:prstGeom>
        </p:spPr>
      </p:pic>
      <p:pic>
        <p:nvPicPr>
          <p:cNvPr id="1026" name="Picture 2">
            <a:extLst>
              <a:ext uri="{FF2B5EF4-FFF2-40B4-BE49-F238E27FC236}">
                <a16:creationId xmlns:a16="http://schemas.microsoft.com/office/drawing/2014/main" id="{7FAEDD08-BEB1-5290-D43C-A2D2D51848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Une image contenant dessin, croquis, dessin humoristique, conception&#10;&#10;Le contenu généré par l’IA peut être incorrect.">
            <a:extLst>
              <a:ext uri="{FF2B5EF4-FFF2-40B4-BE49-F238E27FC236}">
                <a16:creationId xmlns:a16="http://schemas.microsoft.com/office/drawing/2014/main" id="{70B41731-68B7-E1B5-4E58-A2C599F69E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69500" y="175466"/>
            <a:ext cx="1869223" cy="1918630"/>
          </a:xfrm>
          <a:prstGeom prst="rect">
            <a:avLst/>
          </a:prstGeom>
        </p:spPr>
      </p:pic>
      <p:sp>
        <p:nvSpPr>
          <p:cNvPr id="12" name="Rectangle 11">
            <a:extLst>
              <a:ext uri="{FF2B5EF4-FFF2-40B4-BE49-F238E27FC236}">
                <a16:creationId xmlns:a16="http://schemas.microsoft.com/office/drawing/2014/main" id="{07F781E3-F526-B002-3BD2-0DB145B8641F}"/>
              </a:ext>
            </a:extLst>
          </p:cNvPr>
          <p:cNvSpPr/>
          <p:nvPr/>
        </p:nvSpPr>
        <p:spPr>
          <a:xfrm>
            <a:off x="2848131" y="5741233"/>
            <a:ext cx="1678899" cy="39917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tangle 12">
            <a:extLst>
              <a:ext uri="{FF2B5EF4-FFF2-40B4-BE49-F238E27FC236}">
                <a16:creationId xmlns:a16="http://schemas.microsoft.com/office/drawing/2014/main" id="{7E773248-7837-556A-030D-C98161530BC4}"/>
              </a:ext>
            </a:extLst>
          </p:cNvPr>
          <p:cNvSpPr/>
          <p:nvPr/>
        </p:nvSpPr>
        <p:spPr>
          <a:xfrm>
            <a:off x="8262078" y="5729183"/>
            <a:ext cx="2290997" cy="39917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 name="Rectangle 13">
            <a:extLst>
              <a:ext uri="{FF2B5EF4-FFF2-40B4-BE49-F238E27FC236}">
                <a16:creationId xmlns:a16="http://schemas.microsoft.com/office/drawing/2014/main" id="{44B545BC-0D68-CC45-9EA9-6194BC2D2519}"/>
              </a:ext>
            </a:extLst>
          </p:cNvPr>
          <p:cNvSpPr/>
          <p:nvPr/>
        </p:nvSpPr>
        <p:spPr>
          <a:xfrm rot="16200000">
            <a:off x="180061" y="3398054"/>
            <a:ext cx="599608" cy="399170"/>
          </a:xfrm>
          <a:prstGeom prst="rect">
            <a:avLst/>
          </a:prstGeom>
          <a:noFill/>
          <a:ln w="38100">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Rectangle 14">
            <a:extLst>
              <a:ext uri="{FF2B5EF4-FFF2-40B4-BE49-F238E27FC236}">
                <a16:creationId xmlns:a16="http://schemas.microsoft.com/office/drawing/2014/main" id="{E3F12C8B-F415-919B-F210-4D07548C3288}"/>
              </a:ext>
            </a:extLst>
          </p:cNvPr>
          <p:cNvSpPr/>
          <p:nvPr/>
        </p:nvSpPr>
        <p:spPr>
          <a:xfrm rot="16200000">
            <a:off x="5898343" y="3398054"/>
            <a:ext cx="599608" cy="399170"/>
          </a:xfrm>
          <a:prstGeom prst="rect">
            <a:avLst/>
          </a:prstGeom>
          <a:noFill/>
          <a:ln w="38100">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ZoneTexte 19">
            <a:extLst>
              <a:ext uri="{FF2B5EF4-FFF2-40B4-BE49-F238E27FC236}">
                <a16:creationId xmlns:a16="http://schemas.microsoft.com/office/drawing/2014/main" id="{4450EBCD-32F1-831F-E5D4-94D1E69BFB10}"/>
              </a:ext>
            </a:extLst>
          </p:cNvPr>
          <p:cNvSpPr txBox="1"/>
          <p:nvPr/>
        </p:nvSpPr>
        <p:spPr>
          <a:xfrm>
            <a:off x="2825646" y="2319060"/>
            <a:ext cx="1364105" cy="646331"/>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1 sample = </a:t>
            </a:r>
          </a:p>
          <a:p>
            <a:pPr algn="ctr"/>
            <a:r>
              <a:rPr lang="en-GB" noProof="0" dirty="0">
                <a:solidFill>
                  <a:schemeClr val="bg2">
                    <a:lumMod val="25000"/>
                  </a:schemeClr>
                </a:solidFill>
                <a:latin typeface="Oswald" panose="00000500000000000000" pitchFamily="2" charset="0"/>
              </a:rPr>
              <a:t>1 condition</a:t>
            </a:r>
          </a:p>
        </p:txBody>
      </p:sp>
      <p:cxnSp>
        <p:nvCxnSpPr>
          <p:cNvPr id="22" name="Connecteur : en arc 21">
            <a:extLst>
              <a:ext uri="{FF2B5EF4-FFF2-40B4-BE49-F238E27FC236}">
                <a16:creationId xmlns:a16="http://schemas.microsoft.com/office/drawing/2014/main" id="{1DA1C2DF-5EF9-DFF5-9802-A05CD6480D45}"/>
              </a:ext>
            </a:extLst>
          </p:cNvPr>
          <p:cNvCxnSpPr/>
          <p:nvPr/>
        </p:nvCxnSpPr>
        <p:spPr>
          <a:xfrm rot="10800000">
            <a:off x="3117955" y="2094096"/>
            <a:ext cx="389744" cy="224963"/>
          </a:xfrm>
          <a:prstGeom prst="curvedConnector3">
            <a:avLst>
              <a:gd name="adj1" fmla="val -7692"/>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4DBDFE47-2D14-1371-6062-177B5E2DEFBB}"/>
              </a:ext>
            </a:extLst>
          </p:cNvPr>
          <p:cNvSpPr>
            <a:spLocks noChangeArrowheads="1"/>
          </p:cNvSpPr>
          <p:nvPr/>
        </p:nvSpPr>
        <p:spPr bwMode="auto">
          <a:xfrm>
            <a:off x="1397000" y="347947"/>
            <a:ext cx="85725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buClr>
                <a:srgbClr val="FF0000"/>
              </a:buClr>
            </a:pPr>
            <a:r>
              <a:rPr lang="en-GB" sz="3200" noProof="0" dirty="0">
                <a:latin typeface="Oswald" panose="00000500000000000000" pitchFamily="2" charset="0"/>
              </a:rPr>
              <a:t>How are bacterial </a:t>
            </a:r>
            <a:r>
              <a:rPr lang="en-GB" sz="3200" noProof="0" dirty="0" err="1">
                <a:latin typeface="Oswald" panose="00000500000000000000" pitchFamily="2" charset="0"/>
              </a:rPr>
              <a:t>defense</a:t>
            </a:r>
            <a:r>
              <a:rPr lang="en-GB" sz="3200" noProof="0" dirty="0">
                <a:latin typeface="Oswald" panose="00000500000000000000" pitchFamily="2" charset="0"/>
              </a:rPr>
              <a:t> systems expressed relative to host growth and phage production? </a:t>
            </a:r>
          </a:p>
        </p:txBody>
      </p:sp>
      <p:sp>
        <p:nvSpPr>
          <p:cNvPr id="3" name="ZoneTexte 2">
            <a:extLst>
              <a:ext uri="{FF2B5EF4-FFF2-40B4-BE49-F238E27FC236}">
                <a16:creationId xmlns:a16="http://schemas.microsoft.com/office/drawing/2014/main" id="{4E371DCD-2DFF-F49A-6073-72AC29622437}"/>
              </a:ext>
            </a:extLst>
          </p:cNvPr>
          <p:cNvSpPr txBox="1"/>
          <p:nvPr/>
        </p:nvSpPr>
        <p:spPr>
          <a:xfrm>
            <a:off x="9664262" y="6219231"/>
            <a:ext cx="2796441" cy="646331"/>
          </a:xfrm>
          <a:prstGeom prst="rect">
            <a:avLst/>
          </a:prstGeom>
          <a:noFill/>
        </p:spPr>
        <p:txBody>
          <a:bodyPr wrap="square" rtlCol="0">
            <a:spAutoFit/>
          </a:bodyPr>
          <a:lstStyle/>
          <a:p>
            <a:r>
              <a:rPr lang="en-GB" noProof="0" dirty="0">
                <a:solidFill>
                  <a:schemeClr val="bg2">
                    <a:lumMod val="25000"/>
                  </a:schemeClr>
                </a:solidFill>
                <a:latin typeface="Oswald" panose="00000500000000000000" pitchFamily="2" charset="0"/>
              </a:rPr>
              <a:t>Identification of structural phage genes with </a:t>
            </a:r>
            <a:r>
              <a:rPr lang="en-GB" noProof="0" dirty="0" err="1">
                <a:solidFill>
                  <a:schemeClr val="bg2">
                    <a:lumMod val="25000"/>
                  </a:schemeClr>
                </a:solidFill>
                <a:latin typeface="Oswald" panose="00000500000000000000" pitchFamily="2" charset="0"/>
              </a:rPr>
              <a:t>Genomad</a:t>
            </a:r>
            <a:endParaRPr lang="en-GB" noProof="0" dirty="0">
              <a:solidFill>
                <a:schemeClr val="bg2">
                  <a:lumMod val="25000"/>
                </a:schemeClr>
              </a:solidFill>
              <a:latin typeface="Oswald" panose="00000500000000000000" pitchFamily="2" charset="0"/>
            </a:endParaRPr>
          </a:p>
        </p:txBody>
      </p:sp>
      <p:cxnSp>
        <p:nvCxnSpPr>
          <p:cNvPr id="4" name="Connecteur : en arc 3">
            <a:extLst>
              <a:ext uri="{FF2B5EF4-FFF2-40B4-BE49-F238E27FC236}">
                <a16:creationId xmlns:a16="http://schemas.microsoft.com/office/drawing/2014/main" id="{AC15D873-C322-BECF-52CD-721F1D3B26E6}"/>
              </a:ext>
            </a:extLst>
          </p:cNvPr>
          <p:cNvCxnSpPr>
            <a:cxnSpLocks/>
          </p:cNvCxnSpPr>
          <p:nvPr/>
        </p:nvCxnSpPr>
        <p:spPr>
          <a:xfrm rot="16200000" flipH="1">
            <a:off x="9401836" y="6175695"/>
            <a:ext cx="290822" cy="279342"/>
          </a:xfrm>
          <a:prstGeom prst="curvedConnector3">
            <a:avLst>
              <a:gd name="adj1" fmla="val 120473"/>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0048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AA2BF-2D5B-837F-0DD4-272F1C4A43DE}"/>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59DE1881-E995-C47A-5040-45C4A0AA23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descr="Une image contenant dessin, croquis, dessin humoristique, conception&#10;&#10;Le contenu généré par l’IA peut être incorrect.">
            <a:extLst>
              <a:ext uri="{FF2B5EF4-FFF2-40B4-BE49-F238E27FC236}">
                <a16:creationId xmlns:a16="http://schemas.microsoft.com/office/drawing/2014/main" id="{9FB4CAE3-8621-F0CD-D1BF-9601FDA954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26026" y="211988"/>
            <a:ext cx="1869223" cy="1918630"/>
          </a:xfrm>
          <a:prstGeom prst="rect">
            <a:avLst/>
          </a:prstGeom>
        </p:spPr>
      </p:pic>
      <p:pic>
        <p:nvPicPr>
          <p:cNvPr id="3" name="Image 2" descr="Une image contenant texte, ligne, diagramme, Tracé&#10;&#10;Le contenu généré par l’IA peut être incorrect.">
            <a:extLst>
              <a:ext uri="{FF2B5EF4-FFF2-40B4-BE49-F238E27FC236}">
                <a16:creationId xmlns:a16="http://schemas.microsoft.com/office/drawing/2014/main" id="{1C728930-E654-D711-695C-DAD8602E53F6}"/>
              </a:ext>
            </a:extLst>
          </p:cNvPr>
          <p:cNvPicPr>
            <a:picLocks noChangeAspect="1"/>
          </p:cNvPicPr>
          <p:nvPr/>
        </p:nvPicPr>
        <p:blipFill>
          <a:blip r:embed="rId5"/>
          <a:stretch>
            <a:fillRect/>
          </a:stretch>
        </p:blipFill>
        <p:spPr>
          <a:xfrm>
            <a:off x="4700112" y="1584494"/>
            <a:ext cx="3163029" cy="1167182"/>
          </a:xfrm>
          <a:prstGeom prst="rect">
            <a:avLst/>
          </a:prstGeom>
        </p:spPr>
      </p:pic>
      <p:sp>
        <p:nvSpPr>
          <p:cNvPr id="5" name="Rectangle 4">
            <a:extLst>
              <a:ext uri="{FF2B5EF4-FFF2-40B4-BE49-F238E27FC236}">
                <a16:creationId xmlns:a16="http://schemas.microsoft.com/office/drawing/2014/main" id="{41C3B9B5-8234-774F-4E1B-71B6C1DEAC99}"/>
              </a:ext>
            </a:extLst>
          </p:cNvPr>
          <p:cNvSpPr>
            <a:spLocks noChangeArrowheads="1"/>
          </p:cNvSpPr>
          <p:nvPr/>
        </p:nvSpPr>
        <p:spPr bwMode="auto">
          <a:xfrm>
            <a:off x="1397000" y="347947"/>
            <a:ext cx="85725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buClr>
                <a:srgbClr val="FF0000"/>
              </a:buClr>
            </a:pPr>
            <a:r>
              <a:rPr lang="en-GB" sz="3200" noProof="0" dirty="0">
                <a:latin typeface="Oswald" panose="00000500000000000000" pitchFamily="2" charset="0"/>
              </a:rPr>
              <a:t>How are bacterial </a:t>
            </a:r>
            <a:r>
              <a:rPr lang="en-GB" sz="3200" noProof="0" dirty="0" err="1">
                <a:latin typeface="Oswald" panose="00000500000000000000" pitchFamily="2" charset="0"/>
              </a:rPr>
              <a:t>defense</a:t>
            </a:r>
            <a:r>
              <a:rPr lang="en-GB" sz="3200" noProof="0" dirty="0">
                <a:latin typeface="Oswald" panose="00000500000000000000" pitchFamily="2" charset="0"/>
              </a:rPr>
              <a:t> systems expressed relative to host growth and phage production? </a:t>
            </a:r>
          </a:p>
        </p:txBody>
      </p:sp>
      <p:sp>
        <p:nvSpPr>
          <p:cNvPr id="6" name="Rectangle 5">
            <a:extLst>
              <a:ext uri="{FF2B5EF4-FFF2-40B4-BE49-F238E27FC236}">
                <a16:creationId xmlns:a16="http://schemas.microsoft.com/office/drawing/2014/main" id="{681E4057-AC12-2738-F73B-E8635C93EB2E}"/>
              </a:ext>
            </a:extLst>
          </p:cNvPr>
          <p:cNvSpPr/>
          <p:nvPr/>
        </p:nvSpPr>
        <p:spPr>
          <a:xfrm>
            <a:off x="4700112" y="1593621"/>
            <a:ext cx="1518338" cy="11766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Rectangle 7">
            <a:extLst>
              <a:ext uri="{FF2B5EF4-FFF2-40B4-BE49-F238E27FC236}">
                <a16:creationId xmlns:a16="http://schemas.microsoft.com/office/drawing/2014/main" id="{1A2B8AFB-94D5-ED63-0DC2-40A9D3BA39ED}"/>
              </a:ext>
            </a:extLst>
          </p:cNvPr>
          <p:cNvSpPr/>
          <p:nvPr/>
        </p:nvSpPr>
        <p:spPr>
          <a:xfrm>
            <a:off x="6270070" y="1593621"/>
            <a:ext cx="1599424" cy="11766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ZoneTexte 8">
            <a:extLst>
              <a:ext uri="{FF2B5EF4-FFF2-40B4-BE49-F238E27FC236}">
                <a16:creationId xmlns:a16="http://schemas.microsoft.com/office/drawing/2014/main" id="{BFD88E14-CA9B-AB61-7270-61589A67BB00}"/>
              </a:ext>
            </a:extLst>
          </p:cNvPr>
          <p:cNvSpPr txBox="1"/>
          <p:nvPr/>
        </p:nvSpPr>
        <p:spPr>
          <a:xfrm>
            <a:off x="4760781" y="2911005"/>
            <a:ext cx="1397000" cy="584775"/>
          </a:xfrm>
          <a:prstGeom prst="rect">
            <a:avLst/>
          </a:prstGeom>
          <a:noFill/>
        </p:spPr>
        <p:txBody>
          <a:bodyPr wrap="square" rtlCol="0">
            <a:spAutoFit/>
          </a:bodyPr>
          <a:lstStyle/>
          <a:p>
            <a:pPr algn="ctr"/>
            <a:r>
              <a:rPr lang="en-GB" sz="1600" noProof="0" dirty="0">
                <a:solidFill>
                  <a:schemeClr val="bg2">
                    <a:lumMod val="25000"/>
                  </a:schemeClr>
                </a:solidFill>
                <a:latin typeface="Oswald" panose="00000500000000000000" pitchFamily="2" charset="0"/>
              </a:rPr>
              <a:t>Correlation</a:t>
            </a:r>
            <a:r>
              <a:rPr lang="en-GB" sz="1600" noProof="0" dirty="0">
                <a:solidFill>
                  <a:schemeClr val="bg2">
                    <a:lumMod val="25000"/>
                  </a:schemeClr>
                </a:solidFill>
              </a:rPr>
              <a:t> </a:t>
            </a:r>
            <a:r>
              <a:rPr lang="en-GB" sz="1600" b="1" noProof="0" dirty="0">
                <a:solidFill>
                  <a:schemeClr val="bg2">
                    <a:lumMod val="25000"/>
                  </a:schemeClr>
                </a:solidFill>
              </a:rPr>
              <a:t>ρ</a:t>
            </a:r>
            <a:r>
              <a:rPr lang="en-GB" sz="1600" noProof="0" dirty="0">
                <a:solidFill>
                  <a:schemeClr val="bg2">
                    <a:lumMod val="25000"/>
                  </a:schemeClr>
                </a:solidFill>
                <a:latin typeface="Oswald" panose="00000500000000000000" pitchFamily="2" charset="0"/>
              </a:rPr>
              <a:t> to bacterial growth</a:t>
            </a:r>
          </a:p>
        </p:txBody>
      </p:sp>
      <p:sp>
        <p:nvSpPr>
          <p:cNvPr id="18" name="ZoneTexte 17">
            <a:extLst>
              <a:ext uri="{FF2B5EF4-FFF2-40B4-BE49-F238E27FC236}">
                <a16:creationId xmlns:a16="http://schemas.microsoft.com/office/drawing/2014/main" id="{FB4860FE-1834-316E-BE08-02A1C37F4630}"/>
              </a:ext>
            </a:extLst>
          </p:cNvPr>
          <p:cNvSpPr txBox="1"/>
          <p:nvPr/>
        </p:nvSpPr>
        <p:spPr>
          <a:xfrm>
            <a:off x="6371282" y="2911004"/>
            <a:ext cx="1397000" cy="584775"/>
          </a:xfrm>
          <a:prstGeom prst="rect">
            <a:avLst/>
          </a:prstGeom>
          <a:noFill/>
        </p:spPr>
        <p:txBody>
          <a:bodyPr wrap="square" rtlCol="0">
            <a:spAutoFit/>
          </a:bodyPr>
          <a:lstStyle/>
          <a:p>
            <a:pPr algn="ctr"/>
            <a:r>
              <a:rPr lang="en-GB" sz="1600" noProof="0" dirty="0">
                <a:solidFill>
                  <a:schemeClr val="bg2">
                    <a:lumMod val="25000"/>
                  </a:schemeClr>
                </a:solidFill>
                <a:latin typeface="Oswald" panose="00000500000000000000" pitchFamily="2" charset="0"/>
              </a:rPr>
              <a:t>Correlation</a:t>
            </a:r>
            <a:r>
              <a:rPr lang="en-GB" sz="1600" noProof="0" dirty="0">
                <a:solidFill>
                  <a:schemeClr val="bg2">
                    <a:lumMod val="25000"/>
                  </a:schemeClr>
                </a:solidFill>
              </a:rPr>
              <a:t> </a:t>
            </a:r>
            <a:r>
              <a:rPr lang="en-GB" sz="1600" b="1" noProof="0" dirty="0">
                <a:solidFill>
                  <a:schemeClr val="bg2">
                    <a:lumMod val="25000"/>
                  </a:schemeClr>
                </a:solidFill>
              </a:rPr>
              <a:t>ρ</a:t>
            </a:r>
            <a:r>
              <a:rPr lang="en-GB" sz="1600" noProof="0" dirty="0">
                <a:solidFill>
                  <a:schemeClr val="bg2">
                    <a:lumMod val="25000"/>
                  </a:schemeClr>
                </a:solidFill>
                <a:latin typeface="Oswald" panose="00000500000000000000" pitchFamily="2" charset="0"/>
              </a:rPr>
              <a:t> to phage growth</a:t>
            </a:r>
          </a:p>
        </p:txBody>
      </p:sp>
      <p:graphicFrame>
        <p:nvGraphicFramePr>
          <p:cNvPr id="2" name="Tableau 1">
            <a:extLst>
              <a:ext uri="{FF2B5EF4-FFF2-40B4-BE49-F238E27FC236}">
                <a16:creationId xmlns:a16="http://schemas.microsoft.com/office/drawing/2014/main" id="{B3559330-ADFC-5A8C-5B7E-CB10B0D334EA}"/>
              </a:ext>
            </a:extLst>
          </p:cNvPr>
          <p:cNvGraphicFramePr>
            <a:graphicFrameLocks noGrp="1"/>
          </p:cNvGraphicFramePr>
          <p:nvPr>
            <p:extLst>
              <p:ext uri="{D42A27DB-BD31-4B8C-83A1-F6EECF244321}">
                <p14:modId xmlns:p14="http://schemas.microsoft.com/office/powerpoint/2010/main" val="1388121438"/>
              </p:ext>
            </p:extLst>
          </p:nvPr>
        </p:nvGraphicFramePr>
        <p:xfrm>
          <a:off x="51008" y="3716020"/>
          <a:ext cx="12089984" cy="2926080"/>
        </p:xfrm>
        <a:graphic>
          <a:graphicData uri="http://schemas.openxmlformats.org/drawingml/2006/table">
            <a:tbl>
              <a:tblPr firstRow="1" bandRow="1">
                <a:tableStyleId>{5C22544A-7EE6-4342-B048-85BDC9FD1C3A}</a:tableStyleId>
              </a:tblPr>
              <a:tblGrid>
                <a:gridCol w="1312056">
                  <a:extLst>
                    <a:ext uri="{9D8B030D-6E8A-4147-A177-3AD203B41FA5}">
                      <a16:colId xmlns:a16="http://schemas.microsoft.com/office/drawing/2014/main" val="2499718628"/>
                    </a:ext>
                  </a:extLst>
                </a:gridCol>
                <a:gridCol w="1349114">
                  <a:extLst>
                    <a:ext uri="{9D8B030D-6E8A-4147-A177-3AD203B41FA5}">
                      <a16:colId xmlns:a16="http://schemas.microsoft.com/office/drawing/2014/main" val="2781800617"/>
                    </a:ext>
                  </a:extLst>
                </a:gridCol>
                <a:gridCol w="1618938">
                  <a:extLst>
                    <a:ext uri="{9D8B030D-6E8A-4147-A177-3AD203B41FA5}">
                      <a16:colId xmlns:a16="http://schemas.microsoft.com/office/drawing/2014/main" val="3605047854"/>
                    </a:ext>
                  </a:extLst>
                </a:gridCol>
                <a:gridCol w="1918741">
                  <a:extLst>
                    <a:ext uri="{9D8B030D-6E8A-4147-A177-3AD203B41FA5}">
                      <a16:colId xmlns:a16="http://schemas.microsoft.com/office/drawing/2014/main" val="2605615202"/>
                    </a:ext>
                  </a:extLst>
                </a:gridCol>
                <a:gridCol w="1903751">
                  <a:extLst>
                    <a:ext uri="{9D8B030D-6E8A-4147-A177-3AD203B41FA5}">
                      <a16:colId xmlns:a16="http://schemas.microsoft.com/office/drawing/2014/main" val="624793688"/>
                    </a:ext>
                  </a:extLst>
                </a:gridCol>
                <a:gridCol w="1999488">
                  <a:extLst>
                    <a:ext uri="{9D8B030D-6E8A-4147-A177-3AD203B41FA5}">
                      <a16:colId xmlns:a16="http://schemas.microsoft.com/office/drawing/2014/main" val="3449220282"/>
                    </a:ext>
                  </a:extLst>
                </a:gridCol>
                <a:gridCol w="1987896">
                  <a:extLst>
                    <a:ext uri="{9D8B030D-6E8A-4147-A177-3AD203B41FA5}">
                      <a16:colId xmlns:a16="http://schemas.microsoft.com/office/drawing/2014/main" val="4240036390"/>
                    </a:ext>
                  </a:extLst>
                </a:gridCol>
              </a:tblGrid>
              <a:tr h="353594">
                <a:tc>
                  <a:txBody>
                    <a:bodyPr/>
                    <a:lstStyle/>
                    <a:p>
                      <a:endParaRPr lang="en-GB" b="1" noProof="0" dirty="0">
                        <a:solidFill>
                          <a:schemeClr val="bg1"/>
                        </a:solidFill>
                      </a:endParaRPr>
                    </a:p>
                  </a:txBody>
                  <a:tcPr>
                    <a:solidFill>
                      <a:srgbClr val="FF0000"/>
                    </a:solidFill>
                  </a:tcPr>
                </a:tc>
                <a:tc>
                  <a:txBody>
                    <a:bodyPr/>
                    <a:lstStyle/>
                    <a:p>
                      <a:pPr algn="ctr"/>
                      <a:r>
                        <a:rPr lang="en-GB" b="1" noProof="0" dirty="0" err="1">
                          <a:solidFill>
                            <a:schemeClr val="bg1"/>
                          </a:solidFill>
                        </a:rPr>
                        <a:t>Defense</a:t>
                      </a:r>
                      <a:r>
                        <a:rPr lang="en-GB" b="1" noProof="0" dirty="0">
                          <a:solidFill>
                            <a:schemeClr val="bg1"/>
                          </a:solidFill>
                        </a:rPr>
                        <a:t> system</a:t>
                      </a:r>
                    </a:p>
                  </a:txBody>
                  <a:tcPr>
                    <a:solidFill>
                      <a:srgbClr val="FF0000"/>
                    </a:solidFill>
                  </a:tcPr>
                </a:tc>
                <a:tc>
                  <a:txBody>
                    <a:bodyPr/>
                    <a:lstStyle/>
                    <a:p>
                      <a:pPr algn="ctr"/>
                      <a:endParaRPr lang="en-GB" sz="1200" b="1" noProof="0" dirty="0">
                        <a:solidFill>
                          <a:schemeClr val="bg1"/>
                        </a:solidFill>
                      </a:endParaRPr>
                    </a:p>
                    <a:p>
                      <a:pPr algn="ctr"/>
                      <a:r>
                        <a:rPr lang="en-GB" b="1" noProof="0" dirty="0">
                          <a:solidFill>
                            <a:schemeClr val="bg1"/>
                          </a:solidFill>
                        </a:rPr>
                        <a:t>Condition</a:t>
                      </a:r>
                    </a:p>
                  </a:txBody>
                  <a:tcPr>
                    <a:solidFill>
                      <a:srgbClr val="FF0000"/>
                    </a:solidFill>
                  </a:tcPr>
                </a:tc>
                <a:tc>
                  <a:txBody>
                    <a:bodyPr/>
                    <a:lstStyle/>
                    <a:p>
                      <a:pPr algn="ctr"/>
                      <a:r>
                        <a:rPr lang="en-GB" sz="2400" b="1" noProof="0" dirty="0">
                          <a:solidFill>
                            <a:schemeClr val="bg1"/>
                          </a:solidFill>
                        </a:rPr>
                        <a:t>ρ</a:t>
                      </a:r>
                      <a:r>
                        <a:rPr lang="en-GB" sz="2400" b="1" baseline="-25000" noProof="0" dirty="0">
                          <a:solidFill>
                            <a:schemeClr val="bg1"/>
                          </a:solidFill>
                        </a:rPr>
                        <a:t>(</a:t>
                      </a:r>
                      <a:r>
                        <a:rPr lang="en-GB" sz="2400" baseline="-25000" noProof="0" dirty="0">
                          <a:solidFill>
                            <a:schemeClr val="bg1"/>
                          </a:solidFill>
                          <a:latin typeface="Oswald" panose="00000500000000000000" pitchFamily="2" charset="0"/>
                        </a:rPr>
                        <a:t>bacterial growth)</a:t>
                      </a:r>
                      <a:endParaRPr lang="en-GB" sz="2400" baseline="-25000" noProof="0" dirty="0">
                        <a:solidFill>
                          <a:schemeClr val="bg1"/>
                        </a:solidFill>
                      </a:endParaRPr>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400" b="1" noProof="0" dirty="0">
                          <a:solidFill>
                            <a:schemeClr val="bg1"/>
                          </a:solidFill>
                        </a:rPr>
                        <a:t>ρ</a:t>
                      </a:r>
                      <a:r>
                        <a:rPr lang="en-GB" sz="2400" b="1" baseline="-25000" noProof="0" dirty="0">
                          <a:solidFill>
                            <a:schemeClr val="bg1"/>
                          </a:solidFill>
                        </a:rPr>
                        <a:t>(</a:t>
                      </a:r>
                      <a:r>
                        <a:rPr lang="en-GB" sz="2400" baseline="-25000" noProof="0" dirty="0">
                          <a:solidFill>
                            <a:schemeClr val="bg1"/>
                          </a:solidFill>
                          <a:latin typeface="Oswald" panose="00000500000000000000" pitchFamily="2" charset="0"/>
                        </a:rPr>
                        <a:t>phage growth)</a:t>
                      </a:r>
                      <a:endParaRPr lang="en-GB" sz="2400" baseline="-25000" noProof="0" dirty="0">
                        <a:solidFill>
                          <a:schemeClr val="bg1"/>
                        </a:solidFill>
                      </a:endParaRPr>
                    </a:p>
                    <a:p>
                      <a:pPr algn="ctr"/>
                      <a:endParaRPr lang="en-GB" noProof="0" dirty="0"/>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800" b="1" baseline="-25000" noProof="0" dirty="0" err="1">
                          <a:solidFill>
                            <a:schemeClr val="bg1"/>
                          </a:solidFill>
                        </a:rPr>
                        <a:t>Padj</a:t>
                      </a:r>
                      <a:r>
                        <a:rPr lang="en-GB" sz="3200" b="1" baseline="-25000" noProof="0" dirty="0">
                          <a:solidFill>
                            <a:schemeClr val="bg1"/>
                          </a:solidFill>
                        </a:rPr>
                        <a:t> </a:t>
                      </a:r>
                      <a:r>
                        <a:rPr lang="en-GB" sz="2400" b="1" baseline="-25000" noProof="0" dirty="0">
                          <a:solidFill>
                            <a:schemeClr val="bg1"/>
                          </a:solidFill>
                        </a:rPr>
                        <a:t>(</a:t>
                      </a:r>
                      <a:r>
                        <a:rPr lang="en-GB" sz="2400" baseline="-25000" noProof="0" dirty="0">
                          <a:solidFill>
                            <a:schemeClr val="bg1"/>
                          </a:solidFill>
                          <a:latin typeface="Oswald" panose="00000500000000000000" pitchFamily="2" charset="0"/>
                        </a:rPr>
                        <a:t>phage growth)</a:t>
                      </a:r>
                      <a:endParaRPr lang="en-GB" sz="2400" baseline="-25000" noProof="0" dirty="0">
                        <a:solidFill>
                          <a:schemeClr val="bg1"/>
                        </a:solidFill>
                      </a:endParaRPr>
                    </a:p>
                    <a:p>
                      <a:pPr algn="ctr"/>
                      <a:endParaRPr lang="en-GB" noProof="0" dirty="0"/>
                    </a:p>
                  </a:txBody>
                  <a:tcP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800" b="1" baseline="-25000" noProof="0" dirty="0" err="1">
                          <a:solidFill>
                            <a:schemeClr val="bg1"/>
                          </a:solidFill>
                        </a:rPr>
                        <a:t>Padj</a:t>
                      </a:r>
                      <a:r>
                        <a:rPr lang="en-GB" sz="3200" b="1" baseline="-25000" noProof="0" dirty="0">
                          <a:solidFill>
                            <a:schemeClr val="bg1"/>
                          </a:solidFill>
                        </a:rPr>
                        <a:t> </a:t>
                      </a:r>
                      <a:r>
                        <a:rPr lang="en-GB" sz="2400" b="1" baseline="-25000" noProof="0" dirty="0">
                          <a:solidFill>
                            <a:schemeClr val="bg1"/>
                          </a:solidFill>
                        </a:rPr>
                        <a:t>(</a:t>
                      </a:r>
                      <a:r>
                        <a:rPr lang="en-GB" sz="2400" baseline="-25000" noProof="0" dirty="0">
                          <a:solidFill>
                            <a:schemeClr val="bg1"/>
                          </a:solidFill>
                          <a:latin typeface="Oswald" panose="00000500000000000000" pitchFamily="2" charset="0"/>
                        </a:rPr>
                        <a:t>phage growth)</a:t>
                      </a:r>
                      <a:endParaRPr lang="en-GB" sz="2400" baseline="-25000" noProof="0" dirty="0">
                        <a:solidFill>
                          <a:schemeClr val="bg1"/>
                        </a:solidFill>
                      </a:endParaRPr>
                    </a:p>
                    <a:p>
                      <a:pPr algn="ctr"/>
                      <a:endParaRPr lang="en-GB" noProof="0" dirty="0"/>
                    </a:p>
                  </a:txBody>
                  <a:tcPr>
                    <a:solidFill>
                      <a:srgbClr val="FF0000"/>
                    </a:solidFill>
                  </a:tcPr>
                </a:tc>
                <a:extLst>
                  <a:ext uri="{0D108BD9-81ED-4DB2-BD59-A6C34878D82A}">
                    <a16:rowId xmlns:a16="http://schemas.microsoft.com/office/drawing/2014/main" val="2715195804"/>
                  </a:ext>
                </a:extLst>
              </a:tr>
              <a:tr h="342037">
                <a:tc>
                  <a:txBody>
                    <a:bodyPr/>
                    <a:lstStyle/>
                    <a:p>
                      <a:r>
                        <a:rPr lang="en-GB" b="0" noProof="0" dirty="0">
                          <a:solidFill>
                            <a:schemeClr val="bg1"/>
                          </a:solidFill>
                        </a:rPr>
                        <a:t>Project</a:t>
                      </a:r>
                      <a:r>
                        <a:rPr lang="en-GB" b="1" noProof="0" dirty="0">
                          <a:solidFill>
                            <a:schemeClr val="bg1"/>
                          </a:solidFill>
                        </a:rPr>
                        <a:t> 1</a:t>
                      </a:r>
                    </a:p>
                  </a:txBody>
                  <a:tcPr>
                    <a:solidFill>
                      <a:srgbClr val="FF4343"/>
                    </a:solidFill>
                  </a:tcPr>
                </a:tc>
                <a:tc>
                  <a:txBody>
                    <a:bodyPr/>
                    <a:lstStyle/>
                    <a:p>
                      <a:pPr algn="ctr" rtl="0" fontAlgn="b">
                        <a:buNone/>
                      </a:pPr>
                      <a:r>
                        <a:rPr lang="en-GB" b="0" noProof="0" dirty="0" err="1">
                          <a:solidFill>
                            <a:schemeClr val="bg2">
                              <a:lumMod val="25000"/>
                            </a:schemeClr>
                          </a:solidFill>
                          <a:effectLst/>
                        </a:rPr>
                        <a:t>SpbK</a:t>
                      </a: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r>
                        <a:rPr lang="en-GB" b="0" noProof="0" dirty="0">
                          <a:solidFill>
                            <a:schemeClr val="bg2">
                              <a:lumMod val="25000"/>
                            </a:schemeClr>
                          </a:solidFill>
                          <a:effectLst/>
                        </a:rPr>
                        <a:t>infected</a:t>
                      </a:r>
                    </a:p>
                  </a:txBody>
                  <a:tcPr marL="28575" marR="28575" marT="19050" marB="19050" anchor="b">
                    <a:solidFill>
                      <a:srgbClr val="FF4343"/>
                    </a:solidFill>
                  </a:tcPr>
                </a:tc>
                <a:tc>
                  <a:txBody>
                    <a:bodyPr/>
                    <a:lstStyle/>
                    <a:p>
                      <a:pPr algn="ctr" rtl="0" fontAlgn="b">
                        <a:buNone/>
                      </a:pP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extLst>
                  <a:ext uri="{0D108BD9-81ED-4DB2-BD59-A6C34878D82A}">
                    <a16:rowId xmlns:a16="http://schemas.microsoft.com/office/drawing/2014/main" val="1201326126"/>
                  </a:ext>
                </a:extLst>
              </a:tr>
              <a:tr h="342037">
                <a:tc>
                  <a:txBody>
                    <a:bodyPr/>
                    <a:lstStyle/>
                    <a:p>
                      <a:r>
                        <a:rPr lang="en-GB" b="0" noProof="0" dirty="0">
                          <a:solidFill>
                            <a:schemeClr val="bg1"/>
                          </a:solidFill>
                        </a:rPr>
                        <a:t>Project</a:t>
                      </a:r>
                      <a:r>
                        <a:rPr lang="en-GB" b="1" noProof="0" dirty="0">
                          <a:solidFill>
                            <a:schemeClr val="bg1"/>
                          </a:solidFill>
                        </a:rPr>
                        <a:t> 1</a:t>
                      </a:r>
                    </a:p>
                  </a:txBody>
                  <a:tcPr>
                    <a:solidFill>
                      <a:srgbClr val="FF4343"/>
                    </a:solidFill>
                  </a:tcPr>
                </a:tc>
                <a:tc>
                  <a:txBody>
                    <a:bodyPr/>
                    <a:lstStyle/>
                    <a:p>
                      <a:pPr algn="ctr" rtl="0" fontAlgn="b">
                        <a:buNone/>
                      </a:pPr>
                      <a:r>
                        <a:rPr lang="en-GB" b="0" noProof="0" dirty="0">
                          <a:solidFill>
                            <a:schemeClr val="bg2">
                              <a:lumMod val="25000"/>
                            </a:schemeClr>
                          </a:solidFill>
                          <a:effectLst/>
                        </a:rPr>
                        <a:t>RM</a:t>
                      </a:r>
                    </a:p>
                  </a:txBody>
                  <a:tcPr marL="28575" marR="28575" marT="19050" marB="19050" anchor="b">
                    <a:solidFill>
                      <a:srgbClr val="FF4343"/>
                    </a:solidFill>
                  </a:tcPr>
                </a:tc>
                <a:tc>
                  <a:txBody>
                    <a:bodyPr/>
                    <a:lstStyle/>
                    <a:p>
                      <a:pPr algn="ctr" rtl="0" fontAlgn="b">
                        <a:buNone/>
                      </a:pPr>
                      <a:r>
                        <a:rPr lang="en-GB" b="0" noProof="0" dirty="0">
                          <a:solidFill>
                            <a:schemeClr val="bg2">
                              <a:lumMod val="25000"/>
                            </a:schemeClr>
                          </a:solidFill>
                          <a:effectLst/>
                        </a:rPr>
                        <a:t>infected</a:t>
                      </a:r>
                    </a:p>
                  </a:txBody>
                  <a:tcPr marL="28575" marR="28575" marT="19050" marB="19050" anchor="b">
                    <a:solidFill>
                      <a:srgbClr val="FF4343"/>
                    </a:solidFill>
                  </a:tcPr>
                </a:tc>
                <a:tc>
                  <a:txBody>
                    <a:bodyPr/>
                    <a:lstStyle/>
                    <a:p>
                      <a:pPr algn="ctr" rtl="0" fontAlgn="b">
                        <a:buNone/>
                      </a:pP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extLst>
                  <a:ext uri="{0D108BD9-81ED-4DB2-BD59-A6C34878D82A}">
                    <a16:rowId xmlns:a16="http://schemas.microsoft.com/office/drawing/2014/main" val="123359268"/>
                  </a:ext>
                </a:extLst>
              </a:tr>
              <a:tr h="342037">
                <a:tc>
                  <a:txBody>
                    <a:bodyPr/>
                    <a:lstStyle/>
                    <a:p>
                      <a:r>
                        <a:rPr lang="en-GB" b="0" noProof="0" dirty="0">
                          <a:solidFill>
                            <a:schemeClr val="bg1"/>
                          </a:solidFill>
                        </a:rPr>
                        <a:t>Project</a:t>
                      </a:r>
                      <a:r>
                        <a:rPr lang="en-GB" b="1" noProof="0" dirty="0">
                          <a:solidFill>
                            <a:schemeClr val="bg1"/>
                          </a:solidFill>
                        </a:rPr>
                        <a:t> 1</a:t>
                      </a:r>
                    </a:p>
                  </a:txBody>
                  <a:tcPr>
                    <a:solidFill>
                      <a:srgbClr val="FF4343"/>
                    </a:solidFill>
                  </a:tcPr>
                </a:tc>
                <a:tc>
                  <a:txBody>
                    <a:bodyPr/>
                    <a:lstStyle/>
                    <a:p>
                      <a:pPr algn="ctr" rtl="0" fontAlgn="b">
                        <a:buNone/>
                      </a:pPr>
                      <a:r>
                        <a:rPr lang="en-GB" b="0" noProof="0" dirty="0" err="1">
                          <a:solidFill>
                            <a:schemeClr val="bg2">
                              <a:lumMod val="25000"/>
                            </a:schemeClr>
                          </a:solidFill>
                          <a:effectLst/>
                        </a:rPr>
                        <a:t>Gao_Tmn</a:t>
                      </a: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r>
                        <a:rPr lang="en-GB" b="0" noProof="0" dirty="0">
                          <a:solidFill>
                            <a:schemeClr val="bg2">
                              <a:lumMod val="25000"/>
                            </a:schemeClr>
                          </a:solidFill>
                          <a:effectLst/>
                        </a:rPr>
                        <a:t>control</a:t>
                      </a:r>
                    </a:p>
                  </a:txBody>
                  <a:tcPr marL="28575" marR="28575" marT="19050" marB="19050" anchor="b">
                    <a:solidFill>
                      <a:srgbClr val="FF4343"/>
                    </a:solidFill>
                  </a:tcPr>
                </a:tc>
                <a:tc>
                  <a:txBody>
                    <a:bodyPr/>
                    <a:lstStyle/>
                    <a:p>
                      <a:pPr algn="ctr" rtl="0" fontAlgn="b">
                        <a:buNone/>
                      </a:pP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b="0"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extLst>
                  <a:ext uri="{0D108BD9-81ED-4DB2-BD59-A6C34878D82A}">
                    <a16:rowId xmlns:a16="http://schemas.microsoft.com/office/drawing/2014/main" val="1872581909"/>
                  </a:ext>
                </a:extLst>
              </a:tr>
              <a:tr h="342037">
                <a:tc>
                  <a:txBody>
                    <a:bodyPr/>
                    <a:lstStyle/>
                    <a:p>
                      <a:r>
                        <a:rPr lang="en-GB" b="0" noProof="0" dirty="0">
                          <a:solidFill>
                            <a:schemeClr val="bg1"/>
                          </a:solidFill>
                        </a:rPr>
                        <a:t>Project</a:t>
                      </a:r>
                      <a:r>
                        <a:rPr lang="en-GB" b="1" noProof="0" dirty="0">
                          <a:solidFill>
                            <a:schemeClr val="bg1"/>
                          </a:solidFill>
                        </a:rPr>
                        <a:t> 2</a:t>
                      </a:r>
                    </a:p>
                  </a:txBody>
                  <a:tcPr>
                    <a:solidFill>
                      <a:srgbClr val="FF4343"/>
                    </a:solidFill>
                  </a:tcPr>
                </a:tc>
                <a:tc>
                  <a:txBody>
                    <a:bodyPr/>
                    <a:lstStyle/>
                    <a:p>
                      <a:pPr algn="ctr"/>
                      <a:r>
                        <a:rPr lang="en-GB" b="0" noProof="0" dirty="0">
                          <a:solidFill>
                            <a:schemeClr val="bg2">
                              <a:lumMod val="25000"/>
                            </a:schemeClr>
                          </a:solidFill>
                        </a:rPr>
                        <a:t>Cas</a:t>
                      </a:r>
                    </a:p>
                  </a:txBody>
                  <a:tcPr>
                    <a:solidFill>
                      <a:srgbClr val="FF4343"/>
                    </a:solidFill>
                  </a:tcPr>
                </a:tc>
                <a:tc>
                  <a:txBody>
                    <a:bodyPr/>
                    <a:lstStyle/>
                    <a:p>
                      <a:pPr algn="ctr"/>
                      <a:r>
                        <a:rPr lang="en-GB" b="0" noProof="0" dirty="0" err="1">
                          <a:solidFill>
                            <a:schemeClr val="bg2">
                              <a:lumMod val="25000"/>
                            </a:schemeClr>
                          </a:solidFill>
                        </a:rPr>
                        <a:t>stationnary</a:t>
                      </a:r>
                      <a:endParaRPr lang="en-GB" b="0" noProof="0" dirty="0">
                        <a:solidFill>
                          <a:schemeClr val="bg2">
                            <a:lumMod val="25000"/>
                          </a:schemeClr>
                        </a:solidFill>
                      </a:endParaRPr>
                    </a:p>
                  </a:txBody>
                  <a:tcPr>
                    <a:solidFill>
                      <a:srgbClr val="FF4343"/>
                    </a:solidFill>
                  </a:tcPr>
                </a:tc>
                <a:tc>
                  <a:txBody>
                    <a:bodyPr/>
                    <a:lstStyle/>
                    <a:p>
                      <a:pPr algn="ctr"/>
                      <a:endParaRPr lang="en-GB" sz="1800" b="0" i="0" kern="1200" noProof="0" dirty="0">
                        <a:solidFill>
                          <a:schemeClr val="bg2">
                            <a:lumMod val="25000"/>
                          </a:schemeClr>
                        </a:solidFill>
                        <a:effectLst/>
                        <a:latin typeface="+mn-lt"/>
                        <a:ea typeface="+mn-ea"/>
                        <a:cs typeface="+mn-cs"/>
                      </a:endParaRPr>
                    </a:p>
                  </a:txBody>
                  <a:tcPr>
                    <a:solidFill>
                      <a:srgbClr val="FF4343"/>
                    </a:solidFill>
                  </a:tcPr>
                </a:tc>
                <a:tc>
                  <a:txBody>
                    <a:bodyPr/>
                    <a:lstStyle/>
                    <a:p>
                      <a:pPr algn="ctr"/>
                      <a:endParaRPr lang="en-GB" b="0" noProof="0" dirty="0">
                        <a:solidFill>
                          <a:schemeClr val="bg2">
                            <a:lumMod val="25000"/>
                          </a:schemeClr>
                        </a:solidFill>
                      </a:endParaRPr>
                    </a:p>
                  </a:txBody>
                  <a:tcPr>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extLst>
                  <a:ext uri="{0D108BD9-81ED-4DB2-BD59-A6C34878D82A}">
                    <a16:rowId xmlns:a16="http://schemas.microsoft.com/office/drawing/2014/main" val="399731912"/>
                  </a:ext>
                </a:extLst>
              </a:tr>
              <a:tr h="342037">
                <a:tc>
                  <a:txBody>
                    <a:bodyPr/>
                    <a:lstStyle/>
                    <a:p>
                      <a:r>
                        <a:rPr lang="en-GB" b="0" noProof="0" dirty="0">
                          <a:solidFill>
                            <a:schemeClr val="bg1"/>
                          </a:solidFill>
                        </a:rPr>
                        <a:t>Project</a:t>
                      </a:r>
                      <a:r>
                        <a:rPr lang="en-GB" b="1" noProof="0" dirty="0">
                          <a:solidFill>
                            <a:schemeClr val="bg1"/>
                          </a:solidFill>
                        </a:rPr>
                        <a:t> 2</a:t>
                      </a:r>
                    </a:p>
                  </a:txBody>
                  <a:tcPr>
                    <a:solidFill>
                      <a:srgbClr val="FF4343"/>
                    </a:solidFill>
                  </a:tcPr>
                </a:tc>
                <a:tc>
                  <a:txBody>
                    <a:bodyPr/>
                    <a:lstStyle/>
                    <a:p>
                      <a:pPr algn="ctr"/>
                      <a:r>
                        <a:rPr lang="en-GB" b="0" noProof="0" dirty="0">
                          <a:solidFill>
                            <a:schemeClr val="bg2">
                              <a:lumMod val="25000"/>
                            </a:schemeClr>
                          </a:solidFill>
                        </a:rPr>
                        <a:t>Cas</a:t>
                      </a:r>
                    </a:p>
                  </a:txBody>
                  <a:tcPr>
                    <a:solidFill>
                      <a:srgbClr val="FF4343"/>
                    </a:solidFill>
                  </a:tcPr>
                </a:tc>
                <a:tc>
                  <a:txBody>
                    <a:bodyPr/>
                    <a:lstStyle/>
                    <a:p>
                      <a:pPr algn="ctr"/>
                      <a:r>
                        <a:rPr lang="en-GB" b="0" noProof="0" dirty="0">
                          <a:solidFill>
                            <a:schemeClr val="bg2">
                              <a:lumMod val="25000"/>
                            </a:schemeClr>
                          </a:solidFill>
                        </a:rPr>
                        <a:t>exponential</a:t>
                      </a:r>
                    </a:p>
                  </a:txBody>
                  <a:tcPr>
                    <a:solidFill>
                      <a:srgbClr val="FF4343"/>
                    </a:solidFill>
                  </a:tcPr>
                </a:tc>
                <a:tc>
                  <a:txBody>
                    <a:bodyPr/>
                    <a:lstStyle/>
                    <a:p>
                      <a:pPr algn="ctr"/>
                      <a:endParaRPr lang="en-GB" b="0" noProof="0" dirty="0">
                        <a:solidFill>
                          <a:schemeClr val="bg2">
                            <a:lumMod val="25000"/>
                          </a:schemeClr>
                        </a:solidFill>
                      </a:endParaRPr>
                    </a:p>
                  </a:txBody>
                  <a:tcPr>
                    <a:solidFill>
                      <a:srgbClr val="FF4343"/>
                    </a:solidFill>
                  </a:tcPr>
                </a:tc>
                <a:tc>
                  <a:txBody>
                    <a:bodyPr/>
                    <a:lstStyle/>
                    <a:p>
                      <a:pPr algn="ctr"/>
                      <a:endParaRPr lang="en-GB" b="0" noProof="0" dirty="0">
                        <a:solidFill>
                          <a:schemeClr val="bg2">
                            <a:lumMod val="25000"/>
                          </a:schemeClr>
                        </a:solidFill>
                      </a:endParaRPr>
                    </a:p>
                  </a:txBody>
                  <a:tcPr>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extLst>
                  <a:ext uri="{0D108BD9-81ED-4DB2-BD59-A6C34878D82A}">
                    <a16:rowId xmlns:a16="http://schemas.microsoft.com/office/drawing/2014/main" val="2525566976"/>
                  </a:ext>
                </a:extLst>
              </a:tr>
              <a:tr h="342037">
                <a:tc>
                  <a:txBody>
                    <a:bodyPr/>
                    <a:lstStyle/>
                    <a:p>
                      <a:r>
                        <a:rPr lang="en-GB" b="1" noProof="0" dirty="0">
                          <a:solidFill>
                            <a:schemeClr val="bg1"/>
                          </a:solidFill>
                        </a:rPr>
                        <a:t>…</a:t>
                      </a:r>
                    </a:p>
                  </a:txBody>
                  <a:tcPr>
                    <a:solidFill>
                      <a:srgbClr val="FF4343"/>
                    </a:solidFill>
                  </a:tcPr>
                </a:tc>
                <a:tc>
                  <a:txBody>
                    <a:bodyPr/>
                    <a:lstStyle/>
                    <a:p>
                      <a:pPr algn="ctr"/>
                      <a:endParaRPr lang="en-GB" b="0" noProof="0" dirty="0">
                        <a:solidFill>
                          <a:schemeClr val="bg2">
                            <a:lumMod val="25000"/>
                          </a:schemeClr>
                        </a:solidFill>
                      </a:endParaRPr>
                    </a:p>
                  </a:txBody>
                  <a:tcPr>
                    <a:solidFill>
                      <a:srgbClr val="FF4343"/>
                    </a:solidFill>
                  </a:tcPr>
                </a:tc>
                <a:tc>
                  <a:txBody>
                    <a:bodyPr/>
                    <a:lstStyle/>
                    <a:p>
                      <a:pPr algn="ctr"/>
                      <a:endParaRPr lang="en-GB" b="0" noProof="0" dirty="0">
                        <a:solidFill>
                          <a:schemeClr val="bg2">
                            <a:lumMod val="25000"/>
                          </a:schemeClr>
                        </a:solidFill>
                      </a:endParaRPr>
                    </a:p>
                  </a:txBody>
                  <a:tcPr>
                    <a:solidFill>
                      <a:srgbClr val="FF4343"/>
                    </a:solidFill>
                  </a:tcPr>
                </a:tc>
                <a:tc>
                  <a:txBody>
                    <a:bodyPr/>
                    <a:lstStyle/>
                    <a:p>
                      <a:pPr algn="ctr"/>
                      <a:endParaRPr lang="en-GB" b="0" noProof="0" dirty="0">
                        <a:solidFill>
                          <a:schemeClr val="bg2">
                            <a:lumMod val="25000"/>
                          </a:schemeClr>
                        </a:solidFill>
                      </a:endParaRPr>
                    </a:p>
                  </a:txBody>
                  <a:tcPr>
                    <a:solidFill>
                      <a:srgbClr val="FF4343"/>
                    </a:solidFill>
                  </a:tcPr>
                </a:tc>
                <a:tc>
                  <a:txBody>
                    <a:bodyPr/>
                    <a:lstStyle/>
                    <a:p>
                      <a:pPr algn="ctr"/>
                      <a:endParaRPr lang="en-GB" b="0" noProof="0" dirty="0">
                        <a:solidFill>
                          <a:schemeClr val="bg2">
                            <a:lumMod val="25000"/>
                          </a:schemeClr>
                        </a:solidFill>
                      </a:endParaRPr>
                    </a:p>
                  </a:txBody>
                  <a:tcPr>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tc>
                  <a:txBody>
                    <a:bodyPr/>
                    <a:lstStyle/>
                    <a:p>
                      <a:pPr algn="ctr" rtl="0" fontAlgn="b">
                        <a:buNone/>
                      </a:pPr>
                      <a:endParaRPr lang="en-GB" noProof="0" dirty="0">
                        <a:solidFill>
                          <a:schemeClr val="bg2">
                            <a:lumMod val="25000"/>
                          </a:schemeClr>
                        </a:solidFill>
                        <a:effectLst/>
                      </a:endParaRPr>
                    </a:p>
                  </a:txBody>
                  <a:tcPr marL="28575" marR="28575" marT="19050" marB="19050" anchor="b">
                    <a:solidFill>
                      <a:srgbClr val="FF4343"/>
                    </a:solidFill>
                  </a:tcPr>
                </a:tc>
                <a:extLst>
                  <a:ext uri="{0D108BD9-81ED-4DB2-BD59-A6C34878D82A}">
                    <a16:rowId xmlns:a16="http://schemas.microsoft.com/office/drawing/2014/main" val="16564533"/>
                  </a:ext>
                </a:extLst>
              </a:tr>
            </a:tbl>
          </a:graphicData>
        </a:graphic>
      </p:graphicFrame>
      <p:cxnSp>
        <p:nvCxnSpPr>
          <p:cNvPr id="19" name="Connecteur droit avec flèche 18">
            <a:extLst>
              <a:ext uri="{FF2B5EF4-FFF2-40B4-BE49-F238E27FC236}">
                <a16:creationId xmlns:a16="http://schemas.microsoft.com/office/drawing/2014/main" id="{5E232E8C-2086-242B-9019-80BFB53EE2AA}"/>
              </a:ext>
            </a:extLst>
          </p:cNvPr>
          <p:cNvCxnSpPr>
            <a:stCxn id="9" idx="2"/>
          </p:cNvCxnSpPr>
          <p:nvPr/>
        </p:nvCxnSpPr>
        <p:spPr>
          <a:xfrm>
            <a:off x="5459281" y="3495780"/>
            <a:ext cx="0" cy="175745"/>
          </a:xfrm>
          <a:prstGeom prst="straightConnector1">
            <a:avLst/>
          </a:prstGeom>
          <a:ln>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avec flèche 19">
            <a:extLst>
              <a:ext uri="{FF2B5EF4-FFF2-40B4-BE49-F238E27FC236}">
                <a16:creationId xmlns:a16="http://schemas.microsoft.com/office/drawing/2014/main" id="{D1222533-0B1C-907E-8363-44A51B477B6D}"/>
              </a:ext>
            </a:extLst>
          </p:cNvPr>
          <p:cNvCxnSpPr/>
          <p:nvPr/>
        </p:nvCxnSpPr>
        <p:spPr>
          <a:xfrm>
            <a:off x="7069782" y="3495779"/>
            <a:ext cx="0" cy="175745"/>
          </a:xfrm>
          <a:prstGeom prst="straightConnector1">
            <a:avLst/>
          </a:prstGeom>
          <a:ln>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5593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2219-7CC7-EF8B-2849-EF69BABAE48E}"/>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B3551781-11D4-F48A-026D-980896EEB6D1}"/>
              </a:ext>
            </a:extLst>
          </p:cNvPr>
          <p:cNvPicPr>
            <a:picLocks noChangeAspect="1"/>
          </p:cNvPicPr>
          <p:nvPr/>
        </p:nvPicPr>
        <p:blipFill>
          <a:blip r:embed="rId3"/>
          <a:stretch>
            <a:fillRect/>
          </a:stretch>
        </p:blipFill>
        <p:spPr>
          <a:xfrm>
            <a:off x="5453506" y="1099966"/>
            <a:ext cx="5039038" cy="2767849"/>
          </a:xfrm>
          <a:prstGeom prst="rect">
            <a:avLst/>
          </a:prstGeom>
        </p:spPr>
      </p:pic>
      <p:sp>
        <p:nvSpPr>
          <p:cNvPr id="4" name="Rectangle 1">
            <a:extLst>
              <a:ext uri="{FF2B5EF4-FFF2-40B4-BE49-F238E27FC236}">
                <a16:creationId xmlns:a16="http://schemas.microsoft.com/office/drawing/2014/main" id="{66BF4E31-B38E-7E7B-8CE6-EF367F7361FC}"/>
              </a:ext>
            </a:extLst>
          </p:cNvPr>
          <p:cNvSpPr>
            <a:spLocks noChangeArrowheads="1"/>
          </p:cNvSpPr>
          <p:nvPr/>
        </p:nvSpPr>
        <p:spPr bwMode="auto">
          <a:xfrm>
            <a:off x="-1473177" y="378958"/>
            <a:ext cx="1085116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density</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8214B11D-80AB-4CB5-A8D9-622E49A574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descr="Une image contenant dessin, croquis, dessin humoristique, conception&#10;&#10;Le contenu généré par l’IA peut être incorrect.">
            <a:extLst>
              <a:ext uri="{FF2B5EF4-FFF2-40B4-BE49-F238E27FC236}">
                <a16:creationId xmlns:a16="http://schemas.microsoft.com/office/drawing/2014/main" id="{F9C8AAB7-D974-96CF-5A46-2F8E972FB2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pic>
        <p:nvPicPr>
          <p:cNvPr id="9" name="Image 8">
            <a:extLst>
              <a:ext uri="{FF2B5EF4-FFF2-40B4-BE49-F238E27FC236}">
                <a16:creationId xmlns:a16="http://schemas.microsoft.com/office/drawing/2014/main" id="{49C6F669-4F0C-3689-5E71-45520484433C}"/>
              </a:ext>
            </a:extLst>
          </p:cNvPr>
          <p:cNvPicPr>
            <a:picLocks noChangeAspect="1"/>
          </p:cNvPicPr>
          <p:nvPr/>
        </p:nvPicPr>
        <p:blipFill>
          <a:blip r:embed="rId6"/>
          <a:stretch>
            <a:fillRect/>
          </a:stretch>
        </p:blipFill>
        <p:spPr>
          <a:xfrm>
            <a:off x="182452" y="1099966"/>
            <a:ext cx="5088038" cy="2767849"/>
          </a:xfrm>
          <a:prstGeom prst="rect">
            <a:avLst/>
          </a:prstGeom>
        </p:spPr>
      </p:pic>
      <p:sp>
        <p:nvSpPr>
          <p:cNvPr id="10" name="ZoneTexte 9">
            <a:extLst>
              <a:ext uri="{FF2B5EF4-FFF2-40B4-BE49-F238E27FC236}">
                <a16:creationId xmlns:a16="http://schemas.microsoft.com/office/drawing/2014/main" id="{23267DC6-AB33-6A71-FBF7-CFADF6F2EE13}"/>
              </a:ext>
            </a:extLst>
          </p:cNvPr>
          <p:cNvSpPr txBox="1"/>
          <p:nvPr/>
        </p:nvSpPr>
        <p:spPr>
          <a:xfrm>
            <a:off x="8910761" y="554585"/>
            <a:ext cx="1452710" cy="923330"/>
          </a:xfrm>
          <a:prstGeom prst="rect">
            <a:avLst/>
          </a:prstGeom>
          <a:noFill/>
        </p:spPr>
        <p:txBody>
          <a:bodyPr wrap="square" rtlCol="0">
            <a:spAutoFit/>
          </a:bodyPr>
          <a:lstStyle/>
          <a:p>
            <a:pPr algn="ctr"/>
            <a:r>
              <a:rPr lang="en-GB" noProof="0" dirty="0">
                <a:solidFill>
                  <a:schemeClr val="bg2">
                    <a:lumMod val="25000"/>
                  </a:schemeClr>
                </a:solidFill>
              </a:rPr>
              <a:t>1 </a:t>
            </a:r>
            <a:r>
              <a:rPr lang="en-GB" noProof="0" dirty="0" err="1">
                <a:solidFill>
                  <a:schemeClr val="bg2">
                    <a:lumMod val="25000"/>
                  </a:schemeClr>
                </a:solidFill>
              </a:rPr>
              <a:t>defense</a:t>
            </a:r>
            <a:r>
              <a:rPr lang="en-GB" noProof="0" dirty="0">
                <a:solidFill>
                  <a:schemeClr val="bg2">
                    <a:lumMod val="25000"/>
                  </a:schemeClr>
                </a:solidFill>
              </a:rPr>
              <a:t> system in 1 project</a:t>
            </a:r>
          </a:p>
        </p:txBody>
      </p:sp>
      <p:cxnSp>
        <p:nvCxnSpPr>
          <p:cNvPr id="11" name="Connecteur : en arc 10">
            <a:extLst>
              <a:ext uri="{FF2B5EF4-FFF2-40B4-BE49-F238E27FC236}">
                <a16:creationId xmlns:a16="http://schemas.microsoft.com/office/drawing/2014/main" id="{707331BB-4FC8-A2A7-9675-0D52D8095FE0}"/>
              </a:ext>
            </a:extLst>
          </p:cNvPr>
          <p:cNvCxnSpPr>
            <a:cxnSpLocks/>
          </p:cNvCxnSpPr>
          <p:nvPr/>
        </p:nvCxnSpPr>
        <p:spPr>
          <a:xfrm>
            <a:off x="9633272" y="1519534"/>
            <a:ext cx="367383" cy="349873"/>
          </a:xfrm>
          <a:prstGeom prst="curvedConnector3">
            <a:avLst>
              <a:gd name="adj1" fmla="val -36916"/>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6D0EE446-1CF3-48F8-803A-EBF2B1617A48}"/>
              </a:ext>
            </a:extLst>
          </p:cNvPr>
          <p:cNvSpPr txBox="1"/>
          <p:nvPr/>
        </p:nvSpPr>
        <p:spPr>
          <a:xfrm>
            <a:off x="10810620" y="5510429"/>
            <a:ext cx="1381380" cy="1277273"/>
          </a:xfrm>
          <a:prstGeom prst="rect">
            <a:avLst/>
          </a:prstGeom>
          <a:noFill/>
        </p:spPr>
        <p:txBody>
          <a:bodyPr wrap="square" rtlCol="0">
            <a:spAutoFit/>
          </a:bodyPr>
          <a:lstStyle/>
          <a:p>
            <a:pPr marL="285750" indent="-285750">
              <a:buFont typeface="Arial" panose="020B0604020202020204" pitchFamily="34" charset="0"/>
              <a:buChar char="•"/>
            </a:pPr>
            <a:r>
              <a:rPr lang="en-GB" sz="1100" noProof="0" dirty="0">
                <a:solidFill>
                  <a:schemeClr val="bg2">
                    <a:lumMod val="25000"/>
                  </a:schemeClr>
                </a:solidFill>
              </a:rPr>
              <a:t>Number of samples per project &gt; 5</a:t>
            </a:r>
          </a:p>
          <a:p>
            <a:pPr marL="285750" indent="-285750">
              <a:buFont typeface="Arial" panose="020B0604020202020204" pitchFamily="34" charset="0"/>
              <a:buChar char="•"/>
            </a:pPr>
            <a:r>
              <a:rPr lang="en-GB" sz="1100" noProof="0" dirty="0">
                <a:solidFill>
                  <a:schemeClr val="bg2">
                    <a:lumMod val="25000"/>
                  </a:schemeClr>
                </a:solidFill>
              </a:rPr>
              <a:t>No sequencing issues</a:t>
            </a:r>
          </a:p>
          <a:p>
            <a:pPr marL="285750" indent="-285750">
              <a:buFont typeface="Arial" panose="020B0604020202020204" pitchFamily="34" charset="0"/>
              <a:buChar char="•"/>
            </a:pPr>
            <a:r>
              <a:rPr lang="en-GB" sz="1100" noProof="0" dirty="0">
                <a:solidFill>
                  <a:schemeClr val="bg2">
                    <a:lumMod val="25000"/>
                  </a:schemeClr>
                </a:solidFill>
              </a:rPr>
              <a:t>No control samples</a:t>
            </a:r>
          </a:p>
        </p:txBody>
      </p:sp>
      <p:pic>
        <p:nvPicPr>
          <p:cNvPr id="8" name="Image 7" descr="Une image contenant croquis, diagramme, dessin, blanc&#10;&#10;Le contenu généré par l’IA peut être incorrect.">
            <a:extLst>
              <a:ext uri="{FF2B5EF4-FFF2-40B4-BE49-F238E27FC236}">
                <a16:creationId xmlns:a16="http://schemas.microsoft.com/office/drawing/2014/main" id="{20CE3841-8A6A-972C-A589-3A96D7C7E907}"/>
              </a:ext>
            </a:extLst>
          </p:cNvPr>
          <p:cNvPicPr>
            <a:picLocks noChangeAspect="1"/>
          </p:cNvPicPr>
          <p:nvPr/>
        </p:nvPicPr>
        <p:blipFill>
          <a:blip r:embed="rId7"/>
          <a:stretch>
            <a:fillRect/>
          </a:stretch>
        </p:blipFill>
        <p:spPr>
          <a:xfrm>
            <a:off x="5453506" y="3913893"/>
            <a:ext cx="5039039" cy="2709095"/>
          </a:xfrm>
          <a:prstGeom prst="rect">
            <a:avLst/>
          </a:prstGeom>
        </p:spPr>
      </p:pic>
      <p:pic>
        <p:nvPicPr>
          <p:cNvPr id="15" name="Image 14" descr="Une image contenant croquis, diagramme, blanc, dessin&#10;&#10;Le contenu généré par l’IA peut être incorrect.">
            <a:extLst>
              <a:ext uri="{FF2B5EF4-FFF2-40B4-BE49-F238E27FC236}">
                <a16:creationId xmlns:a16="http://schemas.microsoft.com/office/drawing/2014/main" id="{6C5D7412-02EC-B696-7ED9-99EF0140AF05}"/>
              </a:ext>
            </a:extLst>
          </p:cNvPr>
          <p:cNvPicPr>
            <a:picLocks noChangeAspect="1"/>
          </p:cNvPicPr>
          <p:nvPr/>
        </p:nvPicPr>
        <p:blipFill>
          <a:blip r:embed="rId8"/>
          <a:stretch>
            <a:fillRect/>
          </a:stretch>
        </p:blipFill>
        <p:spPr>
          <a:xfrm>
            <a:off x="229042" y="3909434"/>
            <a:ext cx="5092966" cy="2767849"/>
          </a:xfrm>
          <a:prstGeom prst="rect">
            <a:avLst/>
          </a:prstGeom>
        </p:spPr>
      </p:pic>
      <p:sp>
        <p:nvSpPr>
          <p:cNvPr id="16" name="ZoneTexte 15">
            <a:extLst>
              <a:ext uri="{FF2B5EF4-FFF2-40B4-BE49-F238E27FC236}">
                <a16:creationId xmlns:a16="http://schemas.microsoft.com/office/drawing/2014/main" id="{90B58AB9-D8E3-1B22-F75C-EE178D10772E}"/>
              </a:ext>
            </a:extLst>
          </p:cNvPr>
          <p:cNvSpPr txBox="1"/>
          <p:nvPr/>
        </p:nvSpPr>
        <p:spPr>
          <a:xfrm>
            <a:off x="296625" y="1148399"/>
            <a:ext cx="1266092" cy="646331"/>
          </a:xfrm>
          <a:prstGeom prst="rect">
            <a:avLst/>
          </a:prstGeom>
          <a:noFill/>
        </p:spPr>
        <p:txBody>
          <a:bodyPr wrap="square" rtlCol="0">
            <a:spAutoFit/>
          </a:bodyPr>
          <a:lstStyle/>
          <a:p>
            <a:r>
              <a:rPr lang="en-GB" noProof="0" dirty="0" err="1">
                <a:solidFill>
                  <a:srgbClr val="FF0000"/>
                </a:solidFill>
                <a:latin typeface="Oswald" panose="00000500000000000000" pitchFamily="2" charset="0"/>
              </a:rPr>
              <a:t>Defense</a:t>
            </a:r>
            <a:r>
              <a:rPr lang="en-GB" noProof="0" dirty="0">
                <a:solidFill>
                  <a:srgbClr val="FF0000"/>
                </a:solidFill>
                <a:latin typeface="Oswald" panose="00000500000000000000" pitchFamily="2" charset="0"/>
              </a:rPr>
              <a:t> systems</a:t>
            </a:r>
          </a:p>
        </p:txBody>
      </p:sp>
      <p:sp>
        <p:nvSpPr>
          <p:cNvPr id="17" name="ZoneTexte 16">
            <a:extLst>
              <a:ext uri="{FF2B5EF4-FFF2-40B4-BE49-F238E27FC236}">
                <a16:creationId xmlns:a16="http://schemas.microsoft.com/office/drawing/2014/main" id="{6D8FDD3A-6762-EB47-E712-A83DF71FFA7A}"/>
              </a:ext>
            </a:extLst>
          </p:cNvPr>
          <p:cNvSpPr txBox="1"/>
          <p:nvPr/>
        </p:nvSpPr>
        <p:spPr>
          <a:xfrm>
            <a:off x="229042" y="3929211"/>
            <a:ext cx="1266092" cy="369332"/>
          </a:xfrm>
          <a:prstGeom prst="rect">
            <a:avLst/>
          </a:prstGeom>
          <a:noFill/>
        </p:spPr>
        <p:txBody>
          <a:bodyPr wrap="square" rtlCol="0">
            <a:spAutoFit/>
          </a:bodyPr>
          <a:lstStyle/>
          <a:p>
            <a:r>
              <a:rPr lang="en-GB" noProof="0" dirty="0">
                <a:solidFill>
                  <a:srgbClr val="FF0000"/>
                </a:solidFill>
                <a:latin typeface="Oswald" panose="00000500000000000000" pitchFamily="2" charset="0"/>
              </a:rPr>
              <a:t>All genes</a:t>
            </a:r>
          </a:p>
        </p:txBody>
      </p:sp>
    </p:spTree>
    <p:extLst>
      <p:ext uri="{BB962C8B-B14F-4D97-AF65-F5344CB8AC3E}">
        <p14:creationId xmlns:p14="http://schemas.microsoft.com/office/powerpoint/2010/main" val="1086466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9B354-12B5-ED54-2602-7373A0E5F8C0}"/>
            </a:ext>
          </a:extLst>
        </p:cNvPr>
        <p:cNvGrpSpPr/>
        <p:nvPr/>
      </p:nvGrpSpPr>
      <p:grpSpPr>
        <a:xfrm>
          <a:off x="0" y="0"/>
          <a:ext cx="0" cy="0"/>
          <a:chOff x="0" y="0"/>
          <a:chExt cx="0" cy="0"/>
        </a:xfrm>
      </p:grpSpPr>
      <p:pic>
        <p:nvPicPr>
          <p:cNvPr id="16" name="Image 15" descr="Une image contenant croquis, diagramme, texte, conception&#10;&#10;Le contenu généré par l’IA peut être incorrect.">
            <a:extLst>
              <a:ext uri="{FF2B5EF4-FFF2-40B4-BE49-F238E27FC236}">
                <a16:creationId xmlns:a16="http://schemas.microsoft.com/office/drawing/2014/main" id="{8DD9D8C5-4D8A-C269-78E9-39E4E6F985F1}"/>
              </a:ext>
            </a:extLst>
          </p:cNvPr>
          <p:cNvPicPr>
            <a:picLocks noChangeAspect="1"/>
          </p:cNvPicPr>
          <p:nvPr/>
        </p:nvPicPr>
        <p:blipFill>
          <a:blip r:embed="rId3"/>
          <a:stretch>
            <a:fillRect/>
          </a:stretch>
        </p:blipFill>
        <p:spPr>
          <a:xfrm>
            <a:off x="536147" y="1668648"/>
            <a:ext cx="5088076" cy="5068278"/>
          </a:xfrm>
          <a:prstGeom prst="rect">
            <a:avLst/>
          </a:prstGeom>
        </p:spPr>
      </p:pic>
      <p:sp>
        <p:nvSpPr>
          <p:cNvPr id="4" name="Rectangle 1">
            <a:extLst>
              <a:ext uri="{FF2B5EF4-FFF2-40B4-BE49-F238E27FC236}">
                <a16:creationId xmlns:a16="http://schemas.microsoft.com/office/drawing/2014/main" id="{98184150-B91A-DADB-962C-6A84A4FBBB52}"/>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D1468A2E-A6A1-3F53-2E5E-5BE224030D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069CD93B-F234-C3E2-A8D1-335E993295C8}"/>
              </a:ext>
            </a:extLst>
          </p:cNvPr>
          <p:cNvSpPr txBox="1"/>
          <p:nvPr/>
        </p:nvSpPr>
        <p:spPr>
          <a:xfrm>
            <a:off x="1684162" y="2184467"/>
            <a:ext cx="1452710" cy="923330"/>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1 </a:t>
            </a:r>
            <a:r>
              <a:rPr lang="en-GB" noProof="0" dirty="0" err="1">
                <a:solidFill>
                  <a:schemeClr val="bg2">
                    <a:lumMod val="25000"/>
                  </a:schemeClr>
                </a:solidFill>
                <a:latin typeface="Oswald" panose="00000500000000000000" pitchFamily="2" charset="0"/>
              </a:rPr>
              <a:t>defense</a:t>
            </a:r>
            <a:r>
              <a:rPr lang="en-GB" noProof="0" dirty="0">
                <a:solidFill>
                  <a:schemeClr val="bg2">
                    <a:lumMod val="25000"/>
                  </a:schemeClr>
                </a:solidFill>
                <a:latin typeface="Oswald" panose="00000500000000000000" pitchFamily="2" charset="0"/>
              </a:rPr>
              <a:t> system in 1 project</a:t>
            </a:r>
          </a:p>
        </p:txBody>
      </p:sp>
      <p:cxnSp>
        <p:nvCxnSpPr>
          <p:cNvPr id="11" name="Connecteur : en arc 10">
            <a:extLst>
              <a:ext uri="{FF2B5EF4-FFF2-40B4-BE49-F238E27FC236}">
                <a16:creationId xmlns:a16="http://schemas.microsoft.com/office/drawing/2014/main" id="{7EC18E1F-A663-36CE-DF71-F0A72C6B86B9}"/>
              </a:ext>
            </a:extLst>
          </p:cNvPr>
          <p:cNvCxnSpPr>
            <a:cxnSpLocks/>
          </p:cNvCxnSpPr>
          <p:nvPr/>
        </p:nvCxnSpPr>
        <p:spPr>
          <a:xfrm>
            <a:off x="2410517" y="3159870"/>
            <a:ext cx="367383" cy="349873"/>
          </a:xfrm>
          <a:prstGeom prst="curvedConnector3">
            <a:avLst>
              <a:gd name="adj1" fmla="val -36916"/>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24037DE5-7624-8178-ECDC-48420C8D81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pic>
        <p:nvPicPr>
          <p:cNvPr id="21" name="Image 20" descr="Une image contenant croquis, diagramme, texte, conception&#10;&#10;Le contenu généré par l’IA peut être incorrect.">
            <a:extLst>
              <a:ext uri="{FF2B5EF4-FFF2-40B4-BE49-F238E27FC236}">
                <a16:creationId xmlns:a16="http://schemas.microsoft.com/office/drawing/2014/main" id="{D3747A4D-2FC9-BBE2-1BDC-BDB6983DDC26}"/>
              </a:ext>
            </a:extLst>
          </p:cNvPr>
          <p:cNvPicPr>
            <a:picLocks noChangeAspect="1"/>
          </p:cNvPicPr>
          <p:nvPr/>
        </p:nvPicPr>
        <p:blipFill>
          <a:blip r:embed="rId6"/>
          <a:stretch>
            <a:fillRect/>
          </a:stretch>
        </p:blipFill>
        <p:spPr>
          <a:xfrm>
            <a:off x="5936604" y="1668648"/>
            <a:ext cx="5029524" cy="5068279"/>
          </a:xfrm>
          <a:prstGeom prst="rect">
            <a:avLst/>
          </a:prstGeom>
        </p:spPr>
      </p:pic>
      <p:sp>
        <p:nvSpPr>
          <p:cNvPr id="22" name="ZoneTexte 21">
            <a:extLst>
              <a:ext uri="{FF2B5EF4-FFF2-40B4-BE49-F238E27FC236}">
                <a16:creationId xmlns:a16="http://schemas.microsoft.com/office/drawing/2014/main" id="{AF9B79C3-0188-36FE-4859-1AA5D0E1DA5C}"/>
              </a:ext>
            </a:extLst>
          </p:cNvPr>
          <p:cNvSpPr txBox="1"/>
          <p:nvPr/>
        </p:nvSpPr>
        <p:spPr>
          <a:xfrm>
            <a:off x="583494" y="1467213"/>
            <a:ext cx="1266092" cy="646331"/>
          </a:xfrm>
          <a:prstGeom prst="rect">
            <a:avLst/>
          </a:prstGeom>
          <a:noFill/>
        </p:spPr>
        <p:txBody>
          <a:bodyPr wrap="square" rtlCol="0">
            <a:spAutoFit/>
          </a:bodyPr>
          <a:lstStyle/>
          <a:p>
            <a:r>
              <a:rPr lang="en-GB" noProof="0" dirty="0" err="1">
                <a:solidFill>
                  <a:srgbClr val="FF0000"/>
                </a:solidFill>
                <a:latin typeface="Oswald" panose="00000500000000000000" pitchFamily="2" charset="0"/>
              </a:rPr>
              <a:t>Defense</a:t>
            </a:r>
            <a:r>
              <a:rPr lang="en-GB" noProof="0" dirty="0">
                <a:solidFill>
                  <a:srgbClr val="FF0000"/>
                </a:solidFill>
                <a:latin typeface="Oswald" panose="00000500000000000000" pitchFamily="2" charset="0"/>
              </a:rPr>
              <a:t> systems</a:t>
            </a:r>
          </a:p>
        </p:txBody>
      </p:sp>
      <p:sp>
        <p:nvSpPr>
          <p:cNvPr id="23" name="ZoneTexte 22">
            <a:extLst>
              <a:ext uri="{FF2B5EF4-FFF2-40B4-BE49-F238E27FC236}">
                <a16:creationId xmlns:a16="http://schemas.microsoft.com/office/drawing/2014/main" id="{B4A26689-D734-ABC0-C6E3-2DE0D5B9F274}"/>
              </a:ext>
            </a:extLst>
          </p:cNvPr>
          <p:cNvSpPr txBox="1"/>
          <p:nvPr/>
        </p:nvSpPr>
        <p:spPr>
          <a:xfrm>
            <a:off x="5826481" y="1543674"/>
            <a:ext cx="1266092" cy="369332"/>
          </a:xfrm>
          <a:prstGeom prst="rect">
            <a:avLst/>
          </a:prstGeom>
          <a:noFill/>
        </p:spPr>
        <p:txBody>
          <a:bodyPr wrap="square" rtlCol="0">
            <a:spAutoFit/>
          </a:bodyPr>
          <a:lstStyle/>
          <a:p>
            <a:r>
              <a:rPr lang="en-GB" noProof="0" dirty="0">
                <a:solidFill>
                  <a:srgbClr val="FF0000"/>
                </a:solidFill>
                <a:latin typeface="Oswald" panose="00000500000000000000" pitchFamily="2" charset="0"/>
              </a:rPr>
              <a:t>All genes</a:t>
            </a:r>
          </a:p>
        </p:txBody>
      </p:sp>
    </p:spTree>
    <p:extLst>
      <p:ext uri="{BB962C8B-B14F-4D97-AF65-F5344CB8AC3E}">
        <p14:creationId xmlns:p14="http://schemas.microsoft.com/office/powerpoint/2010/main" val="112464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F49E0-41F2-BF25-0D59-3B443C31ACD7}"/>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97CB864-A70D-305F-C2BE-A750262F6D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descr="Une image contenant dessin, croquis, dessin humoristique, conception&#10;&#10;Le contenu généré par l’IA peut être incorrect.">
            <a:extLst>
              <a:ext uri="{FF2B5EF4-FFF2-40B4-BE49-F238E27FC236}">
                <a16:creationId xmlns:a16="http://schemas.microsoft.com/office/drawing/2014/main" id="{ED60E581-2765-E122-995D-974765419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1364" y="347087"/>
            <a:ext cx="1869223" cy="1918630"/>
          </a:xfrm>
          <a:prstGeom prst="rect">
            <a:avLst/>
          </a:prstGeom>
        </p:spPr>
      </p:pic>
      <p:sp>
        <p:nvSpPr>
          <p:cNvPr id="3" name="Rectangle 1">
            <a:extLst>
              <a:ext uri="{FF2B5EF4-FFF2-40B4-BE49-F238E27FC236}">
                <a16:creationId xmlns:a16="http://schemas.microsoft.com/office/drawing/2014/main" id="{2E8D5D78-178B-8C36-608B-662A746D35AD}"/>
              </a:ext>
            </a:extLst>
          </p:cNvPr>
          <p:cNvSpPr>
            <a:spLocks noChangeArrowheads="1"/>
          </p:cNvSpPr>
          <p:nvPr/>
        </p:nvSpPr>
        <p:spPr bwMode="auto">
          <a:xfrm>
            <a:off x="670417" y="1306402"/>
            <a:ext cx="1085116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buClr>
                <a:srgbClr val="FF0000"/>
              </a:buClr>
            </a:pPr>
            <a:r>
              <a:rPr lang="en-GB" sz="2400" b="1" noProof="0" dirty="0">
                <a:latin typeface="Oswald" panose="020F0502020204030204" pitchFamily="2" charset="0"/>
              </a:rPr>
              <a:t>We currently have:</a:t>
            </a:r>
          </a:p>
          <a:p>
            <a:pPr marL="342900" lvl="0" indent="-342900" algn="ctr" eaLnBrk="0" fontAlgn="base" hangingPunct="0">
              <a:spcBef>
                <a:spcPct val="0"/>
              </a:spcBef>
              <a:spcAft>
                <a:spcPct val="0"/>
              </a:spcAft>
              <a:buClr>
                <a:srgbClr val="FF0000"/>
              </a:buClr>
              <a:buFont typeface="Wingdings" panose="05000000000000000000" pitchFamily="2" charset="2"/>
              <a:buChar char="§"/>
            </a:pPr>
            <a:r>
              <a:rPr lang="en-GB" sz="2400" noProof="0" dirty="0">
                <a:solidFill>
                  <a:schemeClr val="bg2">
                    <a:lumMod val="25000"/>
                  </a:schemeClr>
                </a:solidFill>
                <a:latin typeface="Oswald" panose="020F0502020204030204" pitchFamily="2" charset="0"/>
              </a:rPr>
              <a:t>DS expression ↔ ribosomal genes (growth proxy)</a:t>
            </a:r>
          </a:p>
          <a:p>
            <a:pPr marL="342900" lvl="0" indent="-342900" algn="ctr" eaLnBrk="0" fontAlgn="base" hangingPunct="0">
              <a:spcBef>
                <a:spcPct val="0"/>
              </a:spcBef>
              <a:spcAft>
                <a:spcPct val="0"/>
              </a:spcAft>
              <a:buClr>
                <a:srgbClr val="FF0000"/>
              </a:buClr>
              <a:buFont typeface="Wingdings" panose="05000000000000000000" pitchFamily="2" charset="2"/>
              <a:buChar char="§"/>
            </a:pPr>
            <a:r>
              <a:rPr lang="en-GB" sz="2400" noProof="0" dirty="0">
                <a:solidFill>
                  <a:schemeClr val="bg2">
                    <a:lumMod val="25000"/>
                  </a:schemeClr>
                </a:solidFill>
                <a:latin typeface="Oswald" panose="020F0502020204030204" pitchFamily="2" charset="0"/>
              </a:rPr>
              <a:t>DS expression ↔ phage structural genes (infection proxy)</a:t>
            </a:r>
          </a:p>
          <a:p>
            <a:pPr lvl="0" algn="ctr" eaLnBrk="0" fontAlgn="base" hangingPunct="0">
              <a:spcBef>
                <a:spcPct val="0"/>
              </a:spcBef>
              <a:spcAft>
                <a:spcPct val="0"/>
              </a:spcAft>
              <a:buClr>
                <a:srgbClr val="FF0000"/>
              </a:buClr>
            </a:pPr>
            <a:endParaRPr lang="en-GB" sz="2400" noProof="0" dirty="0">
              <a:solidFill>
                <a:srgbClr val="000000"/>
              </a:solidFill>
              <a:latin typeface="Oswald" panose="020F0502020204030204" pitchFamily="2" charset="0"/>
            </a:endParaRPr>
          </a:p>
          <a:p>
            <a:pPr lvl="0" algn="ctr" eaLnBrk="0" fontAlgn="base" hangingPunct="0">
              <a:spcBef>
                <a:spcPct val="0"/>
              </a:spcBef>
              <a:spcAft>
                <a:spcPct val="0"/>
              </a:spcAft>
              <a:buClr>
                <a:srgbClr val="FF0000"/>
              </a:buClr>
            </a:pPr>
            <a:r>
              <a:rPr lang="en-GB" sz="2400" b="1" noProof="0" dirty="0">
                <a:latin typeface="Oswald" panose="020F0502020204030204" pitchFamily="2" charset="0"/>
              </a:rPr>
              <a:t>But:</a:t>
            </a:r>
          </a:p>
          <a:p>
            <a:pPr marL="342900" lvl="0" indent="-342900" algn="ctr" eaLnBrk="0" fontAlgn="base" hangingPunct="0">
              <a:spcBef>
                <a:spcPct val="0"/>
              </a:spcBef>
              <a:spcAft>
                <a:spcPct val="0"/>
              </a:spcAft>
              <a:buClr>
                <a:srgbClr val="FF0000"/>
              </a:buClr>
              <a:buFont typeface="Wingdings" panose="05000000000000000000" pitchFamily="2" charset="2"/>
              <a:buChar char="§"/>
            </a:pPr>
            <a:r>
              <a:rPr lang="en-GB" sz="2400" noProof="0" dirty="0">
                <a:solidFill>
                  <a:schemeClr val="bg2">
                    <a:lumMod val="25000"/>
                  </a:schemeClr>
                </a:solidFill>
                <a:latin typeface="Oswald" panose="020F0502020204030204" pitchFamily="2" charset="0"/>
              </a:rPr>
              <a:t>Phage replication impacts growth</a:t>
            </a:r>
          </a:p>
          <a:p>
            <a:pPr marL="342900" lvl="0" indent="-342900" algn="ctr" eaLnBrk="0" fontAlgn="base" hangingPunct="0">
              <a:spcBef>
                <a:spcPct val="0"/>
              </a:spcBef>
              <a:spcAft>
                <a:spcPct val="0"/>
              </a:spcAft>
              <a:buClr>
                <a:srgbClr val="FF0000"/>
              </a:buClr>
              <a:buFont typeface="Wingdings" panose="05000000000000000000" pitchFamily="2" charset="2"/>
              <a:buChar char="§"/>
            </a:pPr>
            <a:r>
              <a:rPr lang="en-GB" sz="2400" noProof="0" dirty="0">
                <a:solidFill>
                  <a:schemeClr val="bg2">
                    <a:lumMod val="25000"/>
                  </a:schemeClr>
                </a:solidFill>
                <a:latin typeface="Oswald" panose="020F0502020204030204" pitchFamily="2" charset="0"/>
              </a:rPr>
              <a:t>Growth impacts transcription globally</a:t>
            </a:r>
          </a:p>
          <a:p>
            <a:pPr marL="342900" lvl="0" indent="-342900" algn="ctr" eaLnBrk="0" fontAlgn="base" hangingPunct="0">
              <a:spcBef>
                <a:spcPct val="0"/>
              </a:spcBef>
              <a:spcAft>
                <a:spcPct val="0"/>
              </a:spcAft>
              <a:buClr>
                <a:srgbClr val="FF0000"/>
              </a:buClr>
              <a:buFont typeface="Wingdings" panose="05000000000000000000" pitchFamily="2" charset="2"/>
              <a:buChar char="§"/>
            </a:pPr>
            <a:endParaRPr lang="en-GB" sz="2400" noProof="0" dirty="0">
              <a:solidFill>
                <a:schemeClr val="bg2">
                  <a:lumMod val="25000"/>
                </a:schemeClr>
              </a:solidFill>
              <a:latin typeface="Oswald" panose="020F0502020204030204" pitchFamily="2" charset="0"/>
            </a:endParaRPr>
          </a:p>
          <a:p>
            <a:pPr marL="342900" lvl="0" indent="-342900" algn="ctr" eaLnBrk="0" fontAlgn="base" hangingPunct="0">
              <a:spcBef>
                <a:spcPct val="0"/>
              </a:spcBef>
              <a:spcAft>
                <a:spcPct val="0"/>
              </a:spcAft>
              <a:buClr>
                <a:srgbClr val="FF0000"/>
              </a:buClr>
              <a:buFont typeface="Wingdings" panose="05000000000000000000" pitchFamily="2" charset="2"/>
              <a:buChar char="Ø"/>
            </a:pPr>
            <a:r>
              <a:rPr lang="en-GB" sz="2400" noProof="0" dirty="0">
                <a:latin typeface="Oswald" panose="00000500000000000000" pitchFamily="2" charset="0"/>
              </a:rPr>
              <a:t>Is DS expression associated with phage replication </a:t>
            </a:r>
            <a:r>
              <a:rPr lang="en-GB" sz="2400" b="1" noProof="0" dirty="0">
                <a:latin typeface="Oswald" panose="00000500000000000000" pitchFamily="2" charset="0"/>
              </a:rPr>
              <a:t>independent of growth effects</a:t>
            </a:r>
            <a:r>
              <a:rPr lang="en-GB" sz="2400" noProof="0" dirty="0">
                <a:latin typeface="Oswald" panose="00000500000000000000" pitchFamily="2" charset="0"/>
              </a:rPr>
              <a:t>?</a:t>
            </a:r>
          </a:p>
          <a:p>
            <a:pPr marL="342900" lvl="0" indent="-342900" algn="ctr" eaLnBrk="0" fontAlgn="base" hangingPunct="0">
              <a:spcBef>
                <a:spcPct val="0"/>
              </a:spcBef>
              <a:spcAft>
                <a:spcPct val="0"/>
              </a:spcAft>
              <a:buClr>
                <a:srgbClr val="FF0000"/>
              </a:buClr>
              <a:buFont typeface="Wingdings" panose="05000000000000000000" pitchFamily="2" charset="2"/>
              <a:buChar char="Ø"/>
            </a:pPr>
            <a:r>
              <a:rPr lang="en-GB" sz="2400" noProof="0" dirty="0">
                <a:latin typeface="Oswald" panose="00000500000000000000" pitchFamily="2" charset="0"/>
              </a:rPr>
              <a:t>Is DS expression associated with growth </a:t>
            </a:r>
            <a:r>
              <a:rPr lang="en-GB" sz="2400" b="1" noProof="0" dirty="0">
                <a:latin typeface="Oswald" panose="00000500000000000000" pitchFamily="2" charset="0"/>
              </a:rPr>
              <a:t>independent of infection level</a:t>
            </a:r>
            <a:r>
              <a:rPr lang="en-GB" sz="2400" noProof="0" dirty="0">
                <a:latin typeface="Oswald" panose="00000500000000000000" pitchFamily="2" charset="0"/>
              </a:rPr>
              <a:t>?</a:t>
            </a:r>
            <a:endParaRPr lang="en-GB" sz="2400" noProof="0" dirty="0">
              <a:solidFill>
                <a:schemeClr val="bg2">
                  <a:lumMod val="25000"/>
                </a:schemeClr>
              </a:solidFill>
              <a:latin typeface="Oswald" panose="00000500000000000000" pitchFamily="2" charset="0"/>
            </a:endParaRPr>
          </a:p>
        </p:txBody>
      </p:sp>
    </p:spTree>
    <p:extLst>
      <p:ext uri="{BB962C8B-B14F-4D97-AF65-F5344CB8AC3E}">
        <p14:creationId xmlns:p14="http://schemas.microsoft.com/office/powerpoint/2010/main" val="1405900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5E862-A846-D2E6-941D-058EEFAF6D6B}"/>
            </a:ext>
          </a:extLst>
        </p:cNvPr>
        <p:cNvGrpSpPr/>
        <p:nvPr/>
      </p:nvGrpSpPr>
      <p:grpSpPr>
        <a:xfrm>
          <a:off x="0" y="0"/>
          <a:ext cx="0" cy="0"/>
          <a:chOff x="0" y="0"/>
          <a:chExt cx="0" cy="0"/>
        </a:xfrm>
      </p:grpSpPr>
      <p:pic>
        <p:nvPicPr>
          <p:cNvPr id="16" name="Image 15" descr="Une image contenant diagramme, dessin, croquis, ligne&#10;&#10;Le contenu généré par l’IA peut être incorrect.">
            <a:extLst>
              <a:ext uri="{FF2B5EF4-FFF2-40B4-BE49-F238E27FC236}">
                <a16:creationId xmlns:a16="http://schemas.microsoft.com/office/drawing/2014/main" id="{A84497CE-99C8-DE24-E665-760E028A46C1}"/>
              </a:ext>
            </a:extLst>
          </p:cNvPr>
          <p:cNvPicPr>
            <a:picLocks noChangeAspect="1"/>
          </p:cNvPicPr>
          <p:nvPr/>
        </p:nvPicPr>
        <p:blipFill>
          <a:blip r:embed="rId3"/>
          <a:stretch>
            <a:fillRect/>
          </a:stretch>
        </p:blipFill>
        <p:spPr>
          <a:xfrm>
            <a:off x="6015196" y="1244651"/>
            <a:ext cx="4996681" cy="2709556"/>
          </a:xfrm>
          <a:prstGeom prst="rect">
            <a:avLst/>
          </a:prstGeom>
        </p:spPr>
      </p:pic>
      <p:pic>
        <p:nvPicPr>
          <p:cNvPr id="14" name="Image 13" descr="Une image contenant diagramme, croquis, dessin&#10;&#10;Le contenu généré par l’IA peut être incorrect.">
            <a:extLst>
              <a:ext uri="{FF2B5EF4-FFF2-40B4-BE49-F238E27FC236}">
                <a16:creationId xmlns:a16="http://schemas.microsoft.com/office/drawing/2014/main" id="{F424C344-16E8-BEF6-7C0A-B969FC975777}"/>
              </a:ext>
            </a:extLst>
          </p:cNvPr>
          <p:cNvPicPr>
            <a:picLocks noChangeAspect="1"/>
          </p:cNvPicPr>
          <p:nvPr/>
        </p:nvPicPr>
        <p:blipFill>
          <a:blip r:embed="rId4"/>
          <a:stretch>
            <a:fillRect/>
          </a:stretch>
        </p:blipFill>
        <p:spPr>
          <a:xfrm>
            <a:off x="541215" y="1244652"/>
            <a:ext cx="4993925" cy="2709555"/>
          </a:xfrm>
          <a:prstGeom prst="rect">
            <a:avLst/>
          </a:prstGeom>
        </p:spPr>
      </p:pic>
      <p:sp>
        <p:nvSpPr>
          <p:cNvPr id="4" name="Rectangle 1">
            <a:extLst>
              <a:ext uri="{FF2B5EF4-FFF2-40B4-BE49-F238E27FC236}">
                <a16:creationId xmlns:a16="http://schemas.microsoft.com/office/drawing/2014/main" id="{6BACF9E1-6BCF-257A-293B-C8D8450A199D}"/>
              </a:ext>
            </a:extLst>
          </p:cNvPr>
          <p:cNvSpPr>
            <a:spLocks noChangeArrowheads="1"/>
          </p:cNvSpPr>
          <p:nvPr/>
        </p:nvSpPr>
        <p:spPr bwMode="auto">
          <a:xfrm>
            <a:off x="210161" y="361048"/>
            <a:ext cx="885990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GB" sz="4400" b="1" noProof="0" dirty="0">
                <a:solidFill>
                  <a:srgbClr val="000000"/>
                </a:solidFill>
                <a:latin typeface="Oswald" panose="020F0502020204030204" pitchFamily="2" charset="0"/>
              </a:rPr>
              <a:t>Partial c</a:t>
            </a:r>
            <a:r>
              <a:rPr kumimoji="0" lang="en-GB" sz="4400" b="1" i="0" u="none" strike="noStrike" cap="none" normalizeH="0" baseline="0" noProof="0" dirty="0">
                <a:ln>
                  <a:noFill/>
                </a:ln>
                <a:solidFill>
                  <a:srgbClr val="000000"/>
                </a:solidFill>
                <a:effectLst/>
                <a:latin typeface="Oswald" panose="020F0502020204030204" pitchFamily="2" charset="0"/>
              </a:rPr>
              <a:t>orrelation density</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C35EC71D-C564-1157-9679-72202717BD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29F5C474-D1B8-B0C1-6D04-FCFEED93D85A}"/>
              </a:ext>
            </a:extLst>
          </p:cNvPr>
          <p:cNvSpPr txBox="1"/>
          <p:nvPr/>
        </p:nvSpPr>
        <p:spPr>
          <a:xfrm>
            <a:off x="8719211" y="704432"/>
            <a:ext cx="1452710" cy="923330"/>
          </a:xfrm>
          <a:prstGeom prst="rect">
            <a:avLst/>
          </a:prstGeom>
          <a:noFill/>
        </p:spPr>
        <p:txBody>
          <a:bodyPr wrap="square" rtlCol="0">
            <a:spAutoFit/>
          </a:bodyPr>
          <a:lstStyle/>
          <a:p>
            <a:pPr algn="ctr"/>
            <a:r>
              <a:rPr lang="en-GB" noProof="0" dirty="0">
                <a:solidFill>
                  <a:schemeClr val="bg2">
                    <a:lumMod val="25000"/>
                  </a:schemeClr>
                </a:solidFill>
                <a:latin typeface="+mj-lt"/>
              </a:rPr>
              <a:t>1 </a:t>
            </a:r>
            <a:r>
              <a:rPr lang="en-GB" noProof="0" dirty="0" err="1">
                <a:solidFill>
                  <a:schemeClr val="bg2">
                    <a:lumMod val="25000"/>
                  </a:schemeClr>
                </a:solidFill>
                <a:latin typeface="+mj-lt"/>
              </a:rPr>
              <a:t>defense</a:t>
            </a:r>
            <a:r>
              <a:rPr lang="en-GB" noProof="0" dirty="0">
                <a:solidFill>
                  <a:schemeClr val="bg2">
                    <a:lumMod val="25000"/>
                  </a:schemeClr>
                </a:solidFill>
                <a:latin typeface="+mj-lt"/>
              </a:rPr>
              <a:t> system in 1 project</a:t>
            </a:r>
          </a:p>
        </p:txBody>
      </p:sp>
      <p:cxnSp>
        <p:nvCxnSpPr>
          <p:cNvPr id="11" name="Connecteur : en arc 10">
            <a:extLst>
              <a:ext uri="{FF2B5EF4-FFF2-40B4-BE49-F238E27FC236}">
                <a16:creationId xmlns:a16="http://schemas.microsoft.com/office/drawing/2014/main" id="{CF2E2F0D-B49F-8207-8470-5E0BD8C31BB2}"/>
              </a:ext>
            </a:extLst>
          </p:cNvPr>
          <p:cNvCxnSpPr>
            <a:cxnSpLocks/>
          </p:cNvCxnSpPr>
          <p:nvPr/>
        </p:nvCxnSpPr>
        <p:spPr>
          <a:xfrm>
            <a:off x="9445566" y="1696460"/>
            <a:ext cx="367383" cy="349873"/>
          </a:xfrm>
          <a:prstGeom prst="curvedConnector3">
            <a:avLst>
              <a:gd name="adj1" fmla="val -36916"/>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22" name="Image 21" descr="Une image contenant dessin, croquis, dessin humoristique, conception&#10;&#10;Le contenu généré par l’IA peut être incorrect.">
            <a:extLst>
              <a:ext uri="{FF2B5EF4-FFF2-40B4-BE49-F238E27FC236}">
                <a16:creationId xmlns:a16="http://schemas.microsoft.com/office/drawing/2014/main" id="{D5255755-166C-A35A-A830-AB01A39227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pic>
        <p:nvPicPr>
          <p:cNvPr id="8" name="Image 7" descr="Une image contenant diagramme, croquis, blanc, dessin&#10;&#10;Le contenu généré par l’IA peut être incorrect.">
            <a:extLst>
              <a:ext uri="{FF2B5EF4-FFF2-40B4-BE49-F238E27FC236}">
                <a16:creationId xmlns:a16="http://schemas.microsoft.com/office/drawing/2014/main" id="{46064F74-F4D2-FAE1-6AF0-3168612CC9B8}"/>
              </a:ext>
            </a:extLst>
          </p:cNvPr>
          <p:cNvPicPr>
            <a:picLocks noChangeAspect="1"/>
          </p:cNvPicPr>
          <p:nvPr/>
        </p:nvPicPr>
        <p:blipFill>
          <a:blip r:embed="rId7"/>
          <a:stretch>
            <a:fillRect/>
          </a:stretch>
        </p:blipFill>
        <p:spPr>
          <a:xfrm>
            <a:off x="617416" y="3954207"/>
            <a:ext cx="4993925" cy="2706365"/>
          </a:xfrm>
          <a:prstGeom prst="rect">
            <a:avLst/>
          </a:prstGeom>
        </p:spPr>
      </p:pic>
      <p:pic>
        <p:nvPicPr>
          <p:cNvPr id="12" name="Image 11" descr="Une image contenant diagramme, croquis, dessin, blanc&#10;&#10;Le contenu généré par l’IA peut être incorrect.">
            <a:extLst>
              <a:ext uri="{FF2B5EF4-FFF2-40B4-BE49-F238E27FC236}">
                <a16:creationId xmlns:a16="http://schemas.microsoft.com/office/drawing/2014/main" id="{916ABD40-DAB2-415D-50E6-B2284F890E76}"/>
              </a:ext>
            </a:extLst>
          </p:cNvPr>
          <p:cNvPicPr>
            <a:picLocks noChangeAspect="1"/>
          </p:cNvPicPr>
          <p:nvPr/>
        </p:nvPicPr>
        <p:blipFill>
          <a:blip r:embed="rId8"/>
          <a:stretch>
            <a:fillRect/>
          </a:stretch>
        </p:blipFill>
        <p:spPr>
          <a:xfrm>
            <a:off x="6091397" y="3954207"/>
            <a:ext cx="4993925" cy="2701681"/>
          </a:xfrm>
          <a:prstGeom prst="rect">
            <a:avLst/>
          </a:prstGeom>
        </p:spPr>
      </p:pic>
      <p:sp>
        <p:nvSpPr>
          <p:cNvPr id="13" name="ZoneTexte 12">
            <a:extLst>
              <a:ext uri="{FF2B5EF4-FFF2-40B4-BE49-F238E27FC236}">
                <a16:creationId xmlns:a16="http://schemas.microsoft.com/office/drawing/2014/main" id="{6C101B79-6A7C-3D5D-8F50-C96E0B2556E8}"/>
              </a:ext>
            </a:extLst>
          </p:cNvPr>
          <p:cNvSpPr txBox="1"/>
          <p:nvPr/>
        </p:nvSpPr>
        <p:spPr>
          <a:xfrm>
            <a:off x="541215" y="1224915"/>
            <a:ext cx="1266092" cy="646331"/>
          </a:xfrm>
          <a:prstGeom prst="rect">
            <a:avLst/>
          </a:prstGeom>
          <a:noFill/>
        </p:spPr>
        <p:txBody>
          <a:bodyPr wrap="square" rtlCol="0">
            <a:spAutoFit/>
          </a:bodyPr>
          <a:lstStyle/>
          <a:p>
            <a:r>
              <a:rPr lang="en-GB" noProof="0" dirty="0" err="1">
                <a:solidFill>
                  <a:srgbClr val="FF0000"/>
                </a:solidFill>
                <a:latin typeface="Oswald" panose="00000500000000000000" pitchFamily="2" charset="0"/>
              </a:rPr>
              <a:t>Defense</a:t>
            </a:r>
            <a:r>
              <a:rPr lang="en-GB" noProof="0" dirty="0">
                <a:solidFill>
                  <a:srgbClr val="FF0000"/>
                </a:solidFill>
                <a:latin typeface="Oswald" panose="00000500000000000000" pitchFamily="2" charset="0"/>
              </a:rPr>
              <a:t> systems</a:t>
            </a:r>
          </a:p>
        </p:txBody>
      </p:sp>
      <p:sp>
        <p:nvSpPr>
          <p:cNvPr id="15" name="ZoneTexte 14">
            <a:extLst>
              <a:ext uri="{FF2B5EF4-FFF2-40B4-BE49-F238E27FC236}">
                <a16:creationId xmlns:a16="http://schemas.microsoft.com/office/drawing/2014/main" id="{7E380C71-6061-6A10-1CCB-C35CC4F526A0}"/>
              </a:ext>
            </a:extLst>
          </p:cNvPr>
          <p:cNvSpPr txBox="1"/>
          <p:nvPr/>
        </p:nvSpPr>
        <p:spPr>
          <a:xfrm>
            <a:off x="473632" y="4005727"/>
            <a:ext cx="1266092" cy="369332"/>
          </a:xfrm>
          <a:prstGeom prst="rect">
            <a:avLst/>
          </a:prstGeom>
          <a:noFill/>
        </p:spPr>
        <p:txBody>
          <a:bodyPr wrap="square" rtlCol="0">
            <a:spAutoFit/>
          </a:bodyPr>
          <a:lstStyle/>
          <a:p>
            <a:r>
              <a:rPr lang="en-GB" noProof="0" dirty="0">
                <a:solidFill>
                  <a:srgbClr val="FF0000"/>
                </a:solidFill>
                <a:latin typeface="Oswald" panose="00000500000000000000" pitchFamily="2" charset="0"/>
              </a:rPr>
              <a:t>All genes</a:t>
            </a:r>
          </a:p>
        </p:txBody>
      </p:sp>
    </p:spTree>
    <p:extLst>
      <p:ext uri="{BB962C8B-B14F-4D97-AF65-F5344CB8AC3E}">
        <p14:creationId xmlns:p14="http://schemas.microsoft.com/office/powerpoint/2010/main" val="3769674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FBC99-3B43-E432-4BF2-27DA88243A2F}"/>
            </a:ext>
          </a:extLst>
        </p:cNvPr>
        <p:cNvGrpSpPr/>
        <p:nvPr/>
      </p:nvGrpSpPr>
      <p:grpSpPr>
        <a:xfrm>
          <a:off x="0" y="0"/>
          <a:ext cx="0" cy="0"/>
          <a:chOff x="0" y="0"/>
          <a:chExt cx="0" cy="0"/>
        </a:xfrm>
      </p:grpSpPr>
      <p:pic>
        <p:nvPicPr>
          <p:cNvPr id="17" name="Image 16" descr="Une image contenant diagramme, texte&#10;&#10;Le contenu généré par l’IA peut être incorrect.">
            <a:extLst>
              <a:ext uri="{FF2B5EF4-FFF2-40B4-BE49-F238E27FC236}">
                <a16:creationId xmlns:a16="http://schemas.microsoft.com/office/drawing/2014/main" id="{9FABA8D9-4AD4-74F7-4DF3-8675A377A330}"/>
              </a:ext>
            </a:extLst>
          </p:cNvPr>
          <p:cNvPicPr>
            <a:picLocks noChangeAspect="1"/>
          </p:cNvPicPr>
          <p:nvPr/>
        </p:nvPicPr>
        <p:blipFill>
          <a:blip r:embed="rId3"/>
          <a:stretch>
            <a:fillRect/>
          </a:stretch>
        </p:blipFill>
        <p:spPr>
          <a:xfrm>
            <a:off x="590366" y="1663160"/>
            <a:ext cx="5033858" cy="5068278"/>
          </a:xfrm>
          <a:prstGeom prst="rect">
            <a:avLst/>
          </a:prstGeom>
        </p:spPr>
      </p:pic>
      <p:sp>
        <p:nvSpPr>
          <p:cNvPr id="4" name="Rectangle 1">
            <a:extLst>
              <a:ext uri="{FF2B5EF4-FFF2-40B4-BE49-F238E27FC236}">
                <a16:creationId xmlns:a16="http://schemas.microsoft.com/office/drawing/2014/main" id="{A2C38578-0D6D-761C-7817-DE0987CC1D95}"/>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GB" sz="4400" b="1" noProof="0" dirty="0">
                <a:solidFill>
                  <a:srgbClr val="000000"/>
                </a:solidFill>
                <a:latin typeface="Oswald" panose="020F0502020204030204" pitchFamily="2" charset="0"/>
              </a:rPr>
              <a:t>Partial c</a:t>
            </a:r>
            <a:r>
              <a:rPr kumimoji="0" lang="en-GB" sz="4400" b="1" i="0" u="none" strike="noStrike" cap="none" normalizeH="0" baseline="0" noProof="0" dirty="0">
                <a:ln>
                  <a:noFill/>
                </a:ln>
                <a:solidFill>
                  <a:srgbClr val="000000"/>
                </a:solidFill>
                <a:effectLst/>
                <a:latin typeface="Oswald" panose="020F0502020204030204" pitchFamily="2" charset="0"/>
              </a:rPr>
              <a:t>orrelation to infection VS partial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DCE2F32E-76A1-1B82-72B2-DE4772E197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1FEEE11C-0B2B-4DA3-43C5-D684EEE1E8B7}"/>
              </a:ext>
            </a:extLst>
          </p:cNvPr>
          <p:cNvSpPr txBox="1"/>
          <p:nvPr/>
        </p:nvSpPr>
        <p:spPr>
          <a:xfrm>
            <a:off x="1590711" y="2222278"/>
            <a:ext cx="1452710" cy="923330"/>
          </a:xfrm>
          <a:prstGeom prst="rect">
            <a:avLst/>
          </a:prstGeom>
          <a:noFill/>
        </p:spPr>
        <p:txBody>
          <a:bodyPr wrap="square" rtlCol="0">
            <a:spAutoFit/>
          </a:bodyPr>
          <a:lstStyle/>
          <a:p>
            <a:pPr algn="ctr"/>
            <a:r>
              <a:rPr lang="en-GB" noProof="0" dirty="0">
                <a:solidFill>
                  <a:schemeClr val="bg2">
                    <a:lumMod val="25000"/>
                  </a:schemeClr>
                </a:solidFill>
                <a:latin typeface="Oswald" panose="00000500000000000000" pitchFamily="2" charset="0"/>
              </a:rPr>
              <a:t>1 </a:t>
            </a:r>
            <a:r>
              <a:rPr lang="en-GB" noProof="0" dirty="0" err="1">
                <a:solidFill>
                  <a:schemeClr val="bg2">
                    <a:lumMod val="25000"/>
                  </a:schemeClr>
                </a:solidFill>
                <a:latin typeface="Oswald" panose="00000500000000000000" pitchFamily="2" charset="0"/>
              </a:rPr>
              <a:t>defense</a:t>
            </a:r>
            <a:r>
              <a:rPr lang="en-GB" noProof="0" dirty="0">
                <a:solidFill>
                  <a:schemeClr val="bg2">
                    <a:lumMod val="25000"/>
                  </a:schemeClr>
                </a:solidFill>
                <a:latin typeface="Oswald" panose="00000500000000000000" pitchFamily="2" charset="0"/>
              </a:rPr>
              <a:t> system in 1 project</a:t>
            </a:r>
          </a:p>
        </p:txBody>
      </p:sp>
      <p:cxnSp>
        <p:nvCxnSpPr>
          <p:cNvPr id="11" name="Connecteur : en arc 10">
            <a:extLst>
              <a:ext uri="{FF2B5EF4-FFF2-40B4-BE49-F238E27FC236}">
                <a16:creationId xmlns:a16="http://schemas.microsoft.com/office/drawing/2014/main" id="{A79D60A3-DD75-275F-0C4E-F75A4AEC6117}"/>
              </a:ext>
            </a:extLst>
          </p:cNvPr>
          <p:cNvCxnSpPr>
            <a:cxnSpLocks/>
          </p:cNvCxnSpPr>
          <p:nvPr/>
        </p:nvCxnSpPr>
        <p:spPr>
          <a:xfrm>
            <a:off x="2400852" y="3167866"/>
            <a:ext cx="367383" cy="349873"/>
          </a:xfrm>
          <a:prstGeom prst="curvedConnector3">
            <a:avLst>
              <a:gd name="adj1" fmla="val -36916"/>
            </a:avLst>
          </a:prstGeom>
          <a:ln w="381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9" name="Image 8" descr="Une image contenant dessin, croquis, dessin humoristique, conception&#10;&#10;Le contenu généré par l’IA peut être incorrect.">
            <a:extLst>
              <a:ext uri="{FF2B5EF4-FFF2-40B4-BE49-F238E27FC236}">
                <a16:creationId xmlns:a16="http://schemas.microsoft.com/office/drawing/2014/main" id="{D7BAF1CE-B2E0-70D1-5C6A-B8A62402DA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pic>
        <p:nvPicPr>
          <p:cNvPr id="19" name="Image 18" descr="Une image contenant texte, croquis, diagramme, conception&#10;&#10;Le contenu généré par l’IA peut être incorrect.">
            <a:extLst>
              <a:ext uri="{FF2B5EF4-FFF2-40B4-BE49-F238E27FC236}">
                <a16:creationId xmlns:a16="http://schemas.microsoft.com/office/drawing/2014/main" id="{CAFBEA90-ABB6-78C8-64DA-125385E91503}"/>
              </a:ext>
            </a:extLst>
          </p:cNvPr>
          <p:cNvPicPr>
            <a:picLocks noChangeAspect="1"/>
          </p:cNvPicPr>
          <p:nvPr/>
        </p:nvPicPr>
        <p:blipFill>
          <a:blip r:embed="rId6"/>
          <a:stretch>
            <a:fillRect/>
          </a:stretch>
        </p:blipFill>
        <p:spPr>
          <a:xfrm>
            <a:off x="6003142" y="1599621"/>
            <a:ext cx="5088076" cy="5109839"/>
          </a:xfrm>
          <a:prstGeom prst="rect">
            <a:avLst/>
          </a:prstGeom>
        </p:spPr>
      </p:pic>
      <p:sp>
        <p:nvSpPr>
          <p:cNvPr id="14" name="ZoneTexte 13">
            <a:extLst>
              <a:ext uri="{FF2B5EF4-FFF2-40B4-BE49-F238E27FC236}">
                <a16:creationId xmlns:a16="http://schemas.microsoft.com/office/drawing/2014/main" id="{DE3D987D-F619-FFB7-79D2-FF0556503DFE}"/>
              </a:ext>
            </a:extLst>
          </p:cNvPr>
          <p:cNvSpPr txBox="1"/>
          <p:nvPr/>
        </p:nvSpPr>
        <p:spPr>
          <a:xfrm>
            <a:off x="583494" y="1467213"/>
            <a:ext cx="1266092" cy="646331"/>
          </a:xfrm>
          <a:prstGeom prst="rect">
            <a:avLst/>
          </a:prstGeom>
          <a:noFill/>
        </p:spPr>
        <p:txBody>
          <a:bodyPr wrap="square" rtlCol="0">
            <a:spAutoFit/>
          </a:bodyPr>
          <a:lstStyle/>
          <a:p>
            <a:r>
              <a:rPr lang="en-GB" noProof="0" dirty="0" err="1">
                <a:solidFill>
                  <a:srgbClr val="FF0000"/>
                </a:solidFill>
                <a:latin typeface="Oswald" panose="00000500000000000000" pitchFamily="2" charset="0"/>
              </a:rPr>
              <a:t>Defense</a:t>
            </a:r>
            <a:r>
              <a:rPr lang="en-GB" noProof="0" dirty="0">
                <a:solidFill>
                  <a:srgbClr val="FF0000"/>
                </a:solidFill>
                <a:latin typeface="Oswald" panose="00000500000000000000" pitchFamily="2" charset="0"/>
              </a:rPr>
              <a:t> systems</a:t>
            </a:r>
          </a:p>
        </p:txBody>
      </p:sp>
      <p:sp>
        <p:nvSpPr>
          <p:cNvPr id="16" name="ZoneTexte 15">
            <a:extLst>
              <a:ext uri="{FF2B5EF4-FFF2-40B4-BE49-F238E27FC236}">
                <a16:creationId xmlns:a16="http://schemas.microsoft.com/office/drawing/2014/main" id="{80F7B4A2-ED34-C9F3-FB94-8FE1657A90B6}"/>
              </a:ext>
            </a:extLst>
          </p:cNvPr>
          <p:cNvSpPr txBox="1"/>
          <p:nvPr/>
        </p:nvSpPr>
        <p:spPr>
          <a:xfrm>
            <a:off x="5826481" y="1543674"/>
            <a:ext cx="1266092" cy="369332"/>
          </a:xfrm>
          <a:prstGeom prst="rect">
            <a:avLst/>
          </a:prstGeom>
          <a:noFill/>
        </p:spPr>
        <p:txBody>
          <a:bodyPr wrap="square" rtlCol="0">
            <a:spAutoFit/>
          </a:bodyPr>
          <a:lstStyle/>
          <a:p>
            <a:r>
              <a:rPr lang="en-GB" noProof="0" dirty="0">
                <a:solidFill>
                  <a:srgbClr val="FF0000"/>
                </a:solidFill>
                <a:latin typeface="Oswald" panose="00000500000000000000" pitchFamily="2" charset="0"/>
              </a:rPr>
              <a:t>All genes</a:t>
            </a:r>
          </a:p>
        </p:txBody>
      </p:sp>
    </p:spTree>
    <p:extLst>
      <p:ext uri="{BB962C8B-B14F-4D97-AF65-F5344CB8AC3E}">
        <p14:creationId xmlns:p14="http://schemas.microsoft.com/office/powerpoint/2010/main" val="2152607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1E79E-0ACD-507A-2CFF-3E6651B520AD}"/>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EC611E22-AF8B-EADA-B48A-C217A211E72A}"/>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3517F6AC-63A3-D5CA-39B9-5FBFD9FD5881}"/>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2F9733C5-87A2-6992-A0CE-ECC09A58D6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45B74EDD-9FD9-975D-A868-A42FF11BBDA8}"/>
              </a:ext>
            </a:extLst>
          </p:cNvPr>
          <p:cNvSpPr txBox="1"/>
          <p:nvPr/>
        </p:nvSpPr>
        <p:spPr>
          <a:xfrm>
            <a:off x="2933117" y="2454900"/>
            <a:ext cx="1452710" cy="646331"/>
          </a:xfrm>
          <a:prstGeom prst="rect">
            <a:avLst/>
          </a:prstGeom>
          <a:noFill/>
        </p:spPr>
        <p:txBody>
          <a:bodyPr wrap="square" rtlCol="0">
            <a:spAutoFit/>
          </a:bodyPr>
          <a:lstStyle/>
          <a:p>
            <a:pPr algn="ctr"/>
            <a:r>
              <a:rPr lang="en-GB" b="1" noProof="0" dirty="0">
                <a:solidFill>
                  <a:srgbClr val="FF0000"/>
                </a:solidFill>
                <a:latin typeface="Oswald" panose="00000500000000000000" pitchFamily="2" charset="0"/>
              </a:rPr>
              <a:t>RM</a:t>
            </a:r>
            <a:r>
              <a:rPr lang="en-GB" b="1" noProof="0" dirty="0">
                <a:solidFill>
                  <a:schemeClr val="bg2">
                    <a:lumMod val="25000"/>
                  </a:schemeClr>
                </a:solidFill>
                <a:latin typeface="Oswald" panose="00000500000000000000" pitchFamily="2" charset="0"/>
              </a:rPr>
              <a:t> in 18≠ strains</a:t>
            </a:r>
          </a:p>
        </p:txBody>
      </p: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9CF352AA-2F64-BA44-E4A5-610E8F3F0B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Ellipse 1">
            <a:extLst>
              <a:ext uri="{FF2B5EF4-FFF2-40B4-BE49-F238E27FC236}">
                <a16:creationId xmlns:a16="http://schemas.microsoft.com/office/drawing/2014/main" id="{1050993C-A62A-6C20-3AB0-6C56948B9A44}"/>
              </a:ext>
            </a:extLst>
          </p:cNvPr>
          <p:cNvSpPr/>
          <p:nvPr/>
        </p:nvSpPr>
        <p:spPr>
          <a:xfrm>
            <a:off x="4601442" y="197269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Ellipse 2">
            <a:extLst>
              <a:ext uri="{FF2B5EF4-FFF2-40B4-BE49-F238E27FC236}">
                <a16:creationId xmlns:a16="http://schemas.microsoft.com/office/drawing/2014/main" id="{9D46C22D-EAB2-57EA-4D13-F7291E864A6A}"/>
              </a:ext>
            </a:extLst>
          </p:cNvPr>
          <p:cNvSpPr/>
          <p:nvPr/>
        </p:nvSpPr>
        <p:spPr>
          <a:xfrm>
            <a:off x="4083201" y="219935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Ellipse 5">
            <a:extLst>
              <a:ext uri="{FF2B5EF4-FFF2-40B4-BE49-F238E27FC236}">
                <a16:creationId xmlns:a16="http://schemas.microsoft.com/office/drawing/2014/main" id="{81D157CE-4B14-4BD4-B41D-EDD7D031943E}"/>
              </a:ext>
            </a:extLst>
          </p:cNvPr>
          <p:cNvSpPr/>
          <p:nvPr/>
        </p:nvSpPr>
        <p:spPr>
          <a:xfrm>
            <a:off x="3777545" y="235717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CACC6535-AB2A-A1EB-F2AA-BFB267970993}"/>
              </a:ext>
            </a:extLst>
          </p:cNvPr>
          <p:cNvSpPr/>
          <p:nvPr/>
        </p:nvSpPr>
        <p:spPr>
          <a:xfrm>
            <a:off x="4763125" y="299392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Ellipse 7">
            <a:extLst>
              <a:ext uri="{FF2B5EF4-FFF2-40B4-BE49-F238E27FC236}">
                <a16:creationId xmlns:a16="http://schemas.microsoft.com/office/drawing/2014/main" id="{0E51669F-5814-D1D4-AC57-8AAD9A459CEB}"/>
              </a:ext>
            </a:extLst>
          </p:cNvPr>
          <p:cNvSpPr/>
          <p:nvPr/>
        </p:nvSpPr>
        <p:spPr>
          <a:xfrm>
            <a:off x="4083201" y="327157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Ellipse 8">
            <a:extLst>
              <a:ext uri="{FF2B5EF4-FFF2-40B4-BE49-F238E27FC236}">
                <a16:creationId xmlns:a16="http://schemas.microsoft.com/office/drawing/2014/main" id="{4954A914-1732-1A46-95B0-47B1706DF42B}"/>
              </a:ext>
            </a:extLst>
          </p:cNvPr>
          <p:cNvSpPr/>
          <p:nvPr/>
        </p:nvSpPr>
        <p:spPr>
          <a:xfrm>
            <a:off x="3885053" y="322979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Ellipse 11">
            <a:extLst>
              <a:ext uri="{FF2B5EF4-FFF2-40B4-BE49-F238E27FC236}">
                <a16:creationId xmlns:a16="http://schemas.microsoft.com/office/drawing/2014/main" id="{9D8338AD-54AF-312A-2E6A-8DFC19AFF39A}"/>
              </a:ext>
            </a:extLst>
          </p:cNvPr>
          <p:cNvSpPr/>
          <p:nvPr/>
        </p:nvSpPr>
        <p:spPr>
          <a:xfrm>
            <a:off x="3798454" y="304198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Ellipse 14">
            <a:extLst>
              <a:ext uri="{FF2B5EF4-FFF2-40B4-BE49-F238E27FC236}">
                <a16:creationId xmlns:a16="http://schemas.microsoft.com/office/drawing/2014/main" id="{7515DD26-6E50-CDE9-B9D2-3693DD21026D}"/>
              </a:ext>
            </a:extLst>
          </p:cNvPr>
          <p:cNvSpPr/>
          <p:nvPr/>
        </p:nvSpPr>
        <p:spPr>
          <a:xfrm>
            <a:off x="3203540" y="342900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Ellipse 15">
            <a:extLst>
              <a:ext uri="{FF2B5EF4-FFF2-40B4-BE49-F238E27FC236}">
                <a16:creationId xmlns:a16="http://schemas.microsoft.com/office/drawing/2014/main" id="{143CF438-B205-452F-B15D-075E14F4876E}"/>
              </a:ext>
            </a:extLst>
          </p:cNvPr>
          <p:cNvSpPr/>
          <p:nvPr/>
        </p:nvSpPr>
        <p:spPr>
          <a:xfrm>
            <a:off x="3272391" y="355397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Ellipse 16">
            <a:extLst>
              <a:ext uri="{FF2B5EF4-FFF2-40B4-BE49-F238E27FC236}">
                <a16:creationId xmlns:a16="http://schemas.microsoft.com/office/drawing/2014/main" id="{AB4E9923-5D44-AF3E-2880-B7A9C122E578}"/>
              </a:ext>
            </a:extLst>
          </p:cNvPr>
          <p:cNvSpPr/>
          <p:nvPr/>
        </p:nvSpPr>
        <p:spPr>
          <a:xfrm>
            <a:off x="2235647" y="296245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Ellipse 17">
            <a:extLst>
              <a:ext uri="{FF2B5EF4-FFF2-40B4-BE49-F238E27FC236}">
                <a16:creationId xmlns:a16="http://schemas.microsoft.com/office/drawing/2014/main" id="{AF3233F0-6D42-659A-97D6-7FF8FB246E39}"/>
              </a:ext>
            </a:extLst>
          </p:cNvPr>
          <p:cNvSpPr/>
          <p:nvPr/>
        </p:nvSpPr>
        <p:spPr>
          <a:xfrm>
            <a:off x="3542378" y="407921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Ellipse 18">
            <a:extLst>
              <a:ext uri="{FF2B5EF4-FFF2-40B4-BE49-F238E27FC236}">
                <a16:creationId xmlns:a16="http://schemas.microsoft.com/office/drawing/2014/main" id="{002BFE50-E864-E3EE-50B1-2A34A7C58101}"/>
              </a:ext>
            </a:extLst>
          </p:cNvPr>
          <p:cNvSpPr/>
          <p:nvPr/>
        </p:nvSpPr>
        <p:spPr>
          <a:xfrm>
            <a:off x="3533913" y="395409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Ellipse 19">
            <a:extLst>
              <a:ext uri="{FF2B5EF4-FFF2-40B4-BE49-F238E27FC236}">
                <a16:creationId xmlns:a16="http://schemas.microsoft.com/office/drawing/2014/main" id="{0A7BA86D-F891-26C4-F95B-4874F48B50FD}"/>
              </a:ext>
            </a:extLst>
          </p:cNvPr>
          <p:cNvSpPr/>
          <p:nvPr/>
        </p:nvSpPr>
        <p:spPr>
          <a:xfrm>
            <a:off x="4125822" y="403744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Ellipse 20">
            <a:extLst>
              <a:ext uri="{FF2B5EF4-FFF2-40B4-BE49-F238E27FC236}">
                <a16:creationId xmlns:a16="http://schemas.microsoft.com/office/drawing/2014/main" id="{F5664E8C-F2EB-2BF4-F3F8-DBADCCC0E45E}"/>
              </a:ext>
            </a:extLst>
          </p:cNvPr>
          <p:cNvSpPr/>
          <p:nvPr/>
        </p:nvSpPr>
        <p:spPr>
          <a:xfrm>
            <a:off x="4125822" y="420419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Ellipse 21">
            <a:extLst>
              <a:ext uri="{FF2B5EF4-FFF2-40B4-BE49-F238E27FC236}">
                <a16:creationId xmlns:a16="http://schemas.microsoft.com/office/drawing/2014/main" id="{0414D79B-B5AA-ED72-A25E-C0B72D12CE8F}"/>
              </a:ext>
            </a:extLst>
          </p:cNvPr>
          <p:cNvSpPr/>
          <p:nvPr/>
        </p:nvSpPr>
        <p:spPr>
          <a:xfrm>
            <a:off x="3853379" y="441531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Ellipse 22">
            <a:extLst>
              <a:ext uri="{FF2B5EF4-FFF2-40B4-BE49-F238E27FC236}">
                <a16:creationId xmlns:a16="http://schemas.microsoft.com/office/drawing/2014/main" id="{70FFEDFB-AFC3-FC2F-E257-AE912EF25F95}"/>
              </a:ext>
            </a:extLst>
          </p:cNvPr>
          <p:cNvSpPr/>
          <p:nvPr/>
        </p:nvSpPr>
        <p:spPr>
          <a:xfrm>
            <a:off x="3971652" y="445709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Ellipse 23">
            <a:extLst>
              <a:ext uri="{FF2B5EF4-FFF2-40B4-BE49-F238E27FC236}">
                <a16:creationId xmlns:a16="http://schemas.microsoft.com/office/drawing/2014/main" id="{7AA7905B-EF6C-B1BA-B8CF-2E9B0D6A35E9}"/>
              </a:ext>
            </a:extLst>
          </p:cNvPr>
          <p:cNvSpPr/>
          <p:nvPr/>
        </p:nvSpPr>
        <p:spPr>
          <a:xfrm>
            <a:off x="3533912" y="4631568"/>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Ellipse 24">
            <a:extLst>
              <a:ext uri="{FF2B5EF4-FFF2-40B4-BE49-F238E27FC236}">
                <a16:creationId xmlns:a16="http://schemas.microsoft.com/office/drawing/2014/main" id="{54173C02-0BBB-5AD3-3E2C-896E6B336F14}"/>
              </a:ext>
            </a:extLst>
          </p:cNvPr>
          <p:cNvSpPr/>
          <p:nvPr/>
        </p:nvSpPr>
        <p:spPr>
          <a:xfrm>
            <a:off x="2019462" y="506788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Ellipse 25">
            <a:extLst>
              <a:ext uri="{FF2B5EF4-FFF2-40B4-BE49-F238E27FC236}">
                <a16:creationId xmlns:a16="http://schemas.microsoft.com/office/drawing/2014/main" id="{DE189937-CC6F-76DA-62E4-1D1C6C486D3E}"/>
              </a:ext>
            </a:extLst>
          </p:cNvPr>
          <p:cNvSpPr/>
          <p:nvPr/>
        </p:nvSpPr>
        <p:spPr>
          <a:xfrm>
            <a:off x="3690946" y="494719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Ellipse 26">
            <a:extLst>
              <a:ext uri="{FF2B5EF4-FFF2-40B4-BE49-F238E27FC236}">
                <a16:creationId xmlns:a16="http://schemas.microsoft.com/office/drawing/2014/main" id="{0BC8F981-62D6-D80B-B746-E7ED483FEE74}"/>
              </a:ext>
            </a:extLst>
          </p:cNvPr>
          <p:cNvSpPr/>
          <p:nvPr/>
        </p:nvSpPr>
        <p:spPr>
          <a:xfrm>
            <a:off x="4040503" y="510580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Ellipse 27">
            <a:extLst>
              <a:ext uri="{FF2B5EF4-FFF2-40B4-BE49-F238E27FC236}">
                <a16:creationId xmlns:a16="http://schemas.microsoft.com/office/drawing/2014/main" id="{237BA003-4562-CCF2-2B25-318EB518FDC9}"/>
              </a:ext>
            </a:extLst>
          </p:cNvPr>
          <p:cNvSpPr/>
          <p:nvPr/>
        </p:nvSpPr>
        <p:spPr>
          <a:xfrm>
            <a:off x="4379873" y="498897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Ellipse 28">
            <a:extLst>
              <a:ext uri="{FF2B5EF4-FFF2-40B4-BE49-F238E27FC236}">
                <a16:creationId xmlns:a16="http://schemas.microsoft.com/office/drawing/2014/main" id="{815CF8C6-5D64-C0D7-4DA3-3FE8FA9719C5}"/>
              </a:ext>
            </a:extLst>
          </p:cNvPr>
          <p:cNvSpPr/>
          <p:nvPr/>
        </p:nvSpPr>
        <p:spPr>
          <a:xfrm>
            <a:off x="4705834" y="510580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Ellipse 29">
            <a:extLst>
              <a:ext uri="{FF2B5EF4-FFF2-40B4-BE49-F238E27FC236}">
                <a16:creationId xmlns:a16="http://schemas.microsoft.com/office/drawing/2014/main" id="{A58C0256-B712-6385-C3BD-89930AA57FC1}"/>
              </a:ext>
            </a:extLst>
          </p:cNvPr>
          <p:cNvSpPr/>
          <p:nvPr/>
        </p:nvSpPr>
        <p:spPr>
          <a:xfrm>
            <a:off x="3315690" y="518934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1" name="Ellipse 30">
            <a:extLst>
              <a:ext uri="{FF2B5EF4-FFF2-40B4-BE49-F238E27FC236}">
                <a16:creationId xmlns:a16="http://schemas.microsoft.com/office/drawing/2014/main" id="{68709724-F6B9-10D5-3252-185C74B0F396}"/>
              </a:ext>
            </a:extLst>
          </p:cNvPr>
          <p:cNvSpPr/>
          <p:nvPr/>
        </p:nvSpPr>
        <p:spPr>
          <a:xfrm>
            <a:off x="3246839" y="535610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34" name="Image 33" descr="Une image contenant texte, diagramme, capture d’écran&#10;&#10;Le contenu généré par l’IA peut être incorrect.">
            <a:extLst>
              <a:ext uri="{FF2B5EF4-FFF2-40B4-BE49-F238E27FC236}">
                <a16:creationId xmlns:a16="http://schemas.microsoft.com/office/drawing/2014/main" id="{8E160B36-24DC-78DA-9337-857D7EEAEA07}"/>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35" name="Ellipse 34">
            <a:extLst>
              <a:ext uri="{FF2B5EF4-FFF2-40B4-BE49-F238E27FC236}">
                <a16:creationId xmlns:a16="http://schemas.microsoft.com/office/drawing/2014/main" id="{9F410273-0C59-B8C0-9406-084BC09743D4}"/>
              </a:ext>
            </a:extLst>
          </p:cNvPr>
          <p:cNvSpPr/>
          <p:nvPr/>
        </p:nvSpPr>
        <p:spPr>
          <a:xfrm>
            <a:off x="9994236" y="197269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6" name="Ellipse 35">
            <a:extLst>
              <a:ext uri="{FF2B5EF4-FFF2-40B4-BE49-F238E27FC236}">
                <a16:creationId xmlns:a16="http://schemas.microsoft.com/office/drawing/2014/main" id="{60556D94-A0E5-FDCC-388A-70F7FBEE2421}"/>
              </a:ext>
            </a:extLst>
          </p:cNvPr>
          <p:cNvSpPr/>
          <p:nvPr/>
        </p:nvSpPr>
        <p:spPr>
          <a:xfrm>
            <a:off x="9907637" y="2027618"/>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7" name="Ellipse 36">
            <a:extLst>
              <a:ext uri="{FF2B5EF4-FFF2-40B4-BE49-F238E27FC236}">
                <a16:creationId xmlns:a16="http://schemas.microsoft.com/office/drawing/2014/main" id="{7B00FBF6-45F5-1EF7-FA65-D51DCFF2D418}"/>
              </a:ext>
            </a:extLst>
          </p:cNvPr>
          <p:cNvSpPr/>
          <p:nvPr/>
        </p:nvSpPr>
        <p:spPr>
          <a:xfrm>
            <a:off x="9720380" y="263856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8" name="Ellipse 37">
            <a:extLst>
              <a:ext uri="{FF2B5EF4-FFF2-40B4-BE49-F238E27FC236}">
                <a16:creationId xmlns:a16="http://schemas.microsoft.com/office/drawing/2014/main" id="{AB53A4DD-EE52-9852-CDA9-BCACDFF6D0C1}"/>
              </a:ext>
            </a:extLst>
          </p:cNvPr>
          <p:cNvSpPr/>
          <p:nvPr/>
        </p:nvSpPr>
        <p:spPr>
          <a:xfrm>
            <a:off x="9408652" y="272211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9" name="Ellipse 38">
            <a:extLst>
              <a:ext uri="{FF2B5EF4-FFF2-40B4-BE49-F238E27FC236}">
                <a16:creationId xmlns:a16="http://schemas.microsoft.com/office/drawing/2014/main" id="{984B350B-6AD2-43D1-C852-7263FAFB4C36}"/>
              </a:ext>
            </a:extLst>
          </p:cNvPr>
          <p:cNvSpPr/>
          <p:nvPr/>
        </p:nvSpPr>
        <p:spPr>
          <a:xfrm>
            <a:off x="9905272" y="296245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0" name="Ellipse 39">
            <a:extLst>
              <a:ext uri="{FF2B5EF4-FFF2-40B4-BE49-F238E27FC236}">
                <a16:creationId xmlns:a16="http://schemas.microsoft.com/office/drawing/2014/main" id="{4F6E6EEC-5B59-1E8D-67FF-AD4DF77B95A3}"/>
              </a:ext>
            </a:extLst>
          </p:cNvPr>
          <p:cNvSpPr/>
          <p:nvPr/>
        </p:nvSpPr>
        <p:spPr>
          <a:xfrm>
            <a:off x="8963795" y="308375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1" name="Ellipse 40">
            <a:extLst>
              <a:ext uri="{FF2B5EF4-FFF2-40B4-BE49-F238E27FC236}">
                <a16:creationId xmlns:a16="http://schemas.microsoft.com/office/drawing/2014/main" id="{613C106F-E6FB-FAB8-DB64-BECB94AA5BA7}"/>
              </a:ext>
            </a:extLst>
          </p:cNvPr>
          <p:cNvSpPr/>
          <p:nvPr/>
        </p:nvSpPr>
        <p:spPr>
          <a:xfrm>
            <a:off x="9223727" y="347077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2" name="Ellipse 41">
            <a:extLst>
              <a:ext uri="{FF2B5EF4-FFF2-40B4-BE49-F238E27FC236}">
                <a16:creationId xmlns:a16="http://schemas.microsoft.com/office/drawing/2014/main" id="{37649E00-116E-DDC4-31A4-4E8F334F9850}"/>
              </a:ext>
            </a:extLst>
          </p:cNvPr>
          <p:cNvSpPr/>
          <p:nvPr/>
        </p:nvSpPr>
        <p:spPr>
          <a:xfrm>
            <a:off x="10030595" y="372845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3" name="Ellipse 42">
            <a:extLst>
              <a:ext uri="{FF2B5EF4-FFF2-40B4-BE49-F238E27FC236}">
                <a16:creationId xmlns:a16="http://schemas.microsoft.com/office/drawing/2014/main" id="{13F766E9-02F7-E4D4-CF97-D26EA6CF16CD}"/>
              </a:ext>
            </a:extLst>
          </p:cNvPr>
          <p:cNvSpPr/>
          <p:nvPr/>
        </p:nvSpPr>
        <p:spPr>
          <a:xfrm>
            <a:off x="8838472" y="359575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4" name="Ellipse 43">
            <a:extLst>
              <a:ext uri="{FF2B5EF4-FFF2-40B4-BE49-F238E27FC236}">
                <a16:creationId xmlns:a16="http://schemas.microsoft.com/office/drawing/2014/main" id="{DBD67497-DE0F-FDAE-E2E1-CC045424F57B}"/>
              </a:ext>
            </a:extLst>
          </p:cNvPr>
          <p:cNvSpPr/>
          <p:nvPr/>
        </p:nvSpPr>
        <p:spPr>
          <a:xfrm>
            <a:off x="8920495" y="368667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5" name="Ellipse 44">
            <a:extLst>
              <a:ext uri="{FF2B5EF4-FFF2-40B4-BE49-F238E27FC236}">
                <a16:creationId xmlns:a16="http://schemas.microsoft.com/office/drawing/2014/main" id="{68B51C1F-04EC-A591-0F85-57501C8DF77F}"/>
              </a:ext>
            </a:extLst>
          </p:cNvPr>
          <p:cNvSpPr/>
          <p:nvPr/>
        </p:nvSpPr>
        <p:spPr>
          <a:xfrm>
            <a:off x="8217352" y="327157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6" name="Ellipse 45">
            <a:extLst>
              <a:ext uri="{FF2B5EF4-FFF2-40B4-BE49-F238E27FC236}">
                <a16:creationId xmlns:a16="http://schemas.microsoft.com/office/drawing/2014/main" id="{20B76131-F04B-6B19-88C3-4AC512369958}"/>
              </a:ext>
            </a:extLst>
          </p:cNvPr>
          <p:cNvSpPr/>
          <p:nvPr/>
        </p:nvSpPr>
        <p:spPr>
          <a:xfrm>
            <a:off x="9050394" y="395409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7" name="Ellipse 46">
            <a:extLst>
              <a:ext uri="{FF2B5EF4-FFF2-40B4-BE49-F238E27FC236}">
                <a16:creationId xmlns:a16="http://schemas.microsoft.com/office/drawing/2014/main" id="{285B5D9D-9FD3-A544-17EC-ECDA405232E1}"/>
              </a:ext>
            </a:extLst>
          </p:cNvPr>
          <p:cNvSpPr/>
          <p:nvPr/>
        </p:nvSpPr>
        <p:spPr>
          <a:xfrm>
            <a:off x="8795172" y="395409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8" name="Ellipse 47">
            <a:extLst>
              <a:ext uri="{FF2B5EF4-FFF2-40B4-BE49-F238E27FC236}">
                <a16:creationId xmlns:a16="http://schemas.microsoft.com/office/drawing/2014/main" id="{6A582D4C-A764-0040-2000-0DB9180F1F50}"/>
              </a:ext>
            </a:extLst>
          </p:cNvPr>
          <p:cNvSpPr/>
          <p:nvPr/>
        </p:nvSpPr>
        <p:spPr>
          <a:xfrm>
            <a:off x="9548640" y="437354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9" name="Ellipse 48">
            <a:extLst>
              <a:ext uri="{FF2B5EF4-FFF2-40B4-BE49-F238E27FC236}">
                <a16:creationId xmlns:a16="http://schemas.microsoft.com/office/drawing/2014/main" id="{66C43355-4E7C-DF11-827E-775C558FB11F}"/>
              </a:ext>
            </a:extLst>
          </p:cNvPr>
          <p:cNvSpPr/>
          <p:nvPr/>
        </p:nvSpPr>
        <p:spPr>
          <a:xfrm>
            <a:off x="9580357" y="458979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0" name="Ellipse 49">
            <a:extLst>
              <a:ext uri="{FF2B5EF4-FFF2-40B4-BE49-F238E27FC236}">
                <a16:creationId xmlns:a16="http://schemas.microsoft.com/office/drawing/2014/main" id="{0045CF3C-0AA7-1598-E7DB-70EA1340E7FA}"/>
              </a:ext>
            </a:extLst>
          </p:cNvPr>
          <p:cNvSpPr/>
          <p:nvPr/>
        </p:nvSpPr>
        <p:spPr>
          <a:xfrm>
            <a:off x="9763679" y="537433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1" name="Ellipse 50">
            <a:extLst>
              <a:ext uri="{FF2B5EF4-FFF2-40B4-BE49-F238E27FC236}">
                <a16:creationId xmlns:a16="http://schemas.microsoft.com/office/drawing/2014/main" id="{B8FF9FFD-7249-1753-7E1C-8A92924EF885}"/>
              </a:ext>
            </a:extLst>
          </p:cNvPr>
          <p:cNvSpPr/>
          <p:nvPr/>
        </p:nvSpPr>
        <p:spPr>
          <a:xfrm>
            <a:off x="8260651" y="467334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2" name="Ellipse 51">
            <a:extLst>
              <a:ext uri="{FF2B5EF4-FFF2-40B4-BE49-F238E27FC236}">
                <a16:creationId xmlns:a16="http://schemas.microsoft.com/office/drawing/2014/main" id="{C8E11FB4-09E7-A40C-224B-2FE2E4966D66}"/>
              </a:ext>
            </a:extLst>
          </p:cNvPr>
          <p:cNvSpPr/>
          <p:nvPr/>
        </p:nvSpPr>
        <p:spPr>
          <a:xfrm>
            <a:off x="8294666" y="482617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3" name="Ellipse 52">
            <a:extLst>
              <a:ext uri="{FF2B5EF4-FFF2-40B4-BE49-F238E27FC236}">
                <a16:creationId xmlns:a16="http://schemas.microsoft.com/office/drawing/2014/main" id="{488D1334-EBB9-D990-AD71-86845068D6FE}"/>
              </a:ext>
            </a:extLst>
          </p:cNvPr>
          <p:cNvSpPr/>
          <p:nvPr/>
        </p:nvSpPr>
        <p:spPr>
          <a:xfrm>
            <a:off x="9223727" y="486794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4" name="Ellipse 53">
            <a:extLst>
              <a:ext uri="{FF2B5EF4-FFF2-40B4-BE49-F238E27FC236}">
                <a16:creationId xmlns:a16="http://schemas.microsoft.com/office/drawing/2014/main" id="{557B0047-B6B7-A820-5E68-C3F0EB8373ED}"/>
              </a:ext>
            </a:extLst>
          </p:cNvPr>
          <p:cNvSpPr/>
          <p:nvPr/>
        </p:nvSpPr>
        <p:spPr>
          <a:xfrm>
            <a:off x="9679357" y="502225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5" name="Ellipse 54">
            <a:extLst>
              <a:ext uri="{FF2B5EF4-FFF2-40B4-BE49-F238E27FC236}">
                <a16:creationId xmlns:a16="http://schemas.microsoft.com/office/drawing/2014/main" id="{C0914ABF-7B36-E56A-5A7D-0678E0E064C4}"/>
              </a:ext>
            </a:extLst>
          </p:cNvPr>
          <p:cNvSpPr/>
          <p:nvPr/>
        </p:nvSpPr>
        <p:spPr>
          <a:xfrm>
            <a:off x="9555624" y="5545968"/>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6" name="Ellipse 55">
            <a:extLst>
              <a:ext uri="{FF2B5EF4-FFF2-40B4-BE49-F238E27FC236}">
                <a16:creationId xmlns:a16="http://schemas.microsoft.com/office/drawing/2014/main" id="{448AF256-7E9F-815B-8FAB-E57A03E14912}"/>
              </a:ext>
            </a:extLst>
          </p:cNvPr>
          <p:cNvSpPr/>
          <p:nvPr/>
        </p:nvSpPr>
        <p:spPr>
          <a:xfrm>
            <a:off x="10117194" y="554596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7" name="Rectangle 56">
            <a:extLst>
              <a:ext uri="{FF2B5EF4-FFF2-40B4-BE49-F238E27FC236}">
                <a16:creationId xmlns:a16="http://schemas.microsoft.com/office/drawing/2014/main" id="{2B16AE50-43CE-0C32-8F97-58ED64D0CDC0}"/>
              </a:ext>
            </a:extLst>
          </p:cNvPr>
          <p:cNvSpPr/>
          <p:nvPr/>
        </p:nvSpPr>
        <p:spPr>
          <a:xfrm>
            <a:off x="3076842" y="1873090"/>
            <a:ext cx="2132620" cy="3928940"/>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8" name="Rectangle 57">
            <a:extLst>
              <a:ext uri="{FF2B5EF4-FFF2-40B4-BE49-F238E27FC236}">
                <a16:creationId xmlns:a16="http://schemas.microsoft.com/office/drawing/2014/main" id="{8C6C7332-3AD7-7E99-E4A6-D83FEB2EBAB9}"/>
              </a:ext>
            </a:extLst>
          </p:cNvPr>
          <p:cNvSpPr/>
          <p:nvPr/>
        </p:nvSpPr>
        <p:spPr>
          <a:xfrm>
            <a:off x="8381265" y="1873090"/>
            <a:ext cx="2132620" cy="3928940"/>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ZoneTexte 10">
            <a:extLst>
              <a:ext uri="{FF2B5EF4-FFF2-40B4-BE49-F238E27FC236}">
                <a16:creationId xmlns:a16="http://schemas.microsoft.com/office/drawing/2014/main" id="{804EC883-AE5B-BFD7-D3BC-081AA46F483C}"/>
              </a:ext>
            </a:extLst>
          </p:cNvPr>
          <p:cNvSpPr txBox="1"/>
          <p:nvPr/>
        </p:nvSpPr>
        <p:spPr>
          <a:xfrm>
            <a:off x="972250"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13" name="ZoneTexte 12">
            <a:extLst>
              <a:ext uri="{FF2B5EF4-FFF2-40B4-BE49-F238E27FC236}">
                <a16:creationId xmlns:a16="http://schemas.microsoft.com/office/drawing/2014/main" id="{7E67DF2B-EA39-B99E-8112-57C35D58DDDC}"/>
              </a:ext>
            </a:extLst>
          </p:cNvPr>
          <p:cNvSpPr txBox="1"/>
          <p:nvPr/>
        </p:nvSpPr>
        <p:spPr>
          <a:xfrm>
            <a:off x="6329269"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1956637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1CD8-6600-6C6C-F66C-699C0D6A4710}"/>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FC5CFDF6-DA2D-EFEB-16FC-72A06E0D2A0E}"/>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17C19C14-A101-CF2B-857A-AC82BFBC73A7}"/>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AC9B3D9C-EBED-5616-E1FB-955F62FD11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550D7BB0-C83E-4AB0-D559-83CF3DC46136}"/>
              </a:ext>
            </a:extLst>
          </p:cNvPr>
          <p:cNvSpPr txBox="1"/>
          <p:nvPr/>
        </p:nvSpPr>
        <p:spPr>
          <a:xfrm>
            <a:off x="3000497" y="1796082"/>
            <a:ext cx="1741620" cy="923330"/>
          </a:xfrm>
          <a:prstGeom prst="rect">
            <a:avLst/>
          </a:prstGeom>
          <a:noFill/>
        </p:spPr>
        <p:txBody>
          <a:bodyPr wrap="square" rtlCol="0">
            <a:spAutoFit/>
          </a:bodyPr>
          <a:lstStyle/>
          <a:p>
            <a:pPr algn="ctr"/>
            <a:r>
              <a:rPr lang="en-GB" b="1" noProof="0" dirty="0">
                <a:solidFill>
                  <a:srgbClr val="FF0000"/>
                </a:solidFill>
                <a:latin typeface="Oswald" panose="00000500000000000000" pitchFamily="2" charset="0"/>
              </a:rPr>
              <a:t>SEFIR</a:t>
            </a:r>
            <a:r>
              <a:rPr lang="en-GB" b="1" noProof="0" dirty="0">
                <a:solidFill>
                  <a:schemeClr val="bg2">
                    <a:lumMod val="25000"/>
                  </a:schemeClr>
                </a:solidFill>
                <a:latin typeface="Oswald" panose="00000500000000000000" pitchFamily="2" charset="0"/>
              </a:rPr>
              <a:t> in </a:t>
            </a:r>
            <a:r>
              <a:rPr lang="en-GB" b="1" noProof="0" dirty="0">
                <a:latin typeface="Oswald" panose="00000500000000000000" pitchFamily="2" charset="0"/>
              </a:rPr>
              <a:t>Staphylococcus epidermidis</a:t>
            </a:r>
            <a:endParaRPr lang="en-GB" b="1" noProof="0" dirty="0">
              <a:solidFill>
                <a:schemeClr val="bg2">
                  <a:lumMod val="25000"/>
                </a:schemeClr>
              </a:solidFill>
              <a:latin typeface="Oswald" panose="00000500000000000000" pitchFamily="2" charset="0"/>
            </a:endParaRPr>
          </a:p>
        </p:txBody>
      </p: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7CB97404-7C03-3E7D-3B26-B5C6177C42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Ellipse 1">
            <a:extLst>
              <a:ext uri="{FF2B5EF4-FFF2-40B4-BE49-F238E27FC236}">
                <a16:creationId xmlns:a16="http://schemas.microsoft.com/office/drawing/2014/main" id="{E9222011-31C2-A89E-585F-53BF61854684}"/>
              </a:ext>
            </a:extLst>
          </p:cNvPr>
          <p:cNvSpPr/>
          <p:nvPr/>
        </p:nvSpPr>
        <p:spPr>
          <a:xfrm>
            <a:off x="3871307" y="352596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6" name="Image 5" descr="Une image contenant texte, diagramme, capture d’écran&#10;&#10;Le contenu généré par l’IA peut être incorrect.">
            <a:extLst>
              <a:ext uri="{FF2B5EF4-FFF2-40B4-BE49-F238E27FC236}">
                <a16:creationId xmlns:a16="http://schemas.microsoft.com/office/drawing/2014/main" id="{8289987A-C153-4295-7072-65A3C86B0F9C}"/>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8" name="Ellipse 7">
            <a:extLst>
              <a:ext uri="{FF2B5EF4-FFF2-40B4-BE49-F238E27FC236}">
                <a16:creationId xmlns:a16="http://schemas.microsoft.com/office/drawing/2014/main" id="{5995D903-3B0C-7605-5E9D-6FF4D313B3DF}"/>
              </a:ext>
            </a:extLst>
          </p:cNvPr>
          <p:cNvSpPr/>
          <p:nvPr/>
        </p:nvSpPr>
        <p:spPr>
          <a:xfrm>
            <a:off x="4552852" y="270826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Ellipse 8">
            <a:extLst>
              <a:ext uri="{FF2B5EF4-FFF2-40B4-BE49-F238E27FC236}">
                <a16:creationId xmlns:a16="http://schemas.microsoft.com/office/drawing/2014/main" id="{B6A8C6AA-2710-7174-8DB7-FD93CA413061}"/>
              </a:ext>
            </a:extLst>
          </p:cNvPr>
          <p:cNvSpPr/>
          <p:nvPr/>
        </p:nvSpPr>
        <p:spPr>
          <a:xfrm>
            <a:off x="9408652" y="364587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Ellipse 11">
            <a:extLst>
              <a:ext uri="{FF2B5EF4-FFF2-40B4-BE49-F238E27FC236}">
                <a16:creationId xmlns:a16="http://schemas.microsoft.com/office/drawing/2014/main" id="{240FBC59-A09A-1B8E-E846-8BEE1393E9E7}"/>
              </a:ext>
            </a:extLst>
          </p:cNvPr>
          <p:cNvSpPr/>
          <p:nvPr/>
        </p:nvSpPr>
        <p:spPr>
          <a:xfrm>
            <a:off x="9677205" y="3484188"/>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Rectangle 14">
            <a:extLst>
              <a:ext uri="{FF2B5EF4-FFF2-40B4-BE49-F238E27FC236}">
                <a16:creationId xmlns:a16="http://schemas.microsoft.com/office/drawing/2014/main" id="{76440C73-8D0C-364D-C092-7F70B76320F0}"/>
              </a:ext>
            </a:extLst>
          </p:cNvPr>
          <p:cNvSpPr/>
          <p:nvPr/>
        </p:nvSpPr>
        <p:spPr>
          <a:xfrm>
            <a:off x="3068114" y="1668651"/>
            <a:ext cx="2132620" cy="2160689"/>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724EAF73-753A-7E85-4DC4-23F4CC05FE08}"/>
              </a:ext>
            </a:extLst>
          </p:cNvPr>
          <p:cNvSpPr/>
          <p:nvPr/>
        </p:nvSpPr>
        <p:spPr>
          <a:xfrm>
            <a:off x="8385641" y="1668651"/>
            <a:ext cx="2132620" cy="2160689"/>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ZoneTexte 2">
            <a:extLst>
              <a:ext uri="{FF2B5EF4-FFF2-40B4-BE49-F238E27FC236}">
                <a16:creationId xmlns:a16="http://schemas.microsoft.com/office/drawing/2014/main" id="{A0BF57BF-0775-D45F-9141-42690F98A410}"/>
              </a:ext>
            </a:extLst>
          </p:cNvPr>
          <p:cNvSpPr txBox="1"/>
          <p:nvPr/>
        </p:nvSpPr>
        <p:spPr>
          <a:xfrm>
            <a:off x="972250"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7" name="ZoneTexte 6">
            <a:extLst>
              <a:ext uri="{FF2B5EF4-FFF2-40B4-BE49-F238E27FC236}">
                <a16:creationId xmlns:a16="http://schemas.microsoft.com/office/drawing/2014/main" id="{8C4A89E6-12ED-2D01-5562-409EA8E521B9}"/>
              </a:ext>
            </a:extLst>
          </p:cNvPr>
          <p:cNvSpPr txBox="1"/>
          <p:nvPr/>
        </p:nvSpPr>
        <p:spPr>
          <a:xfrm>
            <a:off x="6329269"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551368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54A7E3-4E16-15BC-20D9-C016C7E23032}"/>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F70BA3CF-EF59-3191-6748-DF036C84C2F6}"/>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F67B08F8-F273-0923-2CEF-1B0718D0EA4D}"/>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805E5379-1CF7-571D-5EBD-045E976B14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1DB19CDA-C4D0-5AA0-F904-E67E7EC8F307}"/>
              </a:ext>
            </a:extLst>
          </p:cNvPr>
          <p:cNvSpPr txBox="1"/>
          <p:nvPr/>
        </p:nvSpPr>
        <p:spPr>
          <a:xfrm>
            <a:off x="2842422" y="1668651"/>
            <a:ext cx="1998792" cy="923330"/>
          </a:xfrm>
          <a:prstGeom prst="rect">
            <a:avLst/>
          </a:prstGeom>
          <a:noFill/>
        </p:spPr>
        <p:txBody>
          <a:bodyPr wrap="square" rtlCol="0">
            <a:spAutoFit/>
          </a:bodyPr>
          <a:lstStyle/>
          <a:p>
            <a:pPr algn="ctr"/>
            <a:r>
              <a:rPr lang="en-GB" b="1" noProof="0" dirty="0">
                <a:solidFill>
                  <a:srgbClr val="FF0000"/>
                </a:solidFill>
                <a:latin typeface="Oswald" panose="00000500000000000000" pitchFamily="2" charset="0"/>
              </a:rPr>
              <a:t>Stk2</a:t>
            </a:r>
            <a:r>
              <a:rPr lang="en-GB" b="1" noProof="0" dirty="0">
                <a:solidFill>
                  <a:schemeClr val="bg2">
                    <a:lumMod val="25000"/>
                  </a:schemeClr>
                </a:solidFill>
                <a:latin typeface="Oswald" panose="00000500000000000000" pitchFamily="2" charset="0"/>
              </a:rPr>
              <a:t> in </a:t>
            </a:r>
            <a:r>
              <a:rPr lang="en-GB" b="1" noProof="0" dirty="0">
                <a:latin typeface="Oswald" panose="00000500000000000000" pitchFamily="2" charset="0"/>
              </a:rPr>
              <a:t>Staphylococcus epidermidis</a:t>
            </a:r>
            <a:endParaRPr lang="en-GB" b="1" noProof="0" dirty="0">
              <a:solidFill>
                <a:schemeClr val="bg2">
                  <a:lumMod val="25000"/>
                </a:schemeClr>
              </a:solidFill>
              <a:latin typeface="Oswald" panose="00000500000000000000" pitchFamily="2" charset="0"/>
            </a:endParaRPr>
          </a:p>
        </p:txBody>
      </p: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FFBAA0AC-DCA4-5715-87E9-DECFB20663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Ellipse 1">
            <a:extLst>
              <a:ext uri="{FF2B5EF4-FFF2-40B4-BE49-F238E27FC236}">
                <a16:creationId xmlns:a16="http://schemas.microsoft.com/office/drawing/2014/main" id="{F932BC02-AF24-1176-F039-D03DC91348FF}"/>
              </a:ext>
            </a:extLst>
          </p:cNvPr>
          <p:cNvSpPr/>
          <p:nvPr/>
        </p:nvSpPr>
        <p:spPr>
          <a:xfrm>
            <a:off x="3372515" y="295040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6" name="Image 5" descr="Une image contenant texte, diagramme, capture d’écran&#10;&#10;Le contenu généré par l’IA peut être incorrect.">
            <a:extLst>
              <a:ext uri="{FF2B5EF4-FFF2-40B4-BE49-F238E27FC236}">
                <a16:creationId xmlns:a16="http://schemas.microsoft.com/office/drawing/2014/main" id="{668C397F-D0AB-0472-AF2B-B2C2627A4C49}"/>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8" name="Ellipse 7">
            <a:extLst>
              <a:ext uri="{FF2B5EF4-FFF2-40B4-BE49-F238E27FC236}">
                <a16:creationId xmlns:a16="http://schemas.microsoft.com/office/drawing/2014/main" id="{49AD188D-C911-CBBE-8CEA-C1EB223D5784}"/>
              </a:ext>
            </a:extLst>
          </p:cNvPr>
          <p:cNvSpPr/>
          <p:nvPr/>
        </p:nvSpPr>
        <p:spPr>
          <a:xfrm>
            <a:off x="4185469" y="286463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Ellipse 8">
            <a:extLst>
              <a:ext uri="{FF2B5EF4-FFF2-40B4-BE49-F238E27FC236}">
                <a16:creationId xmlns:a16="http://schemas.microsoft.com/office/drawing/2014/main" id="{FF33C43E-7577-AD08-0D11-EE4485B30537}"/>
              </a:ext>
            </a:extLst>
          </p:cNvPr>
          <p:cNvSpPr/>
          <p:nvPr/>
        </p:nvSpPr>
        <p:spPr>
          <a:xfrm>
            <a:off x="8675275" y="299217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Ellipse 11">
            <a:extLst>
              <a:ext uri="{FF2B5EF4-FFF2-40B4-BE49-F238E27FC236}">
                <a16:creationId xmlns:a16="http://schemas.microsoft.com/office/drawing/2014/main" id="{22997DB8-0BC2-7219-40A2-804BFDDC3C15}"/>
              </a:ext>
            </a:extLst>
          </p:cNvPr>
          <p:cNvSpPr/>
          <p:nvPr/>
        </p:nvSpPr>
        <p:spPr>
          <a:xfrm>
            <a:off x="9138776" y="338722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Rectangle 14">
            <a:extLst>
              <a:ext uri="{FF2B5EF4-FFF2-40B4-BE49-F238E27FC236}">
                <a16:creationId xmlns:a16="http://schemas.microsoft.com/office/drawing/2014/main" id="{53E91E35-30A4-2411-B6D3-3EA89C1D136A}"/>
              </a:ext>
            </a:extLst>
          </p:cNvPr>
          <p:cNvSpPr/>
          <p:nvPr/>
        </p:nvSpPr>
        <p:spPr>
          <a:xfrm>
            <a:off x="3068114" y="1668651"/>
            <a:ext cx="2132620" cy="2160689"/>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176093A6-B869-6AE5-FCF2-9FE9A2292835}"/>
              </a:ext>
            </a:extLst>
          </p:cNvPr>
          <p:cNvSpPr/>
          <p:nvPr/>
        </p:nvSpPr>
        <p:spPr>
          <a:xfrm>
            <a:off x="8385641" y="1668651"/>
            <a:ext cx="2132620" cy="2160689"/>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ZoneTexte 2">
            <a:extLst>
              <a:ext uri="{FF2B5EF4-FFF2-40B4-BE49-F238E27FC236}">
                <a16:creationId xmlns:a16="http://schemas.microsoft.com/office/drawing/2014/main" id="{956B4D9A-9A1F-C11E-E55A-8993491EB7FC}"/>
              </a:ext>
            </a:extLst>
          </p:cNvPr>
          <p:cNvSpPr txBox="1"/>
          <p:nvPr/>
        </p:nvSpPr>
        <p:spPr>
          <a:xfrm>
            <a:off x="972250"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7" name="ZoneTexte 6">
            <a:extLst>
              <a:ext uri="{FF2B5EF4-FFF2-40B4-BE49-F238E27FC236}">
                <a16:creationId xmlns:a16="http://schemas.microsoft.com/office/drawing/2014/main" id="{E1475F3D-0432-6EFF-7F8D-50E15B2FE06D}"/>
              </a:ext>
            </a:extLst>
          </p:cNvPr>
          <p:cNvSpPr txBox="1"/>
          <p:nvPr/>
        </p:nvSpPr>
        <p:spPr>
          <a:xfrm>
            <a:off x="6329269"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3943989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A47A1A-1F72-B5AE-3EBC-156248BA54D3}"/>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E4F164E6-0335-1E01-695A-B1886B173304}"/>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9CB8DC1D-3ABD-30C0-3D4F-40C19B9AF844}"/>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DE557C52-2D1F-8D79-6CFC-333DD59102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10963873-EE2D-590B-8B39-72ED37D67526}"/>
              </a:ext>
            </a:extLst>
          </p:cNvPr>
          <p:cNvSpPr txBox="1"/>
          <p:nvPr/>
        </p:nvSpPr>
        <p:spPr>
          <a:xfrm>
            <a:off x="3491444" y="3841224"/>
            <a:ext cx="1718018" cy="923330"/>
          </a:xfrm>
          <a:prstGeom prst="rect">
            <a:avLst/>
          </a:prstGeom>
          <a:noFill/>
        </p:spPr>
        <p:txBody>
          <a:bodyPr wrap="square" rtlCol="0">
            <a:spAutoFit/>
          </a:bodyPr>
          <a:lstStyle/>
          <a:p>
            <a:pPr algn="ctr"/>
            <a:r>
              <a:rPr lang="en-GB" b="1" noProof="0" dirty="0">
                <a:solidFill>
                  <a:srgbClr val="FF0000"/>
                </a:solidFill>
                <a:latin typeface="Oswald" panose="00000500000000000000" pitchFamily="2" charset="0"/>
              </a:rPr>
              <a:t>Avs</a:t>
            </a:r>
            <a:r>
              <a:rPr lang="en-GB" noProof="0" dirty="0">
                <a:solidFill>
                  <a:schemeClr val="bg2">
                    <a:lumMod val="25000"/>
                  </a:schemeClr>
                </a:solidFill>
                <a:latin typeface="Oswald" panose="00000500000000000000" pitchFamily="2" charset="0"/>
              </a:rPr>
              <a:t> </a:t>
            </a:r>
            <a:r>
              <a:rPr lang="en-GB" b="1" noProof="0" dirty="0">
                <a:solidFill>
                  <a:schemeClr val="bg2">
                    <a:lumMod val="25000"/>
                  </a:schemeClr>
                </a:solidFill>
                <a:latin typeface="Oswald" panose="00000500000000000000" pitchFamily="2" charset="0"/>
              </a:rPr>
              <a:t>in Staphylococcus aureus</a:t>
            </a:r>
          </a:p>
        </p:txBody>
      </p: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B5808F7D-5BCA-56CA-1E6F-6999177232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Ellipse 1">
            <a:extLst>
              <a:ext uri="{FF2B5EF4-FFF2-40B4-BE49-F238E27FC236}">
                <a16:creationId xmlns:a16="http://schemas.microsoft.com/office/drawing/2014/main" id="{845003B5-34CC-5F5C-8C55-6986C8F36D21}"/>
              </a:ext>
            </a:extLst>
          </p:cNvPr>
          <p:cNvSpPr/>
          <p:nvPr/>
        </p:nvSpPr>
        <p:spPr>
          <a:xfrm>
            <a:off x="3362880" y="436743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Ellipse 5">
            <a:extLst>
              <a:ext uri="{FF2B5EF4-FFF2-40B4-BE49-F238E27FC236}">
                <a16:creationId xmlns:a16="http://schemas.microsoft.com/office/drawing/2014/main" id="{9CFF429A-3221-1F7A-0FE2-E3285B761DA9}"/>
              </a:ext>
            </a:extLst>
          </p:cNvPr>
          <p:cNvSpPr/>
          <p:nvPr/>
        </p:nvSpPr>
        <p:spPr>
          <a:xfrm>
            <a:off x="4221580" y="497084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437E72C6-FAD5-CBA1-648B-8DB8BF2B0FF6}"/>
              </a:ext>
            </a:extLst>
          </p:cNvPr>
          <p:cNvSpPr/>
          <p:nvPr/>
        </p:nvSpPr>
        <p:spPr>
          <a:xfrm>
            <a:off x="3864175" y="505439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8" name="Image 7" descr="Une image contenant texte, diagramme, capture d’écran&#10;&#10;Le contenu généré par l’IA peut être incorrect.">
            <a:extLst>
              <a:ext uri="{FF2B5EF4-FFF2-40B4-BE49-F238E27FC236}">
                <a16:creationId xmlns:a16="http://schemas.microsoft.com/office/drawing/2014/main" id="{7D6DD822-4DEF-0A84-9B35-91498AC71FE3}"/>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9" name="Ellipse 8">
            <a:extLst>
              <a:ext uri="{FF2B5EF4-FFF2-40B4-BE49-F238E27FC236}">
                <a16:creationId xmlns:a16="http://schemas.microsoft.com/office/drawing/2014/main" id="{4F3CADE1-1E6F-D231-392E-DD663F7EE174}"/>
              </a:ext>
            </a:extLst>
          </p:cNvPr>
          <p:cNvSpPr/>
          <p:nvPr/>
        </p:nvSpPr>
        <p:spPr>
          <a:xfrm>
            <a:off x="8546800" y="431893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Ellipse 11">
            <a:extLst>
              <a:ext uri="{FF2B5EF4-FFF2-40B4-BE49-F238E27FC236}">
                <a16:creationId xmlns:a16="http://schemas.microsoft.com/office/drawing/2014/main" id="{5C3771E6-ECF8-D8A6-3FA6-961248C06F5D}"/>
              </a:ext>
            </a:extLst>
          </p:cNvPr>
          <p:cNvSpPr/>
          <p:nvPr/>
        </p:nvSpPr>
        <p:spPr>
          <a:xfrm>
            <a:off x="8933614" y="432565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Ellipse 14">
            <a:extLst>
              <a:ext uri="{FF2B5EF4-FFF2-40B4-BE49-F238E27FC236}">
                <a16:creationId xmlns:a16="http://schemas.microsoft.com/office/drawing/2014/main" id="{B9EC21A7-7114-5A38-639E-85A4C19E426E}"/>
              </a:ext>
            </a:extLst>
          </p:cNvPr>
          <p:cNvSpPr/>
          <p:nvPr/>
        </p:nvSpPr>
        <p:spPr>
          <a:xfrm>
            <a:off x="8503500" y="483801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5D352042-E0A0-1017-EBC7-AC1C14EDAB98}"/>
              </a:ext>
            </a:extLst>
          </p:cNvPr>
          <p:cNvSpPr/>
          <p:nvPr/>
        </p:nvSpPr>
        <p:spPr>
          <a:xfrm>
            <a:off x="3076842" y="3841224"/>
            <a:ext cx="2132620"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78819A8A-4C77-FF59-91B4-33D69A64490E}"/>
              </a:ext>
            </a:extLst>
          </p:cNvPr>
          <p:cNvSpPr/>
          <p:nvPr/>
        </p:nvSpPr>
        <p:spPr>
          <a:xfrm>
            <a:off x="8366267" y="3841224"/>
            <a:ext cx="2132620"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ZoneTexte 2">
            <a:extLst>
              <a:ext uri="{FF2B5EF4-FFF2-40B4-BE49-F238E27FC236}">
                <a16:creationId xmlns:a16="http://schemas.microsoft.com/office/drawing/2014/main" id="{35BA9E88-93D5-CD0B-523E-55B753092D9A}"/>
              </a:ext>
            </a:extLst>
          </p:cNvPr>
          <p:cNvSpPr txBox="1"/>
          <p:nvPr/>
        </p:nvSpPr>
        <p:spPr>
          <a:xfrm>
            <a:off x="972250"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11" name="ZoneTexte 10">
            <a:extLst>
              <a:ext uri="{FF2B5EF4-FFF2-40B4-BE49-F238E27FC236}">
                <a16:creationId xmlns:a16="http://schemas.microsoft.com/office/drawing/2014/main" id="{F44F7643-1E66-E837-885F-D3336E157754}"/>
              </a:ext>
            </a:extLst>
          </p:cNvPr>
          <p:cNvSpPr txBox="1"/>
          <p:nvPr/>
        </p:nvSpPr>
        <p:spPr>
          <a:xfrm>
            <a:off x="6329269"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3796169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9EECF13-DAD5-8B0F-5445-B044FE3BAFBA}"/>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622610C7-8561-0AF8-8E08-74B8869A0B96}"/>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C6702AB5-0C0D-E677-FA6C-4BF97DDAF1A0}"/>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00F1AD53-A18E-627F-04A9-B5548C329C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64BAC1C5-D017-A648-583B-18B0879E1C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Ellipse 1">
            <a:extLst>
              <a:ext uri="{FF2B5EF4-FFF2-40B4-BE49-F238E27FC236}">
                <a16:creationId xmlns:a16="http://schemas.microsoft.com/office/drawing/2014/main" id="{74DF3061-5E6B-FE27-72F3-CBB37CEC1C29}"/>
              </a:ext>
            </a:extLst>
          </p:cNvPr>
          <p:cNvSpPr/>
          <p:nvPr/>
        </p:nvSpPr>
        <p:spPr>
          <a:xfrm>
            <a:off x="2374214" y="321851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Ellipse 5">
            <a:extLst>
              <a:ext uri="{FF2B5EF4-FFF2-40B4-BE49-F238E27FC236}">
                <a16:creationId xmlns:a16="http://schemas.microsoft.com/office/drawing/2014/main" id="{1065FB4F-A8B1-E31F-CD42-90B4821A34AA}"/>
              </a:ext>
            </a:extLst>
          </p:cNvPr>
          <p:cNvSpPr/>
          <p:nvPr/>
        </p:nvSpPr>
        <p:spPr>
          <a:xfrm>
            <a:off x="3445676" y="510580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6395695A-7D19-D65A-6FC0-F2ACDB62A968}"/>
              </a:ext>
            </a:extLst>
          </p:cNvPr>
          <p:cNvSpPr/>
          <p:nvPr/>
        </p:nvSpPr>
        <p:spPr>
          <a:xfrm>
            <a:off x="3532275" y="428388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8" name="Image 7" descr="Une image contenant texte, diagramme, capture d’écran&#10;&#10;Le contenu généré par l’IA peut être incorrect.">
            <a:extLst>
              <a:ext uri="{FF2B5EF4-FFF2-40B4-BE49-F238E27FC236}">
                <a16:creationId xmlns:a16="http://schemas.microsoft.com/office/drawing/2014/main" id="{A4D81468-274C-D38F-CF2D-BC2544F78BE0}"/>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9" name="Ellipse 8">
            <a:extLst>
              <a:ext uri="{FF2B5EF4-FFF2-40B4-BE49-F238E27FC236}">
                <a16:creationId xmlns:a16="http://schemas.microsoft.com/office/drawing/2014/main" id="{E5BD65E7-4AC9-0C2B-8353-BFE162A8D56D}"/>
              </a:ext>
            </a:extLst>
          </p:cNvPr>
          <p:cNvSpPr/>
          <p:nvPr/>
        </p:nvSpPr>
        <p:spPr>
          <a:xfrm>
            <a:off x="7743799" y="514757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Ellipse 11">
            <a:extLst>
              <a:ext uri="{FF2B5EF4-FFF2-40B4-BE49-F238E27FC236}">
                <a16:creationId xmlns:a16="http://schemas.microsoft.com/office/drawing/2014/main" id="{EC810997-FC1A-B27C-F0E0-6F4D57278995}"/>
              </a:ext>
            </a:extLst>
          </p:cNvPr>
          <p:cNvSpPr/>
          <p:nvPr/>
        </p:nvSpPr>
        <p:spPr>
          <a:xfrm>
            <a:off x="8813932" y="424210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Ellipse 14">
            <a:extLst>
              <a:ext uri="{FF2B5EF4-FFF2-40B4-BE49-F238E27FC236}">
                <a16:creationId xmlns:a16="http://schemas.microsoft.com/office/drawing/2014/main" id="{A5AF485B-5DD0-8307-5BCD-871B418FCF1E}"/>
              </a:ext>
            </a:extLst>
          </p:cNvPr>
          <p:cNvSpPr/>
          <p:nvPr/>
        </p:nvSpPr>
        <p:spPr>
          <a:xfrm>
            <a:off x="8366267" y="495649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07C8089E-51D2-42E8-2248-753C22074C69}"/>
              </a:ext>
            </a:extLst>
          </p:cNvPr>
          <p:cNvSpPr/>
          <p:nvPr/>
        </p:nvSpPr>
        <p:spPr>
          <a:xfrm>
            <a:off x="3076842" y="3841224"/>
            <a:ext cx="2132620"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tangle 16">
            <a:extLst>
              <a:ext uri="{FF2B5EF4-FFF2-40B4-BE49-F238E27FC236}">
                <a16:creationId xmlns:a16="http://schemas.microsoft.com/office/drawing/2014/main" id="{5371C4AB-F3AD-EBAE-7D97-F3D429DF84B6}"/>
              </a:ext>
            </a:extLst>
          </p:cNvPr>
          <p:cNvSpPr/>
          <p:nvPr/>
        </p:nvSpPr>
        <p:spPr>
          <a:xfrm>
            <a:off x="7445165" y="3841224"/>
            <a:ext cx="3053722"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Ellipse 2">
            <a:extLst>
              <a:ext uri="{FF2B5EF4-FFF2-40B4-BE49-F238E27FC236}">
                <a16:creationId xmlns:a16="http://schemas.microsoft.com/office/drawing/2014/main" id="{5FD51B4D-D594-3E30-DC7F-1D72A2439F41}"/>
              </a:ext>
            </a:extLst>
          </p:cNvPr>
          <p:cNvSpPr/>
          <p:nvPr/>
        </p:nvSpPr>
        <p:spPr>
          <a:xfrm>
            <a:off x="3663059" y="495649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Ellipse 12">
            <a:extLst>
              <a:ext uri="{FF2B5EF4-FFF2-40B4-BE49-F238E27FC236}">
                <a16:creationId xmlns:a16="http://schemas.microsoft.com/office/drawing/2014/main" id="{8519E8C0-23D7-0AD4-44DB-CE692076DDBE}"/>
              </a:ext>
            </a:extLst>
          </p:cNvPr>
          <p:cNvSpPr/>
          <p:nvPr/>
        </p:nvSpPr>
        <p:spPr>
          <a:xfrm>
            <a:off x="4209333" y="514757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Ellipse 17">
            <a:extLst>
              <a:ext uri="{FF2B5EF4-FFF2-40B4-BE49-F238E27FC236}">
                <a16:creationId xmlns:a16="http://schemas.microsoft.com/office/drawing/2014/main" id="{F80F24B9-8786-EAE1-5E00-252A0C12C5A4}"/>
              </a:ext>
            </a:extLst>
          </p:cNvPr>
          <p:cNvSpPr/>
          <p:nvPr/>
        </p:nvSpPr>
        <p:spPr>
          <a:xfrm>
            <a:off x="7590342" y="342900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ZoneTexte 9">
            <a:extLst>
              <a:ext uri="{FF2B5EF4-FFF2-40B4-BE49-F238E27FC236}">
                <a16:creationId xmlns:a16="http://schemas.microsoft.com/office/drawing/2014/main" id="{7E2AF897-37E0-EB6F-0F60-F166E05E5AB8}"/>
              </a:ext>
            </a:extLst>
          </p:cNvPr>
          <p:cNvSpPr txBox="1"/>
          <p:nvPr/>
        </p:nvSpPr>
        <p:spPr>
          <a:xfrm>
            <a:off x="3575574" y="3841224"/>
            <a:ext cx="1718018" cy="923330"/>
          </a:xfrm>
          <a:prstGeom prst="rect">
            <a:avLst/>
          </a:prstGeom>
          <a:noFill/>
        </p:spPr>
        <p:txBody>
          <a:bodyPr wrap="square" rtlCol="0">
            <a:spAutoFit/>
          </a:bodyPr>
          <a:lstStyle/>
          <a:p>
            <a:pPr algn="ctr"/>
            <a:r>
              <a:rPr lang="en-GB" b="1" noProof="0" dirty="0">
                <a:solidFill>
                  <a:srgbClr val="FF0000"/>
                </a:solidFill>
                <a:latin typeface="Oswald" panose="00000500000000000000" pitchFamily="2" charset="0"/>
              </a:rPr>
              <a:t>Dodola</a:t>
            </a:r>
            <a:r>
              <a:rPr lang="en-GB" noProof="0" dirty="0">
                <a:solidFill>
                  <a:schemeClr val="bg2">
                    <a:lumMod val="25000"/>
                  </a:schemeClr>
                </a:solidFill>
                <a:latin typeface="Oswald" panose="00000500000000000000" pitchFamily="2" charset="0"/>
              </a:rPr>
              <a:t> </a:t>
            </a:r>
            <a:r>
              <a:rPr lang="en-GB" b="1" noProof="0" dirty="0">
                <a:solidFill>
                  <a:schemeClr val="bg2">
                    <a:lumMod val="25000"/>
                  </a:schemeClr>
                </a:solidFill>
                <a:latin typeface="Oswald" panose="00000500000000000000" pitchFamily="2" charset="0"/>
              </a:rPr>
              <a:t>in Staphylococcus aureus</a:t>
            </a:r>
          </a:p>
        </p:txBody>
      </p:sp>
      <p:sp>
        <p:nvSpPr>
          <p:cNvPr id="11" name="ZoneTexte 10">
            <a:extLst>
              <a:ext uri="{FF2B5EF4-FFF2-40B4-BE49-F238E27FC236}">
                <a16:creationId xmlns:a16="http://schemas.microsoft.com/office/drawing/2014/main" id="{FF4EA03B-75D9-6D66-20AC-9940238CA099}"/>
              </a:ext>
            </a:extLst>
          </p:cNvPr>
          <p:cNvSpPr txBox="1"/>
          <p:nvPr/>
        </p:nvSpPr>
        <p:spPr>
          <a:xfrm>
            <a:off x="972250"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19" name="ZoneTexte 18">
            <a:extLst>
              <a:ext uri="{FF2B5EF4-FFF2-40B4-BE49-F238E27FC236}">
                <a16:creationId xmlns:a16="http://schemas.microsoft.com/office/drawing/2014/main" id="{E879D825-ED01-B04C-DB1C-3711878EE2B7}"/>
              </a:ext>
            </a:extLst>
          </p:cNvPr>
          <p:cNvSpPr txBox="1"/>
          <p:nvPr/>
        </p:nvSpPr>
        <p:spPr>
          <a:xfrm>
            <a:off x="6329269"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2405240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1AAA5-CA6D-5066-0607-0E7758DA16B6}"/>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2696C809-DDEF-9991-0CC8-E6FF90C5FEDA}"/>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87D6B93F-233C-AA07-501A-752EC5DC569F}"/>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9FAD3062-2CB9-0123-C811-09C103E6D2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69F975A2-CBB0-E650-10C9-E7409340CE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Ellipse 1">
            <a:extLst>
              <a:ext uri="{FF2B5EF4-FFF2-40B4-BE49-F238E27FC236}">
                <a16:creationId xmlns:a16="http://schemas.microsoft.com/office/drawing/2014/main" id="{2647795A-A4A6-0EDC-44DE-74EC5C0F90E6}"/>
              </a:ext>
            </a:extLst>
          </p:cNvPr>
          <p:cNvSpPr/>
          <p:nvPr/>
        </p:nvSpPr>
        <p:spPr>
          <a:xfrm>
            <a:off x="2590257" y="525398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Ellipse 6">
            <a:extLst>
              <a:ext uri="{FF2B5EF4-FFF2-40B4-BE49-F238E27FC236}">
                <a16:creationId xmlns:a16="http://schemas.microsoft.com/office/drawing/2014/main" id="{31CFF46F-4C5C-BC03-0733-136CADCC946D}"/>
              </a:ext>
            </a:extLst>
          </p:cNvPr>
          <p:cNvSpPr/>
          <p:nvPr/>
        </p:nvSpPr>
        <p:spPr>
          <a:xfrm>
            <a:off x="2462404" y="551855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8" name="Image 7" descr="Une image contenant texte, diagramme, capture d’écran&#10;&#10;Le contenu généré par l’IA peut être incorrect.">
            <a:extLst>
              <a:ext uri="{FF2B5EF4-FFF2-40B4-BE49-F238E27FC236}">
                <a16:creationId xmlns:a16="http://schemas.microsoft.com/office/drawing/2014/main" id="{3EFB3662-C3C7-FCC8-D94F-8571A16C7B04}"/>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9" name="Ellipse 8">
            <a:extLst>
              <a:ext uri="{FF2B5EF4-FFF2-40B4-BE49-F238E27FC236}">
                <a16:creationId xmlns:a16="http://schemas.microsoft.com/office/drawing/2014/main" id="{11D6D947-D994-A3B7-39F8-2677D9A928E8}"/>
              </a:ext>
            </a:extLst>
          </p:cNvPr>
          <p:cNvSpPr/>
          <p:nvPr/>
        </p:nvSpPr>
        <p:spPr>
          <a:xfrm>
            <a:off x="8319361" y="551855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Ellipse 14">
            <a:extLst>
              <a:ext uri="{FF2B5EF4-FFF2-40B4-BE49-F238E27FC236}">
                <a16:creationId xmlns:a16="http://schemas.microsoft.com/office/drawing/2014/main" id="{C5F9FB58-0E38-DD6D-9453-F8D408B0F803}"/>
              </a:ext>
            </a:extLst>
          </p:cNvPr>
          <p:cNvSpPr/>
          <p:nvPr/>
        </p:nvSpPr>
        <p:spPr>
          <a:xfrm>
            <a:off x="7705141" y="529498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345FCADC-4AD3-1807-EC26-0018C94B3C20}"/>
              </a:ext>
            </a:extLst>
          </p:cNvPr>
          <p:cNvSpPr/>
          <p:nvPr/>
        </p:nvSpPr>
        <p:spPr>
          <a:xfrm>
            <a:off x="974740" y="3841224"/>
            <a:ext cx="2090263"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ZoneTexte 9">
            <a:extLst>
              <a:ext uri="{FF2B5EF4-FFF2-40B4-BE49-F238E27FC236}">
                <a16:creationId xmlns:a16="http://schemas.microsoft.com/office/drawing/2014/main" id="{C58369AE-FAF2-A087-DF02-DD35422AF68C}"/>
              </a:ext>
            </a:extLst>
          </p:cNvPr>
          <p:cNvSpPr txBox="1"/>
          <p:nvPr/>
        </p:nvSpPr>
        <p:spPr>
          <a:xfrm>
            <a:off x="802866" y="3809043"/>
            <a:ext cx="2517431" cy="1477328"/>
          </a:xfrm>
          <a:prstGeom prst="rect">
            <a:avLst/>
          </a:prstGeom>
          <a:noFill/>
        </p:spPr>
        <p:txBody>
          <a:bodyPr wrap="square" rtlCol="0">
            <a:spAutoFit/>
          </a:bodyPr>
          <a:lstStyle/>
          <a:p>
            <a:pPr algn="ctr"/>
            <a:r>
              <a:rPr lang="en-GB" b="1" noProof="0" dirty="0" err="1">
                <a:solidFill>
                  <a:srgbClr val="FF0000"/>
                </a:solidFill>
                <a:latin typeface="Oswald" panose="00000500000000000000" pitchFamily="2" charset="0"/>
              </a:rPr>
              <a:t>AbiAlpha</a:t>
            </a:r>
            <a:r>
              <a:rPr lang="en-GB" noProof="0" dirty="0">
                <a:solidFill>
                  <a:schemeClr val="bg2">
                    <a:lumMod val="25000"/>
                  </a:schemeClr>
                </a:solidFill>
                <a:latin typeface="Oswald" panose="00000500000000000000" pitchFamily="2" charset="0"/>
              </a:rPr>
              <a:t> </a:t>
            </a:r>
            <a:r>
              <a:rPr lang="en-GB" b="1" noProof="0" dirty="0">
                <a:solidFill>
                  <a:schemeClr val="bg2">
                    <a:lumMod val="25000"/>
                  </a:schemeClr>
                </a:solidFill>
                <a:latin typeface="Oswald" panose="00000500000000000000" pitchFamily="2" charset="0"/>
              </a:rPr>
              <a:t>in Staphylococcus aureus Newman and </a:t>
            </a:r>
            <a:r>
              <a:rPr lang="en-GB" b="1" noProof="0" dirty="0" err="1">
                <a:solidFill>
                  <a:schemeClr val="bg2">
                    <a:lumMod val="25000"/>
                  </a:schemeClr>
                </a:solidFill>
                <a:latin typeface="Oswald" panose="00000500000000000000" pitchFamily="2" charset="0"/>
              </a:rPr>
              <a:t>Rhodococcus</a:t>
            </a:r>
            <a:r>
              <a:rPr lang="en-GB" b="1" noProof="0" dirty="0">
                <a:solidFill>
                  <a:schemeClr val="bg2">
                    <a:lumMod val="25000"/>
                  </a:schemeClr>
                </a:solidFill>
                <a:latin typeface="Oswald" panose="00000500000000000000" pitchFamily="2" charset="0"/>
              </a:rPr>
              <a:t> </a:t>
            </a:r>
            <a:r>
              <a:rPr lang="en-GB" b="1" noProof="0" dirty="0" err="1">
                <a:solidFill>
                  <a:schemeClr val="bg2">
                    <a:lumMod val="25000"/>
                  </a:schemeClr>
                </a:solidFill>
                <a:latin typeface="Oswald" panose="00000500000000000000" pitchFamily="2" charset="0"/>
              </a:rPr>
              <a:t>erythropolis</a:t>
            </a:r>
            <a:r>
              <a:rPr lang="en-GB" b="1" noProof="0" dirty="0">
                <a:solidFill>
                  <a:schemeClr val="bg2">
                    <a:lumMod val="25000"/>
                  </a:schemeClr>
                </a:solidFill>
                <a:latin typeface="Oswald" panose="00000500000000000000" pitchFamily="2" charset="0"/>
              </a:rPr>
              <a:t> 15903</a:t>
            </a:r>
          </a:p>
        </p:txBody>
      </p:sp>
      <p:sp>
        <p:nvSpPr>
          <p:cNvPr id="13" name="Rectangle 12">
            <a:extLst>
              <a:ext uri="{FF2B5EF4-FFF2-40B4-BE49-F238E27FC236}">
                <a16:creationId xmlns:a16="http://schemas.microsoft.com/office/drawing/2014/main" id="{6C50A755-FB7B-5FAA-749B-44C7099463A2}"/>
              </a:ext>
            </a:extLst>
          </p:cNvPr>
          <p:cNvSpPr/>
          <p:nvPr/>
        </p:nvSpPr>
        <p:spPr>
          <a:xfrm>
            <a:off x="6297129" y="3841224"/>
            <a:ext cx="2090263"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ZoneTexte 2">
            <a:extLst>
              <a:ext uri="{FF2B5EF4-FFF2-40B4-BE49-F238E27FC236}">
                <a16:creationId xmlns:a16="http://schemas.microsoft.com/office/drawing/2014/main" id="{0AAF874A-48C5-0F19-45D1-ED23A61024A6}"/>
              </a:ext>
            </a:extLst>
          </p:cNvPr>
          <p:cNvSpPr txBox="1"/>
          <p:nvPr/>
        </p:nvSpPr>
        <p:spPr>
          <a:xfrm>
            <a:off x="972250"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6" name="ZoneTexte 5">
            <a:extLst>
              <a:ext uri="{FF2B5EF4-FFF2-40B4-BE49-F238E27FC236}">
                <a16:creationId xmlns:a16="http://schemas.microsoft.com/office/drawing/2014/main" id="{4DB871C9-CAEE-BFB7-0C89-B129B4100357}"/>
              </a:ext>
            </a:extLst>
          </p:cNvPr>
          <p:cNvSpPr txBox="1"/>
          <p:nvPr/>
        </p:nvSpPr>
        <p:spPr>
          <a:xfrm>
            <a:off x="6329269"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3292262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46088E-82A9-76F3-1F7A-0D3D27C9F61C}"/>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30AFC85C-5867-5439-4A9D-8357C655E3B7}"/>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D96EA3D8-2CE4-4B3C-7A0A-24E1E2F8903A}"/>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E328C65B-A427-0B3F-4143-7B0797464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B0149B61-A94D-93BB-4E3C-C049B788EBD5}"/>
              </a:ext>
            </a:extLst>
          </p:cNvPr>
          <p:cNvSpPr txBox="1"/>
          <p:nvPr/>
        </p:nvSpPr>
        <p:spPr>
          <a:xfrm>
            <a:off x="1397534" y="3903918"/>
            <a:ext cx="1452710" cy="646331"/>
          </a:xfrm>
          <a:prstGeom prst="rect">
            <a:avLst/>
          </a:prstGeom>
          <a:noFill/>
        </p:spPr>
        <p:txBody>
          <a:bodyPr wrap="square" rtlCol="0">
            <a:spAutoFit/>
          </a:bodyPr>
          <a:lstStyle/>
          <a:p>
            <a:pPr algn="ctr"/>
            <a:r>
              <a:rPr lang="en-GB" b="1" noProof="0" dirty="0">
                <a:solidFill>
                  <a:srgbClr val="FF0000"/>
                </a:solidFill>
                <a:latin typeface="Oswald" panose="00000500000000000000" pitchFamily="2" charset="0"/>
              </a:rPr>
              <a:t>Gabija</a:t>
            </a:r>
            <a:r>
              <a:rPr lang="en-GB" b="1" noProof="0" dirty="0">
                <a:solidFill>
                  <a:schemeClr val="bg2">
                    <a:lumMod val="25000"/>
                  </a:schemeClr>
                </a:solidFill>
                <a:latin typeface="Oswald" panose="00000500000000000000" pitchFamily="2" charset="0"/>
              </a:rPr>
              <a:t> in 6≠ strains</a:t>
            </a:r>
          </a:p>
        </p:txBody>
      </p: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2CDE0F96-0CFF-C6CB-F00C-14ADAA33AB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pic>
        <p:nvPicPr>
          <p:cNvPr id="8" name="Image 7" descr="Une image contenant texte, diagramme, capture d’écran&#10;&#10;Le contenu généré par l’IA peut être incorrect.">
            <a:extLst>
              <a:ext uri="{FF2B5EF4-FFF2-40B4-BE49-F238E27FC236}">
                <a16:creationId xmlns:a16="http://schemas.microsoft.com/office/drawing/2014/main" id="{2D0A4941-A254-DFD4-F42F-B85D199D83B0}"/>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13" name="Ellipse 12">
            <a:extLst>
              <a:ext uri="{FF2B5EF4-FFF2-40B4-BE49-F238E27FC236}">
                <a16:creationId xmlns:a16="http://schemas.microsoft.com/office/drawing/2014/main" id="{E97144D5-9527-3D19-CCEC-569314E46D5B}"/>
              </a:ext>
            </a:extLst>
          </p:cNvPr>
          <p:cNvSpPr/>
          <p:nvPr/>
        </p:nvSpPr>
        <p:spPr>
          <a:xfrm>
            <a:off x="2281382" y="287782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Ellipse 15">
            <a:extLst>
              <a:ext uri="{FF2B5EF4-FFF2-40B4-BE49-F238E27FC236}">
                <a16:creationId xmlns:a16="http://schemas.microsoft.com/office/drawing/2014/main" id="{94F43B0B-E786-3FC6-16AC-9846C63E7EC6}"/>
              </a:ext>
            </a:extLst>
          </p:cNvPr>
          <p:cNvSpPr/>
          <p:nvPr/>
        </p:nvSpPr>
        <p:spPr>
          <a:xfrm>
            <a:off x="3604245" y="382900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Ellipse 16">
            <a:extLst>
              <a:ext uri="{FF2B5EF4-FFF2-40B4-BE49-F238E27FC236}">
                <a16:creationId xmlns:a16="http://schemas.microsoft.com/office/drawing/2014/main" id="{C4486ACE-3EB8-A644-3DD4-4CD19133E27E}"/>
              </a:ext>
            </a:extLst>
          </p:cNvPr>
          <p:cNvSpPr/>
          <p:nvPr/>
        </p:nvSpPr>
        <p:spPr>
          <a:xfrm>
            <a:off x="3126157" y="433030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Ellipse 17">
            <a:extLst>
              <a:ext uri="{FF2B5EF4-FFF2-40B4-BE49-F238E27FC236}">
                <a16:creationId xmlns:a16="http://schemas.microsoft.com/office/drawing/2014/main" id="{062BB6E2-15E2-262B-CAEA-14F6A68AC771}"/>
              </a:ext>
            </a:extLst>
          </p:cNvPr>
          <p:cNvSpPr/>
          <p:nvPr/>
        </p:nvSpPr>
        <p:spPr>
          <a:xfrm>
            <a:off x="2506681" y="485016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 name="Ellipse 18">
            <a:extLst>
              <a:ext uri="{FF2B5EF4-FFF2-40B4-BE49-F238E27FC236}">
                <a16:creationId xmlns:a16="http://schemas.microsoft.com/office/drawing/2014/main" id="{1F35C8CC-52C9-B568-C464-E03689BD86BD}"/>
              </a:ext>
            </a:extLst>
          </p:cNvPr>
          <p:cNvSpPr/>
          <p:nvPr/>
        </p:nvSpPr>
        <p:spPr>
          <a:xfrm>
            <a:off x="2007316" y="504975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Ellipse 19">
            <a:extLst>
              <a:ext uri="{FF2B5EF4-FFF2-40B4-BE49-F238E27FC236}">
                <a16:creationId xmlns:a16="http://schemas.microsoft.com/office/drawing/2014/main" id="{ED7C2195-9D74-7FD8-BF5C-5D519404B59B}"/>
              </a:ext>
            </a:extLst>
          </p:cNvPr>
          <p:cNvSpPr/>
          <p:nvPr/>
        </p:nvSpPr>
        <p:spPr>
          <a:xfrm>
            <a:off x="3868817" y="504975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1" name="Ellipse 20">
            <a:extLst>
              <a:ext uri="{FF2B5EF4-FFF2-40B4-BE49-F238E27FC236}">
                <a16:creationId xmlns:a16="http://schemas.microsoft.com/office/drawing/2014/main" id="{27E93168-22BE-E9D8-0F7E-60723D488995}"/>
              </a:ext>
            </a:extLst>
          </p:cNvPr>
          <p:cNvSpPr/>
          <p:nvPr/>
        </p:nvSpPr>
        <p:spPr>
          <a:xfrm>
            <a:off x="4903899" y="559746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2" name="Ellipse 21">
            <a:extLst>
              <a:ext uri="{FF2B5EF4-FFF2-40B4-BE49-F238E27FC236}">
                <a16:creationId xmlns:a16="http://schemas.microsoft.com/office/drawing/2014/main" id="{9D97C65B-4098-AECD-43F4-DC069E66107E}"/>
              </a:ext>
            </a:extLst>
          </p:cNvPr>
          <p:cNvSpPr/>
          <p:nvPr/>
        </p:nvSpPr>
        <p:spPr>
          <a:xfrm>
            <a:off x="8802864" y="334545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3" name="Ellipse 22">
            <a:extLst>
              <a:ext uri="{FF2B5EF4-FFF2-40B4-BE49-F238E27FC236}">
                <a16:creationId xmlns:a16="http://schemas.microsoft.com/office/drawing/2014/main" id="{3F18BE90-4E85-830F-3C4A-C31508E9A4CE}"/>
              </a:ext>
            </a:extLst>
          </p:cNvPr>
          <p:cNvSpPr/>
          <p:nvPr/>
        </p:nvSpPr>
        <p:spPr>
          <a:xfrm>
            <a:off x="7934880" y="365262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4" name="Ellipse 23">
            <a:extLst>
              <a:ext uri="{FF2B5EF4-FFF2-40B4-BE49-F238E27FC236}">
                <a16:creationId xmlns:a16="http://schemas.microsoft.com/office/drawing/2014/main" id="{9FE10722-077E-4FF6-014E-852668F2E7ED}"/>
              </a:ext>
            </a:extLst>
          </p:cNvPr>
          <p:cNvSpPr/>
          <p:nvPr/>
        </p:nvSpPr>
        <p:spPr>
          <a:xfrm>
            <a:off x="8301568" y="446026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5" name="Ellipse 24">
            <a:extLst>
              <a:ext uri="{FF2B5EF4-FFF2-40B4-BE49-F238E27FC236}">
                <a16:creationId xmlns:a16="http://schemas.microsoft.com/office/drawing/2014/main" id="{0144A71A-A559-8D55-C7C1-238E5E76132A}"/>
              </a:ext>
            </a:extLst>
          </p:cNvPr>
          <p:cNvSpPr/>
          <p:nvPr/>
        </p:nvSpPr>
        <p:spPr>
          <a:xfrm>
            <a:off x="7493926" y="428852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6" name="Ellipse 25">
            <a:extLst>
              <a:ext uri="{FF2B5EF4-FFF2-40B4-BE49-F238E27FC236}">
                <a16:creationId xmlns:a16="http://schemas.microsoft.com/office/drawing/2014/main" id="{0ACE12A0-54D2-FDEF-53A3-682C701B3CAA}"/>
              </a:ext>
            </a:extLst>
          </p:cNvPr>
          <p:cNvSpPr/>
          <p:nvPr/>
        </p:nvSpPr>
        <p:spPr>
          <a:xfrm>
            <a:off x="7373243" y="509152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7" name="Ellipse 26">
            <a:extLst>
              <a:ext uri="{FF2B5EF4-FFF2-40B4-BE49-F238E27FC236}">
                <a16:creationId xmlns:a16="http://schemas.microsoft.com/office/drawing/2014/main" id="{7AB5DDFF-72FF-00A7-7A76-0E771D1C0904}"/>
              </a:ext>
            </a:extLst>
          </p:cNvPr>
          <p:cNvSpPr/>
          <p:nvPr/>
        </p:nvSpPr>
        <p:spPr>
          <a:xfrm>
            <a:off x="9824021" y="509152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8" name="Ellipse 27">
            <a:extLst>
              <a:ext uri="{FF2B5EF4-FFF2-40B4-BE49-F238E27FC236}">
                <a16:creationId xmlns:a16="http://schemas.microsoft.com/office/drawing/2014/main" id="{EF82AE61-AE74-EA5D-FD1F-9C284088A7B2}"/>
              </a:ext>
            </a:extLst>
          </p:cNvPr>
          <p:cNvSpPr/>
          <p:nvPr/>
        </p:nvSpPr>
        <p:spPr>
          <a:xfrm>
            <a:off x="9717265" y="552320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9" name="Rectangle 28">
            <a:extLst>
              <a:ext uri="{FF2B5EF4-FFF2-40B4-BE49-F238E27FC236}">
                <a16:creationId xmlns:a16="http://schemas.microsoft.com/office/drawing/2014/main" id="{79D2D164-5611-40C0-A9F1-39BC9F3B76C7}"/>
              </a:ext>
            </a:extLst>
          </p:cNvPr>
          <p:cNvSpPr/>
          <p:nvPr/>
        </p:nvSpPr>
        <p:spPr>
          <a:xfrm>
            <a:off x="993536" y="3829005"/>
            <a:ext cx="4098325"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0" name="Rectangle 29">
            <a:extLst>
              <a:ext uri="{FF2B5EF4-FFF2-40B4-BE49-F238E27FC236}">
                <a16:creationId xmlns:a16="http://schemas.microsoft.com/office/drawing/2014/main" id="{32D3A43F-0171-A625-15C4-104BF09C0E4A}"/>
              </a:ext>
            </a:extLst>
          </p:cNvPr>
          <p:cNvSpPr/>
          <p:nvPr/>
        </p:nvSpPr>
        <p:spPr>
          <a:xfrm>
            <a:off x="6339004" y="3838289"/>
            <a:ext cx="4098325" cy="1956166"/>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ZoneTexte 1">
            <a:extLst>
              <a:ext uri="{FF2B5EF4-FFF2-40B4-BE49-F238E27FC236}">
                <a16:creationId xmlns:a16="http://schemas.microsoft.com/office/drawing/2014/main" id="{429F702F-C4E6-B3FE-C85C-F28F52D1D678}"/>
              </a:ext>
            </a:extLst>
          </p:cNvPr>
          <p:cNvSpPr txBox="1"/>
          <p:nvPr/>
        </p:nvSpPr>
        <p:spPr>
          <a:xfrm>
            <a:off x="972250"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3" name="ZoneTexte 2">
            <a:extLst>
              <a:ext uri="{FF2B5EF4-FFF2-40B4-BE49-F238E27FC236}">
                <a16:creationId xmlns:a16="http://schemas.microsoft.com/office/drawing/2014/main" id="{2AD5DE77-7804-6F2D-356C-0583EC120812}"/>
              </a:ext>
            </a:extLst>
          </p:cNvPr>
          <p:cNvSpPr txBox="1"/>
          <p:nvPr/>
        </p:nvSpPr>
        <p:spPr>
          <a:xfrm>
            <a:off x="6329269" y="1624976"/>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4221183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09A855-2C57-700A-0158-D5B99BA908CD}"/>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77623300-18F6-3E1A-1F70-4E2E4AEBFD6A}"/>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36CF0FFC-200F-79E8-1B64-CA77209E17B7}"/>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577DCCF5-CAD9-F8D8-F421-F1070B0823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144FDCBB-57F8-EE86-4698-F1B42D9C0B30}"/>
              </a:ext>
            </a:extLst>
          </p:cNvPr>
          <p:cNvSpPr txBox="1"/>
          <p:nvPr/>
        </p:nvSpPr>
        <p:spPr>
          <a:xfrm>
            <a:off x="1478090" y="1748012"/>
            <a:ext cx="1774085" cy="923330"/>
          </a:xfrm>
          <a:prstGeom prst="rect">
            <a:avLst/>
          </a:prstGeom>
          <a:noFill/>
        </p:spPr>
        <p:txBody>
          <a:bodyPr wrap="square" rtlCol="0">
            <a:spAutoFit/>
          </a:bodyPr>
          <a:lstStyle/>
          <a:p>
            <a:pPr algn="ctr"/>
            <a:r>
              <a:rPr lang="en-GB" b="1" noProof="0" dirty="0" err="1">
                <a:solidFill>
                  <a:srgbClr val="FF0000"/>
                </a:solidFill>
                <a:latin typeface="Oswald" panose="00000500000000000000" pitchFamily="2" charset="0"/>
              </a:rPr>
              <a:t>dGTPase</a:t>
            </a:r>
            <a:r>
              <a:rPr lang="en-GB" b="1" noProof="0" dirty="0">
                <a:solidFill>
                  <a:schemeClr val="bg2">
                    <a:lumMod val="25000"/>
                  </a:schemeClr>
                </a:solidFill>
                <a:latin typeface="Oswald" panose="00000500000000000000" pitchFamily="2" charset="0"/>
              </a:rPr>
              <a:t> in </a:t>
            </a:r>
            <a:r>
              <a:rPr lang="en-GB" b="1" noProof="0" dirty="0">
                <a:latin typeface="Oswald" panose="00000500000000000000" pitchFamily="2" charset="0"/>
              </a:rPr>
              <a:t>Vibrio </a:t>
            </a:r>
            <a:r>
              <a:rPr lang="en-GB" b="1" noProof="0" dirty="0" err="1">
                <a:latin typeface="Oswald" panose="00000500000000000000" pitchFamily="2" charset="0"/>
              </a:rPr>
              <a:t>cyclitrophicus</a:t>
            </a:r>
            <a:endParaRPr lang="en-GB" b="1" noProof="0" dirty="0">
              <a:solidFill>
                <a:schemeClr val="bg2">
                  <a:lumMod val="25000"/>
                </a:schemeClr>
              </a:solidFill>
              <a:latin typeface="Oswald" panose="00000500000000000000" pitchFamily="2" charset="0"/>
            </a:endParaRPr>
          </a:p>
        </p:txBody>
      </p:sp>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348C674D-4BDB-905F-879E-75E2CE60B9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Ellipse 1">
            <a:extLst>
              <a:ext uri="{FF2B5EF4-FFF2-40B4-BE49-F238E27FC236}">
                <a16:creationId xmlns:a16="http://schemas.microsoft.com/office/drawing/2014/main" id="{36BE7903-F741-B34E-04A7-70CF5F7DDFC8}"/>
              </a:ext>
            </a:extLst>
          </p:cNvPr>
          <p:cNvSpPr/>
          <p:nvPr/>
        </p:nvSpPr>
        <p:spPr>
          <a:xfrm>
            <a:off x="2443838" y="375938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 name="Ellipse 2">
            <a:extLst>
              <a:ext uri="{FF2B5EF4-FFF2-40B4-BE49-F238E27FC236}">
                <a16:creationId xmlns:a16="http://schemas.microsoft.com/office/drawing/2014/main" id="{D3E42266-A94C-8D65-BEAD-9303B505EA62}"/>
              </a:ext>
            </a:extLst>
          </p:cNvPr>
          <p:cNvSpPr/>
          <p:nvPr/>
        </p:nvSpPr>
        <p:spPr>
          <a:xfrm>
            <a:off x="1686480" y="218045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6" name="Image 5" descr="Une image contenant texte, diagramme, capture d’écran&#10;&#10;Le contenu généré par l’IA peut être incorrect.">
            <a:extLst>
              <a:ext uri="{FF2B5EF4-FFF2-40B4-BE49-F238E27FC236}">
                <a16:creationId xmlns:a16="http://schemas.microsoft.com/office/drawing/2014/main" id="{258E5DAE-B67B-9D83-7598-7813BBA40818}"/>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7" name="Ellipse 6">
            <a:extLst>
              <a:ext uri="{FF2B5EF4-FFF2-40B4-BE49-F238E27FC236}">
                <a16:creationId xmlns:a16="http://schemas.microsoft.com/office/drawing/2014/main" id="{45DAAED9-45D7-9E52-93B0-1DBAABAB63F7}"/>
              </a:ext>
            </a:extLst>
          </p:cNvPr>
          <p:cNvSpPr/>
          <p:nvPr/>
        </p:nvSpPr>
        <p:spPr>
          <a:xfrm>
            <a:off x="7767007" y="391232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 name="Ellipse 7">
            <a:extLst>
              <a:ext uri="{FF2B5EF4-FFF2-40B4-BE49-F238E27FC236}">
                <a16:creationId xmlns:a16="http://schemas.microsoft.com/office/drawing/2014/main" id="{D4AF52B8-ABF2-481A-95CE-68AB59234968}"/>
              </a:ext>
            </a:extLst>
          </p:cNvPr>
          <p:cNvSpPr/>
          <p:nvPr/>
        </p:nvSpPr>
        <p:spPr>
          <a:xfrm>
            <a:off x="7767006" y="2491444"/>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Rectangle 8">
            <a:extLst>
              <a:ext uri="{FF2B5EF4-FFF2-40B4-BE49-F238E27FC236}">
                <a16:creationId xmlns:a16="http://schemas.microsoft.com/office/drawing/2014/main" id="{B74AD5DA-FBBE-C8FD-F90A-1BFE278B9DA4}"/>
              </a:ext>
            </a:extLst>
          </p:cNvPr>
          <p:cNvSpPr/>
          <p:nvPr/>
        </p:nvSpPr>
        <p:spPr>
          <a:xfrm>
            <a:off x="946891" y="1668651"/>
            <a:ext cx="2132620" cy="2160689"/>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tangle 11">
            <a:extLst>
              <a:ext uri="{FF2B5EF4-FFF2-40B4-BE49-F238E27FC236}">
                <a16:creationId xmlns:a16="http://schemas.microsoft.com/office/drawing/2014/main" id="{2D59EA30-409E-83CF-A978-207AA1E1376D}"/>
              </a:ext>
            </a:extLst>
          </p:cNvPr>
          <p:cNvSpPr/>
          <p:nvPr/>
        </p:nvSpPr>
        <p:spPr>
          <a:xfrm>
            <a:off x="6246853" y="1689143"/>
            <a:ext cx="2132620" cy="2160689"/>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 name="ZoneTexte 10">
            <a:extLst>
              <a:ext uri="{FF2B5EF4-FFF2-40B4-BE49-F238E27FC236}">
                <a16:creationId xmlns:a16="http://schemas.microsoft.com/office/drawing/2014/main" id="{4867A627-26EF-EBF3-CE88-482E59901734}"/>
              </a:ext>
            </a:extLst>
          </p:cNvPr>
          <p:cNvSpPr txBox="1"/>
          <p:nvPr/>
        </p:nvSpPr>
        <p:spPr>
          <a:xfrm>
            <a:off x="946891" y="5351830"/>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13" name="ZoneTexte 12">
            <a:extLst>
              <a:ext uri="{FF2B5EF4-FFF2-40B4-BE49-F238E27FC236}">
                <a16:creationId xmlns:a16="http://schemas.microsoft.com/office/drawing/2014/main" id="{016463F0-9D06-E691-8636-2B015B5376DB}"/>
              </a:ext>
            </a:extLst>
          </p:cNvPr>
          <p:cNvSpPr txBox="1"/>
          <p:nvPr/>
        </p:nvSpPr>
        <p:spPr>
          <a:xfrm>
            <a:off x="6303910" y="5351830"/>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1208743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7EEA6-A4EC-AC3F-4F46-0A8570E6972C}"/>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DB095A51-F05C-F5A8-66D6-03568D908572}"/>
              </a:ext>
            </a:extLst>
          </p:cNvPr>
          <p:cNvPicPr>
            <a:picLocks noChangeAspect="1"/>
          </p:cNvPicPr>
          <p:nvPr/>
        </p:nvPicPr>
        <p:blipFill>
          <a:blip r:embed="rId3"/>
          <a:stretch>
            <a:fillRect/>
          </a:stretch>
        </p:blipFill>
        <p:spPr>
          <a:xfrm>
            <a:off x="614598" y="1668651"/>
            <a:ext cx="4594864" cy="4570891"/>
          </a:xfrm>
          <a:prstGeom prst="rect">
            <a:avLst/>
          </a:prstGeom>
        </p:spPr>
      </p:pic>
      <p:sp>
        <p:nvSpPr>
          <p:cNvPr id="4" name="Rectangle 1">
            <a:extLst>
              <a:ext uri="{FF2B5EF4-FFF2-40B4-BE49-F238E27FC236}">
                <a16:creationId xmlns:a16="http://schemas.microsoft.com/office/drawing/2014/main" id="{E3A97B45-E780-55D3-0961-669A6A1C2428}"/>
              </a:ext>
            </a:extLst>
          </p:cNvPr>
          <p:cNvSpPr>
            <a:spLocks noChangeArrowheads="1"/>
          </p:cNvSpPr>
          <p:nvPr/>
        </p:nvSpPr>
        <p:spPr bwMode="auto">
          <a:xfrm>
            <a:off x="1216540" y="97124"/>
            <a:ext cx="827871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Correlation to infection VS correlation to growth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41528EBF-0006-5EF4-54BC-487EE24D43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DB2D376E-AE44-8D6C-36DF-E97D87519C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pic>
        <p:nvPicPr>
          <p:cNvPr id="34" name="Image 33" descr="Une image contenant texte, diagramme, capture d’écran&#10;&#10;Le contenu généré par l’IA peut être incorrect.">
            <a:extLst>
              <a:ext uri="{FF2B5EF4-FFF2-40B4-BE49-F238E27FC236}">
                <a16:creationId xmlns:a16="http://schemas.microsoft.com/office/drawing/2014/main" id="{8A37DB4F-9F67-8236-9A1E-63986266D195}"/>
              </a:ext>
            </a:extLst>
          </p:cNvPr>
          <p:cNvPicPr>
            <a:picLocks noChangeAspect="1"/>
          </p:cNvPicPr>
          <p:nvPr/>
        </p:nvPicPr>
        <p:blipFill>
          <a:blip r:embed="rId6"/>
          <a:stretch>
            <a:fillRect/>
          </a:stretch>
        </p:blipFill>
        <p:spPr>
          <a:xfrm>
            <a:off x="5935817" y="1668651"/>
            <a:ext cx="4563070" cy="4570892"/>
          </a:xfrm>
          <a:prstGeom prst="rect">
            <a:avLst/>
          </a:prstGeom>
        </p:spPr>
      </p:pic>
      <p:sp>
        <p:nvSpPr>
          <p:cNvPr id="45" name="Ellipse 44">
            <a:extLst>
              <a:ext uri="{FF2B5EF4-FFF2-40B4-BE49-F238E27FC236}">
                <a16:creationId xmlns:a16="http://schemas.microsoft.com/office/drawing/2014/main" id="{26AD10CB-F71C-2E44-8D97-64434A1BC991}"/>
              </a:ext>
            </a:extLst>
          </p:cNvPr>
          <p:cNvSpPr/>
          <p:nvPr/>
        </p:nvSpPr>
        <p:spPr>
          <a:xfrm>
            <a:off x="4626494" y="198584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7" name="Rectangle 56">
            <a:extLst>
              <a:ext uri="{FF2B5EF4-FFF2-40B4-BE49-F238E27FC236}">
                <a16:creationId xmlns:a16="http://schemas.microsoft.com/office/drawing/2014/main" id="{17822612-5C98-820A-7AF6-FD587EB23DF7}"/>
              </a:ext>
            </a:extLst>
          </p:cNvPr>
          <p:cNvSpPr/>
          <p:nvPr/>
        </p:nvSpPr>
        <p:spPr>
          <a:xfrm>
            <a:off x="3076842" y="1873090"/>
            <a:ext cx="2132620" cy="3928940"/>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8" name="Rectangle 57">
            <a:extLst>
              <a:ext uri="{FF2B5EF4-FFF2-40B4-BE49-F238E27FC236}">
                <a16:creationId xmlns:a16="http://schemas.microsoft.com/office/drawing/2014/main" id="{76FF95BE-505D-072F-EC70-25DA86CFF1A4}"/>
              </a:ext>
            </a:extLst>
          </p:cNvPr>
          <p:cNvSpPr/>
          <p:nvPr/>
        </p:nvSpPr>
        <p:spPr>
          <a:xfrm>
            <a:off x="8381265" y="1873090"/>
            <a:ext cx="2132620" cy="3928940"/>
          </a:xfrm>
          <a:prstGeom prst="rect">
            <a:avLst/>
          </a:prstGeom>
          <a:noFill/>
          <a:ln>
            <a:solidFill>
              <a:srgbClr val="33CC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Ellipse 12">
            <a:extLst>
              <a:ext uri="{FF2B5EF4-FFF2-40B4-BE49-F238E27FC236}">
                <a16:creationId xmlns:a16="http://schemas.microsoft.com/office/drawing/2014/main" id="{B8124554-0DE4-BDAD-BB8D-EE98B9BD23A6}"/>
              </a:ext>
            </a:extLst>
          </p:cNvPr>
          <p:cNvSpPr/>
          <p:nvPr/>
        </p:nvSpPr>
        <p:spPr>
          <a:xfrm>
            <a:off x="4099852" y="2209778"/>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2" name="Ellipse 31">
            <a:extLst>
              <a:ext uri="{FF2B5EF4-FFF2-40B4-BE49-F238E27FC236}">
                <a16:creationId xmlns:a16="http://schemas.microsoft.com/office/drawing/2014/main" id="{AD37A320-4B50-1704-8FFA-C1E02E9837D8}"/>
              </a:ext>
            </a:extLst>
          </p:cNvPr>
          <p:cNvSpPr/>
          <p:nvPr/>
        </p:nvSpPr>
        <p:spPr>
          <a:xfrm>
            <a:off x="3404973" y="296245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3" name="Ellipse 32">
            <a:extLst>
              <a:ext uri="{FF2B5EF4-FFF2-40B4-BE49-F238E27FC236}">
                <a16:creationId xmlns:a16="http://schemas.microsoft.com/office/drawing/2014/main" id="{FD292513-CBE1-D169-7908-0DFE2FE9DB15}"/>
              </a:ext>
            </a:extLst>
          </p:cNvPr>
          <p:cNvSpPr/>
          <p:nvPr/>
        </p:nvSpPr>
        <p:spPr>
          <a:xfrm>
            <a:off x="4174627" y="287890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9" name="Ellipse 58">
            <a:extLst>
              <a:ext uri="{FF2B5EF4-FFF2-40B4-BE49-F238E27FC236}">
                <a16:creationId xmlns:a16="http://schemas.microsoft.com/office/drawing/2014/main" id="{A83E101D-187D-F91B-63F2-0A6CFEAB6EF1}"/>
              </a:ext>
            </a:extLst>
          </p:cNvPr>
          <p:cNvSpPr/>
          <p:nvPr/>
        </p:nvSpPr>
        <p:spPr>
          <a:xfrm>
            <a:off x="4539895" y="268033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0" name="Ellipse 59">
            <a:extLst>
              <a:ext uri="{FF2B5EF4-FFF2-40B4-BE49-F238E27FC236}">
                <a16:creationId xmlns:a16="http://schemas.microsoft.com/office/drawing/2014/main" id="{F029D37A-0A22-41D8-81FF-E9492000CAB2}"/>
              </a:ext>
            </a:extLst>
          </p:cNvPr>
          <p:cNvSpPr/>
          <p:nvPr/>
        </p:nvSpPr>
        <p:spPr>
          <a:xfrm>
            <a:off x="4797460" y="283712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1" name="Ellipse 60">
            <a:extLst>
              <a:ext uri="{FF2B5EF4-FFF2-40B4-BE49-F238E27FC236}">
                <a16:creationId xmlns:a16="http://schemas.microsoft.com/office/drawing/2014/main" id="{CE474D37-3A2F-33A2-1954-40160CBA84F4}"/>
              </a:ext>
            </a:extLst>
          </p:cNvPr>
          <p:cNvSpPr/>
          <p:nvPr/>
        </p:nvSpPr>
        <p:spPr>
          <a:xfrm>
            <a:off x="4199921" y="3428999"/>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2" name="Ellipse 61">
            <a:extLst>
              <a:ext uri="{FF2B5EF4-FFF2-40B4-BE49-F238E27FC236}">
                <a16:creationId xmlns:a16="http://schemas.microsoft.com/office/drawing/2014/main" id="{E312188C-15F6-4A6F-91F2-F0EE09D32D00}"/>
              </a:ext>
            </a:extLst>
          </p:cNvPr>
          <p:cNvSpPr/>
          <p:nvPr/>
        </p:nvSpPr>
        <p:spPr>
          <a:xfrm>
            <a:off x="4204562" y="355397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3" name="Ellipse 62">
            <a:extLst>
              <a:ext uri="{FF2B5EF4-FFF2-40B4-BE49-F238E27FC236}">
                <a16:creationId xmlns:a16="http://schemas.microsoft.com/office/drawing/2014/main" id="{48A79EB9-2EB4-3E2E-2B1F-77B722014952}"/>
              </a:ext>
            </a:extLst>
          </p:cNvPr>
          <p:cNvSpPr/>
          <p:nvPr/>
        </p:nvSpPr>
        <p:spPr>
          <a:xfrm>
            <a:off x="4156621" y="434046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24" name="Ellipse 1023">
            <a:extLst>
              <a:ext uri="{FF2B5EF4-FFF2-40B4-BE49-F238E27FC236}">
                <a16:creationId xmlns:a16="http://schemas.microsoft.com/office/drawing/2014/main" id="{FEBC20FF-0ABD-2DE9-F1DA-E5576B1C7833}"/>
              </a:ext>
            </a:extLst>
          </p:cNvPr>
          <p:cNvSpPr/>
          <p:nvPr/>
        </p:nvSpPr>
        <p:spPr>
          <a:xfrm>
            <a:off x="3938760" y="4548018"/>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25" name="Ellipse 1024">
            <a:extLst>
              <a:ext uri="{FF2B5EF4-FFF2-40B4-BE49-F238E27FC236}">
                <a16:creationId xmlns:a16="http://schemas.microsoft.com/office/drawing/2014/main" id="{33B82C46-E5C2-0306-8F50-666823A44419}"/>
              </a:ext>
            </a:extLst>
          </p:cNvPr>
          <p:cNvSpPr/>
          <p:nvPr/>
        </p:nvSpPr>
        <p:spPr>
          <a:xfrm>
            <a:off x="4099852" y="482617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27" name="Ellipse 1026">
            <a:extLst>
              <a:ext uri="{FF2B5EF4-FFF2-40B4-BE49-F238E27FC236}">
                <a16:creationId xmlns:a16="http://schemas.microsoft.com/office/drawing/2014/main" id="{1FF5E0EF-EDBE-EDDD-420C-0ABFA8A486F7}"/>
              </a:ext>
            </a:extLst>
          </p:cNvPr>
          <p:cNvSpPr/>
          <p:nvPr/>
        </p:nvSpPr>
        <p:spPr>
          <a:xfrm>
            <a:off x="9977514" y="1944068"/>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28" name="Ellipse 1027">
            <a:extLst>
              <a:ext uri="{FF2B5EF4-FFF2-40B4-BE49-F238E27FC236}">
                <a16:creationId xmlns:a16="http://schemas.microsoft.com/office/drawing/2014/main" id="{3243525D-70F4-0C0F-3FBA-E1BACF20E650}"/>
              </a:ext>
            </a:extLst>
          </p:cNvPr>
          <p:cNvSpPr/>
          <p:nvPr/>
        </p:nvSpPr>
        <p:spPr>
          <a:xfrm>
            <a:off x="9890915" y="2015046"/>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29" name="Ellipse 1028">
            <a:extLst>
              <a:ext uri="{FF2B5EF4-FFF2-40B4-BE49-F238E27FC236}">
                <a16:creationId xmlns:a16="http://schemas.microsoft.com/office/drawing/2014/main" id="{24523587-39A2-ED75-D44F-30CFDA40CE14}"/>
              </a:ext>
            </a:extLst>
          </p:cNvPr>
          <p:cNvSpPr/>
          <p:nvPr/>
        </p:nvSpPr>
        <p:spPr>
          <a:xfrm>
            <a:off x="8817108" y="301708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0" name="Ellipse 1029">
            <a:extLst>
              <a:ext uri="{FF2B5EF4-FFF2-40B4-BE49-F238E27FC236}">
                <a16:creationId xmlns:a16="http://schemas.microsoft.com/office/drawing/2014/main" id="{BE3EB3A0-5F51-8CF4-A61B-B5122EBED602}"/>
              </a:ext>
            </a:extLst>
          </p:cNvPr>
          <p:cNvSpPr/>
          <p:nvPr/>
        </p:nvSpPr>
        <p:spPr>
          <a:xfrm>
            <a:off x="9495251" y="3637525"/>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1" name="Ellipse 1030">
            <a:extLst>
              <a:ext uri="{FF2B5EF4-FFF2-40B4-BE49-F238E27FC236}">
                <a16:creationId xmlns:a16="http://schemas.microsoft.com/office/drawing/2014/main" id="{B2FCCD33-68A7-9077-2F9C-EFFF8AC3AE35}"/>
              </a:ext>
            </a:extLst>
          </p:cNvPr>
          <p:cNvSpPr/>
          <p:nvPr/>
        </p:nvSpPr>
        <p:spPr>
          <a:xfrm>
            <a:off x="9680449" y="347077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2" name="Ellipse 1031">
            <a:extLst>
              <a:ext uri="{FF2B5EF4-FFF2-40B4-BE49-F238E27FC236}">
                <a16:creationId xmlns:a16="http://schemas.microsoft.com/office/drawing/2014/main" id="{3C879049-1279-4130-54B8-F9E8ABB58CBA}"/>
              </a:ext>
            </a:extLst>
          </p:cNvPr>
          <p:cNvSpPr/>
          <p:nvPr/>
        </p:nvSpPr>
        <p:spPr>
          <a:xfrm>
            <a:off x="9203960" y="347077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3" name="Ellipse 1032">
            <a:extLst>
              <a:ext uri="{FF2B5EF4-FFF2-40B4-BE49-F238E27FC236}">
                <a16:creationId xmlns:a16="http://schemas.microsoft.com/office/drawing/2014/main" id="{F77F5406-9A53-5DD2-CD41-B45186A70EFA}"/>
              </a:ext>
            </a:extLst>
          </p:cNvPr>
          <p:cNvSpPr/>
          <p:nvPr/>
        </p:nvSpPr>
        <p:spPr>
          <a:xfrm>
            <a:off x="10085342" y="4298691"/>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4" name="Ellipse 1033">
            <a:extLst>
              <a:ext uri="{FF2B5EF4-FFF2-40B4-BE49-F238E27FC236}">
                <a16:creationId xmlns:a16="http://schemas.microsoft.com/office/drawing/2014/main" id="{399EEB39-0793-FA4D-FD44-9481E6BAC61E}"/>
              </a:ext>
            </a:extLst>
          </p:cNvPr>
          <p:cNvSpPr/>
          <p:nvPr/>
        </p:nvSpPr>
        <p:spPr>
          <a:xfrm>
            <a:off x="9890915" y="4548017"/>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5" name="Ellipse 1034">
            <a:extLst>
              <a:ext uri="{FF2B5EF4-FFF2-40B4-BE49-F238E27FC236}">
                <a16:creationId xmlns:a16="http://schemas.microsoft.com/office/drawing/2014/main" id="{F91BF946-0FE8-3ED1-BB64-C81824519805}"/>
              </a:ext>
            </a:extLst>
          </p:cNvPr>
          <p:cNvSpPr/>
          <p:nvPr/>
        </p:nvSpPr>
        <p:spPr>
          <a:xfrm>
            <a:off x="9542736" y="438224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6" name="Ellipse 1035">
            <a:extLst>
              <a:ext uri="{FF2B5EF4-FFF2-40B4-BE49-F238E27FC236}">
                <a16:creationId xmlns:a16="http://schemas.microsoft.com/office/drawing/2014/main" id="{1535282E-B593-995D-9A05-FF6C277A03A6}"/>
              </a:ext>
            </a:extLst>
          </p:cNvPr>
          <p:cNvSpPr/>
          <p:nvPr/>
        </p:nvSpPr>
        <p:spPr>
          <a:xfrm>
            <a:off x="9586035" y="4628453"/>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7" name="Ellipse 1036">
            <a:extLst>
              <a:ext uri="{FF2B5EF4-FFF2-40B4-BE49-F238E27FC236}">
                <a16:creationId xmlns:a16="http://schemas.microsoft.com/office/drawing/2014/main" id="{6E409178-2B50-3886-8988-1B856CE102E8}"/>
              </a:ext>
            </a:extLst>
          </p:cNvPr>
          <p:cNvSpPr/>
          <p:nvPr/>
        </p:nvSpPr>
        <p:spPr>
          <a:xfrm>
            <a:off x="9404275" y="4742622"/>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38" name="Ellipse 1037">
            <a:extLst>
              <a:ext uri="{FF2B5EF4-FFF2-40B4-BE49-F238E27FC236}">
                <a16:creationId xmlns:a16="http://schemas.microsoft.com/office/drawing/2014/main" id="{E99088CC-19B9-9463-CE42-BE8B5611F2EF}"/>
              </a:ext>
            </a:extLst>
          </p:cNvPr>
          <p:cNvSpPr/>
          <p:nvPr/>
        </p:nvSpPr>
        <p:spPr>
          <a:xfrm>
            <a:off x="9767048" y="5110230"/>
            <a:ext cx="86599" cy="83549"/>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 name="ZoneTexte 9">
            <a:extLst>
              <a:ext uri="{FF2B5EF4-FFF2-40B4-BE49-F238E27FC236}">
                <a16:creationId xmlns:a16="http://schemas.microsoft.com/office/drawing/2014/main" id="{05DA4102-53DB-AF8C-9D62-A5E7963FCBFA}"/>
              </a:ext>
            </a:extLst>
          </p:cNvPr>
          <p:cNvSpPr txBox="1"/>
          <p:nvPr/>
        </p:nvSpPr>
        <p:spPr>
          <a:xfrm>
            <a:off x="1301210" y="1831662"/>
            <a:ext cx="1653354" cy="923330"/>
          </a:xfrm>
          <a:prstGeom prst="rect">
            <a:avLst/>
          </a:prstGeom>
          <a:noFill/>
        </p:spPr>
        <p:txBody>
          <a:bodyPr wrap="square" rtlCol="0">
            <a:spAutoFit/>
          </a:bodyPr>
          <a:lstStyle/>
          <a:p>
            <a:pPr algn="ctr"/>
            <a:r>
              <a:rPr lang="en-GB" b="1" noProof="0" dirty="0">
                <a:solidFill>
                  <a:srgbClr val="FF0000"/>
                </a:solidFill>
                <a:latin typeface="Oswald" panose="00000500000000000000" pitchFamily="2" charset="0"/>
              </a:rPr>
              <a:t>Staphylococcus epidermidis 9142 </a:t>
            </a:r>
            <a:r>
              <a:rPr lang="en-GB" b="1" noProof="0" dirty="0">
                <a:solidFill>
                  <a:schemeClr val="bg2">
                    <a:lumMod val="25000"/>
                  </a:schemeClr>
                </a:solidFill>
                <a:latin typeface="Oswald" panose="00000500000000000000" pitchFamily="2" charset="0"/>
              </a:rPr>
              <a:t>for 5≠ ds</a:t>
            </a:r>
          </a:p>
        </p:txBody>
      </p:sp>
      <p:sp>
        <p:nvSpPr>
          <p:cNvPr id="2" name="ZoneTexte 1">
            <a:extLst>
              <a:ext uri="{FF2B5EF4-FFF2-40B4-BE49-F238E27FC236}">
                <a16:creationId xmlns:a16="http://schemas.microsoft.com/office/drawing/2014/main" id="{686B90F0-4C63-BD5A-513A-1B70971EE6A9}"/>
              </a:ext>
            </a:extLst>
          </p:cNvPr>
          <p:cNvSpPr txBox="1"/>
          <p:nvPr/>
        </p:nvSpPr>
        <p:spPr>
          <a:xfrm>
            <a:off x="800312" y="5189349"/>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Simple correlations</a:t>
            </a:r>
          </a:p>
        </p:txBody>
      </p:sp>
      <p:sp>
        <p:nvSpPr>
          <p:cNvPr id="3" name="ZoneTexte 2">
            <a:extLst>
              <a:ext uri="{FF2B5EF4-FFF2-40B4-BE49-F238E27FC236}">
                <a16:creationId xmlns:a16="http://schemas.microsoft.com/office/drawing/2014/main" id="{0FE25EC8-606B-C5FB-BDD5-3BC3C89680FE}"/>
              </a:ext>
            </a:extLst>
          </p:cNvPr>
          <p:cNvSpPr txBox="1"/>
          <p:nvPr/>
        </p:nvSpPr>
        <p:spPr>
          <a:xfrm>
            <a:off x="6157331" y="5189349"/>
            <a:ext cx="1266092" cy="523220"/>
          </a:xfrm>
          <a:prstGeom prst="rect">
            <a:avLst/>
          </a:prstGeom>
          <a:noFill/>
        </p:spPr>
        <p:txBody>
          <a:bodyPr wrap="square" rtlCol="0">
            <a:spAutoFit/>
          </a:bodyPr>
          <a:lstStyle/>
          <a:p>
            <a:r>
              <a:rPr lang="en-GB" sz="1400" noProof="0" dirty="0">
                <a:solidFill>
                  <a:schemeClr val="bg2">
                    <a:lumMod val="25000"/>
                  </a:schemeClr>
                </a:solidFill>
                <a:latin typeface="Oswald" panose="00000500000000000000" pitchFamily="2" charset="0"/>
              </a:rPr>
              <a:t>Partial correlations</a:t>
            </a:r>
          </a:p>
        </p:txBody>
      </p:sp>
    </p:spTree>
    <p:extLst>
      <p:ext uri="{BB962C8B-B14F-4D97-AF65-F5344CB8AC3E}">
        <p14:creationId xmlns:p14="http://schemas.microsoft.com/office/powerpoint/2010/main" val="3891851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34583-3032-8550-F059-7EC9465ACD5C}"/>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A6AEE22B-67F4-5969-A91B-DB0FCC675827}"/>
              </a:ext>
            </a:extLst>
          </p:cNvPr>
          <p:cNvSpPr>
            <a:spLocks noChangeArrowheads="1"/>
          </p:cNvSpPr>
          <p:nvPr/>
        </p:nvSpPr>
        <p:spPr bwMode="auto">
          <a:xfrm>
            <a:off x="1655154" y="609717"/>
            <a:ext cx="827871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Future perspectives</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8A8B6F0C-F2AD-9998-6EB0-3F1495BEC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9A36CDB9-4E99-D06F-3C90-D6A65AC32D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
        <p:nvSpPr>
          <p:cNvPr id="2" name="ZoneTexte 1">
            <a:extLst>
              <a:ext uri="{FF2B5EF4-FFF2-40B4-BE49-F238E27FC236}">
                <a16:creationId xmlns:a16="http://schemas.microsoft.com/office/drawing/2014/main" id="{E96D28D8-4D2D-5AAB-59FB-DCCE04F90D8A}"/>
              </a:ext>
            </a:extLst>
          </p:cNvPr>
          <p:cNvSpPr txBox="1"/>
          <p:nvPr/>
        </p:nvSpPr>
        <p:spPr>
          <a:xfrm>
            <a:off x="1069675" y="1966823"/>
            <a:ext cx="9868619" cy="3970318"/>
          </a:xfrm>
          <a:prstGeom prst="rect">
            <a:avLst/>
          </a:prstGeom>
          <a:noFill/>
        </p:spPr>
        <p:txBody>
          <a:bodyPr wrap="square" rtlCol="0">
            <a:spAutoFit/>
          </a:bodyPr>
          <a:lstStyle/>
          <a:p>
            <a:pPr marL="285750" indent="-285750">
              <a:buClr>
                <a:srgbClr val="FF0000"/>
              </a:buClr>
              <a:buFont typeface="Wingdings" panose="05000000000000000000" pitchFamily="2" charset="2"/>
              <a:buChar char="§"/>
            </a:pPr>
            <a:r>
              <a:rPr lang="en-GB" sz="2800" noProof="0" dirty="0">
                <a:solidFill>
                  <a:schemeClr val="bg2">
                    <a:lumMod val="25000"/>
                  </a:schemeClr>
                </a:solidFill>
                <a:latin typeface="Oswald" panose="00000500000000000000" pitchFamily="2" charset="0"/>
              </a:rPr>
              <a:t>If possible, </a:t>
            </a:r>
            <a:r>
              <a:rPr lang="en-GB" sz="2800" b="1" noProof="0" dirty="0">
                <a:solidFill>
                  <a:schemeClr val="bg2">
                    <a:lumMod val="25000"/>
                  </a:schemeClr>
                </a:solidFill>
                <a:latin typeface="Oswald" panose="00000500000000000000" pitchFamily="2" charset="0"/>
              </a:rPr>
              <a:t>more data </a:t>
            </a:r>
            <a:r>
              <a:rPr lang="en-GB" sz="2800" noProof="0" dirty="0">
                <a:solidFill>
                  <a:schemeClr val="bg2">
                    <a:lumMod val="25000"/>
                  </a:schemeClr>
                </a:solidFill>
                <a:latin typeface="Oswald" panose="00000500000000000000" pitchFamily="2" charset="0"/>
              </a:rPr>
              <a:t>because huge variability between the projects </a:t>
            </a:r>
          </a:p>
          <a:p>
            <a:pPr marL="285750" indent="-285750">
              <a:buClr>
                <a:srgbClr val="FF0000"/>
              </a:buClr>
              <a:buFont typeface="Wingdings" panose="05000000000000000000" pitchFamily="2" charset="2"/>
              <a:buChar char="§"/>
            </a:pPr>
            <a:endParaRPr lang="en-GB" sz="2800" noProof="0" dirty="0">
              <a:solidFill>
                <a:schemeClr val="bg2">
                  <a:lumMod val="25000"/>
                </a:schemeClr>
              </a:solidFill>
              <a:latin typeface="Oswald" panose="00000500000000000000" pitchFamily="2" charset="0"/>
            </a:endParaRPr>
          </a:p>
          <a:p>
            <a:pPr marL="285750" indent="-285750">
              <a:buClr>
                <a:srgbClr val="FF0000"/>
              </a:buClr>
              <a:buFont typeface="Wingdings" panose="05000000000000000000" pitchFamily="2" charset="2"/>
              <a:buChar char="§"/>
            </a:pPr>
            <a:r>
              <a:rPr lang="en-GB" sz="2800" b="1" dirty="0">
                <a:solidFill>
                  <a:schemeClr val="bg2">
                    <a:lumMod val="25000"/>
                  </a:schemeClr>
                </a:solidFill>
                <a:latin typeface="Oswald" panose="00000500000000000000" pitchFamily="2" charset="0"/>
              </a:rPr>
              <a:t>Gene clustering</a:t>
            </a:r>
          </a:p>
          <a:p>
            <a:pPr marL="742950" lvl="1" indent="-285750">
              <a:buClr>
                <a:srgbClr val="FF0000"/>
              </a:buClr>
              <a:buFont typeface="Wingdings" panose="05000000000000000000" pitchFamily="2" charset="2"/>
              <a:buChar char="§"/>
            </a:pPr>
            <a:r>
              <a:rPr lang="en-US" sz="2800" dirty="0">
                <a:solidFill>
                  <a:schemeClr val="bg2">
                    <a:lumMod val="25000"/>
                  </a:schemeClr>
                </a:solidFill>
                <a:latin typeface="Oswald" panose="00000500000000000000" pitchFamily="2" charset="0"/>
              </a:rPr>
              <a:t>Identify clusters enriched for infection correlation</a:t>
            </a:r>
          </a:p>
          <a:p>
            <a:pPr marL="742950" lvl="1" indent="-285750">
              <a:buClr>
                <a:srgbClr val="FF0000"/>
              </a:buClr>
              <a:buFont typeface="Wingdings" panose="05000000000000000000" pitchFamily="2" charset="2"/>
              <a:buChar char="§"/>
            </a:pPr>
            <a:r>
              <a:rPr lang="en-US" sz="2800" dirty="0">
                <a:solidFill>
                  <a:schemeClr val="bg2">
                    <a:lumMod val="25000"/>
                  </a:schemeClr>
                </a:solidFill>
                <a:latin typeface="Oswald" panose="00000500000000000000" pitchFamily="2" charset="0"/>
              </a:rPr>
              <a:t>Identify clusters enriched in known defense genes</a:t>
            </a:r>
          </a:p>
          <a:p>
            <a:pPr marL="742950" lvl="1" indent="-285750">
              <a:buClr>
                <a:srgbClr val="FF0000"/>
              </a:buClr>
              <a:buFont typeface="Wingdings" panose="05000000000000000000" pitchFamily="2" charset="2"/>
              <a:buChar char="§"/>
            </a:pPr>
            <a:r>
              <a:rPr lang="en-US" sz="2800" dirty="0">
                <a:solidFill>
                  <a:schemeClr val="bg2">
                    <a:lumMod val="25000"/>
                  </a:schemeClr>
                </a:solidFill>
                <a:latin typeface="Oswald" panose="00000500000000000000" pitchFamily="2" charset="0"/>
              </a:rPr>
              <a:t>Look for unknown genes in infection-specific clusters and check if they are genomically linked to defense islands</a:t>
            </a:r>
          </a:p>
          <a:p>
            <a:pPr marL="742950" lvl="1" indent="-285750">
              <a:buClr>
                <a:srgbClr val="FF0000"/>
              </a:buClr>
              <a:buFont typeface="Wingdings" panose="05000000000000000000" pitchFamily="2" charset="2"/>
              <a:buChar char="§"/>
            </a:pPr>
            <a:endParaRPr lang="en-US" sz="2800" noProof="0" dirty="0">
              <a:solidFill>
                <a:schemeClr val="bg2">
                  <a:lumMod val="25000"/>
                </a:schemeClr>
              </a:solidFill>
              <a:latin typeface="Oswald" panose="00000500000000000000" pitchFamily="2" charset="0"/>
            </a:endParaRPr>
          </a:p>
          <a:p>
            <a:pPr marL="285750" indent="-285750">
              <a:buClr>
                <a:srgbClr val="FF0000"/>
              </a:buClr>
              <a:buFont typeface="Wingdings" panose="05000000000000000000" pitchFamily="2" charset="2"/>
              <a:buChar char="§"/>
            </a:pPr>
            <a:r>
              <a:rPr lang="en-US" sz="2800" noProof="0" dirty="0">
                <a:solidFill>
                  <a:schemeClr val="bg2">
                    <a:lumMod val="25000"/>
                  </a:schemeClr>
                </a:solidFill>
                <a:latin typeface="Oswald" panose="00000500000000000000" pitchFamily="2" charset="0"/>
              </a:rPr>
              <a:t>Check if some </a:t>
            </a:r>
            <a:r>
              <a:rPr lang="en-US" sz="2800" noProof="0" dirty="0" err="1">
                <a:solidFill>
                  <a:schemeClr val="bg2">
                    <a:lumMod val="25000"/>
                  </a:schemeClr>
                </a:solidFill>
                <a:latin typeface="Oswald" panose="00000500000000000000" pitchFamily="2" charset="0"/>
              </a:rPr>
              <a:t>defe</a:t>
            </a:r>
            <a:r>
              <a:rPr lang="en-US" sz="2800" dirty="0" err="1">
                <a:solidFill>
                  <a:schemeClr val="bg2">
                    <a:lumMod val="25000"/>
                  </a:schemeClr>
                </a:solidFill>
                <a:latin typeface="Oswald" panose="00000500000000000000" pitchFamily="2" charset="0"/>
              </a:rPr>
              <a:t>nse</a:t>
            </a:r>
            <a:r>
              <a:rPr lang="en-US" sz="2800" dirty="0">
                <a:solidFill>
                  <a:schemeClr val="bg2">
                    <a:lumMod val="25000"/>
                  </a:schemeClr>
                </a:solidFill>
                <a:latin typeface="Oswald" panose="00000500000000000000" pitchFamily="2" charset="0"/>
              </a:rPr>
              <a:t> systems are </a:t>
            </a:r>
            <a:r>
              <a:rPr lang="en-US" sz="2800" b="1" dirty="0">
                <a:solidFill>
                  <a:schemeClr val="bg2">
                    <a:lumMod val="25000"/>
                  </a:schemeClr>
                </a:solidFill>
                <a:latin typeface="Oswald" panose="00000500000000000000" pitchFamily="2" charset="0"/>
              </a:rPr>
              <a:t>co-activated</a:t>
            </a:r>
            <a:r>
              <a:rPr lang="en-US" sz="2800" dirty="0">
                <a:solidFill>
                  <a:schemeClr val="bg2">
                    <a:lumMod val="25000"/>
                  </a:schemeClr>
                </a:solidFill>
                <a:latin typeface="Oswald" panose="00000500000000000000" pitchFamily="2" charset="0"/>
              </a:rPr>
              <a:t> or mutually </a:t>
            </a:r>
            <a:r>
              <a:rPr lang="en-US" sz="2800" b="1" dirty="0">
                <a:solidFill>
                  <a:schemeClr val="bg2">
                    <a:lumMod val="25000"/>
                  </a:schemeClr>
                </a:solidFill>
                <a:latin typeface="Oswald" panose="00000500000000000000" pitchFamily="2" charset="0"/>
              </a:rPr>
              <a:t>exclusive</a:t>
            </a:r>
            <a:endParaRPr lang="en-GB" sz="2800" b="1" noProof="0" dirty="0">
              <a:solidFill>
                <a:schemeClr val="bg2">
                  <a:lumMod val="25000"/>
                </a:schemeClr>
              </a:solidFill>
              <a:latin typeface="Oswald" panose="00000500000000000000" pitchFamily="2" charset="0"/>
            </a:endParaRPr>
          </a:p>
        </p:txBody>
      </p:sp>
    </p:spTree>
    <p:extLst>
      <p:ext uri="{BB962C8B-B14F-4D97-AF65-F5344CB8AC3E}">
        <p14:creationId xmlns:p14="http://schemas.microsoft.com/office/powerpoint/2010/main" val="210965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EE42C-076F-7048-1840-F33B95E7181A}"/>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2A5D59A3-D581-D887-8138-2BE85079C3F0}"/>
              </a:ext>
            </a:extLst>
          </p:cNvPr>
          <p:cNvSpPr>
            <a:spLocks noChangeArrowheads="1"/>
          </p:cNvSpPr>
          <p:nvPr/>
        </p:nvSpPr>
        <p:spPr bwMode="auto">
          <a:xfrm>
            <a:off x="1956644" y="2286781"/>
            <a:ext cx="827871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4400" b="1" i="0" u="none" strike="noStrike" cap="none" normalizeH="0" baseline="0" noProof="0" dirty="0">
                <a:ln>
                  <a:noFill/>
                </a:ln>
                <a:solidFill>
                  <a:srgbClr val="000000"/>
                </a:solidFill>
                <a:effectLst/>
                <a:latin typeface="Oswald" panose="020F0502020204030204" pitchFamily="2" charset="0"/>
              </a:rPr>
              <a:t>Thank you everyone !!!!</a:t>
            </a:r>
            <a:endParaRPr kumimoji="0" lang="en-GB" b="0" i="0" u="none" strike="noStrike" cap="none" normalizeH="0" baseline="0" noProof="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1CB01166-978C-2703-2FD3-4607B2596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 13" descr="Une image contenant dessin, croquis, dessin humoristique, conception&#10;&#10;Le contenu généré par l’IA peut être incorrect.">
            <a:extLst>
              <a:ext uri="{FF2B5EF4-FFF2-40B4-BE49-F238E27FC236}">
                <a16:creationId xmlns:a16="http://schemas.microsoft.com/office/drawing/2014/main" id="{AE784E95-2078-6030-FC70-5DDE73F1CD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10620" y="148540"/>
            <a:ext cx="1198928" cy="1230618"/>
          </a:xfrm>
          <a:prstGeom prst="rect">
            <a:avLst/>
          </a:prstGeom>
        </p:spPr>
      </p:pic>
    </p:spTree>
    <p:extLst>
      <p:ext uri="{BB962C8B-B14F-4D97-AF65-F5344CB8AC3E}">
        <p14:creationId xmlns:p14="http://schemas.microsoft.com/office/powerpoint/2010/main" val="3571708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058AA-67BC-87A5-32F1-1C1A2A2FB24A}"/>
            </a:ext>
          </a:extLst>
        </p:cNvPr>
        <p:cNvGrpSpPr/>
        <p:nvPr/>
      </p:nvGrpSpPr>
      <p:grpSpPr>
        <a:xfrm>
          <a:off x="0" y="0"/>
          <a:ext cx="0" cy="0"/>
          <a:chOff x="0" y="0"/>
          <a:chExt cx="0" cy="0"/>
        </a:xfrm>
      </p:grpSpPr>
      <p:pic>
        <p:nvPicPr>
          <p:cNvPr id="7" name="Image 6" descr="Une image contenant texte, capture d’écran&#10;&#10;Le contenu généré par l’IA peut être incorrect.">
            <a:extLst>
              <a:ext uri="{FF2B5EF4-FFF2-40B4-BE49-F238E27FC236}">
                <a16:creationId xmlns:a16="http://schemas.microsoft.com/office/drawing/2014/main" id="{8C6A11CA-85CB-2DA2-9D8C-4658D43B8ADC}"/>
              </a:ext>
            </a:extLst>
          </p:cNvPr>
          <p:cNvPicPr>
            <a:picLocks noChangeAspect="1"/>
          </p:cNvPicPr>
          <p:nvPr/>
        </p:nvPicPr>
        <p:blipFill>
          <a:blip r:embed="rId2"/>
          <a:stretch>
            <a:fillRect/>
          </a:stretch>
        </p:blipFill>
        <p:spPr>
          <a:xfrm>
            <a:off x="6378487" y="0"/>
            <a:ext cx="5019033" cy="6858000"/>
          </a:xfrm>
          <a:prstGeom prst="rect">
            <a:avLst/>
          </a:prstGeom>
        </p:spPr>
      </p:pic>
      <p:pic>
        <p:nvPicPr>
          <p:cNvPr id="1026" name="Picture 2">
            <a:extLst>
              <a:ext uri="{FF2B5EF4-FFF2-40B4-BE49-F238E27FC236}">
                <a16:creationId xmlns:a16="http://schemas.microsoft.com/office/drawing/2014/main" id="{0F31FD8D-F437-80AD-A923-BDD01ADA57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descr="Une image contenant texte, capture d’écran&#10;&#10;Le contenu généré par l’IA peut être incorrect.">
            <a:extLst>
              <a:ext uri="{FF2B5EF4-FFF2-40B4-BE49-F238E27FC236}">
                <a16:creationId xmlns:a16="http://schemas.microsoft.com/office/drawing/2014/main" id="{B621F3BC-CEE3-BA86-4989-816E4D3C2958}"/>
              </a:ext>
            </a:extLst>
          </p:cNvPr>
          <p:cNvPicPr>
            <a:picLocks noChangeAspect="1"/>
          </p:cNvPicPr>
          <p:nvPr/>
        </p:nvPicPr>
        <p:blipFill>
          <a:blip r:embed="rId4"/>
          <a:stretch>
            <a:fillRect/>
          </a:stretch>
        </p:blipFill>
        <p:spPr>
          <a:xfrm>
            <a:off x="1231900" y="0"/>
            <a:ext cx="4817806" cy="6858000"/>
          </a:xfrm>
          <a:prstGeom prst="rect">
            <a:avLst/>
          </a:prstGeom>
        </p:spPr>
      </p:pic>
      <p:pic>
        <p:nvPicPr>
          <p:cNvPr id="13" name="Image 12" descr="Une image contenant texte, capture d’écran, Police&#10;&#10;Le contenu généré par l’IA peut être incorrect.">
            <a:extLst>
              <a:ext uri="{FF2B5EF4-FFF2-40B4-BE49-F238E27FC236}">
                <a16:creationId xmlns:a16="http://schemas.microsoft.com/office/drawing/2014/main" id="{4C55D0D2-9FF8-8BE1-8365-13C5DDD25C12}"/>
              </a:ext>
            </a:extLst>
          </p:cNvPr>
          <p:cNvPicPr>
            <a:picLocks noChangeAspect="1"/>
          </p:cNvPicPr>
          <p:nvPr/>
        </p:nvPicPr>
        <p:blipFill>
          <a:blip r:embed="rId5"/>
          <a:srcRect t="8245"/>
          <a:stretch>
            <a:fillRect/>
          </a:stretch>
        </p:blipFill>
        <p:spPr>
          <a:xfrm>
            <a:off x="9759114" y="3429000"/>
            <a:ext cx="1967187" cy="1918630"/>
          </a:xfrm>
          <a:prstGeom prst="rect">
            <a:avLst/>
          </a:prstGeom>
        </p:spPr>
      </p:pic>
      <p:sp>
        <p:nvSpPr>
          <p:cNvPr id="14" name="ZoneTexte 13">
            <a:extLst>
              <a:ext uri="{FF2B5EF4-FFF2-40B4-BE49-F238E27FC236}">
                <a16:creationId xmlns:a16="http://schemas.microsoft.com/office/drawing/2014/main" id="{4A0C8F07-0699-B690-1908-49F9C745FC1B}"/>
              </a:ext>
            </a:extLst>
          </p:cNvPr>
          <p:cNvSpPr txBox="1"/>
          <p:nvPr/>
        </p:nvSpPr>
        <p:spPr>
          <a:xfrm>
            <a:off x="3485386" y="326141"/>
            <a:ext cx="2893101" cy="954107"/>
          </a:xfrm>
          <a:prstGeom prst="rect">
            <a:avLst/>
          </a:prstGeom>
          <a:noFill/>
        </p:spPr>
        <p:txBody>
          <a:bodyPr wrap="square" rtlCol="0">
            <a:spAutoFit/>
          </a:bodyPr>
          <a:lstStyle/>
          <a:p>
            <a:r>
              <a:rPr lang="en-GB" sz="2800" noProof="0" dirty="0">
                <a:solidFill>
                  <a:schemeClr val="bg2">
                    <a:lumMod val="25000"/>
                  </a:schemeClr>
                </a:solidFill>
                <a:latin typeface="Oswald" panose="00000500000000000000" pitchFamily="2" charset="0"/>
              </a:rPr>
              <a:t>Correlation to ribosomal genes</a:t>
            </a:r>
          </a:p>
        </p:txBody>
      </p:sp>
      <p:sp>
        <p:nvSpPr>
          <p:cNvPr id="15" name="ZoneTexte 14">
            <a:extLst>
              <a:ext uri="{FF2B5EF4-FFF2-40B4-BE49-F238E27FC236}">
                <a16:creationId xmlns:a16="http://schemas.microsoft.com/office/drawing/2014/main" id="{B89BDAC8-838F-CF22-2431-95121C3769C8}"/>
              </a:ext>
            </a:extLst>
          </p:cNvPr>
          <p:cNvSpPr txBox="1"/>
          <p:nvPr/>
        </p:nvSpPr>
        <p:spPr>
          <a:xfrm>
            <a:off x="8175638" y="326141"/>
            <a:ext cx="3221882" cy="954107"/>
          </a:xfrm>
          <a:prstGeom prst="rect">
            <a:avLst/>
          </a:prstGeom>
          <a:noFill/>
        </p:spPr>
        <p:txBody>
          <a:bodyPr wrap="square" rtlCol="0">
            <a:spAutoFit/>
          </a:bodyPr>
          <a:lstStyle/>
          <a:p>
            <a:r>
              <a:rPr lang="en-GB" sz="2800" noProof="0" dirty="0">
                <a:solidFill>
                  <a:schemeClr val="bg2">
                    <a:lumMod val="25000"/>
                  </a:schemeClr>
                </a:solidFill>
                <a:latin typeface="Oswald" panose="00000500000000000000" pitchFamily="2" charset="0"/>
              </a:rPr>
              <a:t>Correlation to structural phage genes</a:t>
            </a:r>
          </a:p>
        </p:txBody>
      </p:sp>
      <p:sp>
        <p:nvSpPr>
          <p:cNvPr id="16" name="ZoneTexte 15">
            <a:extLst>
              <a:ext uri="{FF2B5EF4-FFF2-40B4-BE49-F238E27FC236}">
                <a16:creationId xmlns:a16="http://schemas.microsoft.com/office/drawing/2014/main" id="{9E4CD893-44D0-DB55-A097-37DF55678C34}"/>
              </a:ext>
            </a:extLst>
          </p:cNvPr>
          <p:cNvSpPr txBox="1"/>
          <p:nvPr/>
        </p:nvSpPr>
        <p:spPr>
          <a:xfrm>
            <a:off x="9594723" y="3090446"/>
            <a:ext cx="1967187" cy="338554"/>
          </a:xfrm>
          <a:prstGeom prst="rect">
            <a:avLst/>
          </a:prstGeom>
          <a:noFill/>
        </p:spPr>
        <p:txBody>
          <a:bodyPr wrap="square" rtlCol="0">
            <a:spAutoFit/>
          </a:bodyPr>
          <a:lstStyle/>
          <a:p>
            <a:r>
              <a:rPr lang="en-GB" sz="1600" noProof="0" dirty="0">
                <a:solidFill>
                  <a:schemeClr val="bg2">
                    <a:lumMod val="25000"/>
                  </a:schemeClr>
                </a:solidFill>
                <a:latin typeface="Oswald" panose="00000500000000000000" pitchFamily="2" charset="0"/>
              </a:rPr>
              <a:t>Correlation strength</a:t>
            </a:r>
          </a:p>
        </p:txBody>
      </p:sp>
    </p:spTree>
    <p:extLst>
      <p:ext uri="{BB962C8B-B14F-4D97-AF65-F5344CB8AC3E}">
        <p14:creationId xmlns:p14="http://schemas.microsoft.com/office/powerpoint/2010/main" val="1991167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1487C-D0D6-0DAE-18E7-747674E9D1DA}"/>
            </a:ext>
          </a:extLst>
        </p:cNvPr>
        <p:cNvGrpSpPr/>
        <p:nvPr/>
      </p:nvGrpSpPr>
      <p:grpSpPr>
        <a:xfrm>
          <a:off x="0" y="0"/>
          <a:ext cx="0" cy="0"/>
          <a:chOff x="0" y="0"/>
          <a:chExt cx="0" cy="0"/>
        </a:xfrm>
      </p:grpSpPr>
      <p:pic>
        <p:nvPicPr>
          <p:cNvPr id="5" name="Image 4" descr="Une image contenant texte, capture d’écran, conception&#10;&#10;Le contenu généré par l’IA peut être incorrect.">
            <a:extLst>
              <a:ext uri="{FF2B5EF4-FFF2-40B4-BE49-F238E27FC236}">
                <a16:creationId xmlns:a16="http://schemas.microsoft.com/office/drawing/2014/main" id="{F15ED1CF-1D0D-3162-3221-DE60768E09AF}"/>
              </a:ext>
            </a:extLst>
          </p:cNvPr>
          <p:cNvPicPr>
            <a:picLocks noChangeAspect="1"/>
          </p:cNvPicPr>
          <p:nvPr/>
        </p:nvPicPr>
        <p:blipFill>
          <a:blip r:embed="rId2"/>
          <a:stretch>
            <a:fillRect/>
          </a:stretch>
        </p:blipFill>
        <p:spPr>
          <a:xfrm>
            <a:off x="1196566" y="50406"/>
            <a:ext cx="4772209" cy="6807594"/>
          </a:xfrm>
          <a:prstGeom prst="rect">
            <a:avLst/>
          </a:prstGeom>
        </p:spPr>
      </p:pic>
      <p:pic>
        <p:nvPicPr>
          <p:cNvPr id="3" name="Image 2" descr="Une image contenant texte, capture d’écran, conception&#10;&#10;Le contenu généré par l’IA peut être incorrect.">
            <a:extLst>
              <a:ext uri="{FF2B5EF4-FFF2-40B4-BE49-F238E27FC236}">
                <a16:creationId xmlns:a16="http://schemas.microsoft.com/office/drawing/2014/main" id="{A7B7005E-A490-A8B4-C787-DA9994BD189D}"/>
              </a:ext>
            </a:extLst>
          </p:cNvPr>
          <p:cNvPicPr>
            <a:picLocks noChangeAspect="1"/>
          </p:cNvPicPr>
          <p:nvPr/>
        </p:nvPicPr>
        <p:blipFill>
          <a:blip r:embed="rId3"/>
          <a:stretch>
            <a:fillRect/>
          </a:stretch>
        </p:blipFill>
        <p:spPr>
          <a:xfrm>
            <a:off x="5968775" y="0"/>
            <a:ext cx="4991325" cy="6858000"/>
          </a:xfrm>
          <a:prstGeom prst="rect">
            <a:avLst/>
          </a:prstGeom>
        </p:spPr>
      </p:pic>
      <p:pic>
        <p:nvPicPr>
          <p:cNvPr id="1026" name="Picture 2">
            <a:extLst>
              <a:ext uri="{FF2B5EF4-FFF2-40B4-BE49-F238E27FC236}">
                <a16:creationId xmlns:a16="http://schemas.microsoft.com/office/drawing/2014/main" id="{C1FBD598-A729-8E5B-D17B-11F81DA0FC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descr="Une image contenant texte, capture d’écran, Police&#10;&#10;Le contenu généré par l’IA peut être incorrect.">
            <a:extLst>
              <a:ext uri="{FF2B5EF4-FFF2-40B4-BE49-F238E27FC236}">
                <a16:creationId xmlns:a16="http://schemas.microsoft.com/office/drawing/2014/main" id="{8C55C887-DE49-E767-161C-2B1387F77559}"/>
              </a:ext>
            </a:extLst>
          </p:cNvPr>
          <p:cNvPicPr>
            <a:picLocks noChangeAspect="1"/>
          </p:cNvPicPr>
          <p:nvPr/>
        </p:nvPicPr>
        <p:blipFill>
          <a:blip r:embed="rId5"/>
          <a:srcRect t="8245"/>
          <a:stretch>
            <a:fillRect/>
          </a:stretch>
        </p:blipFill>
        <p:spPr>
          <a:xfrm>
            <a:off x="9802987" y="1981217"/>
            <a:ext cx="1967187" cy="1918630"/>
          </a:xfrm>
          <a:prstGeom prst="rect">
            <a:avLst/>
          </a:prstGeom>
        </p:spPr>
      </p:pic>
      <p:sp>
        <p:nvSpPr>
          <p:cNvPr id="14" name="ZoneTexte 13">
            <a:extLst>
              <a:ext uri="{FF2B5EF4-FFF2-40B4-BE49-F238E27FC236}">
                <a16:creationId xmlns:a16="http://schemas.microsoft.com/office/drawing/2014/main" id="{8313B6CA-33FD-D42A-0BA5-28ADAADE0A2E}"/>
              </a:ext>
            </a:extLst>
          </p:cNvPr>
          <p:cNvSpPr txBox="1"/>
          <p:nvPr/>
        </p:nvSpPr>
        <p:spPr>
          <a:xfrm>
            <a:off x="3075674" y="326141"/>
            <a:ext cx="2893101" cy="954107"/>
          </a:xfrm>
          <a:prstGeom prst="rect">
            <a:avLst/>
          </a:prstGeom>
          <a:noFill/>
        </p:spPr>
        <p:txBody>
          <a:bodyPr wrap="square" rtlCol="0">
            <a:spAutoFit/>
          </a:bodyPr>
          <a:lstStyle/>
          <a:p>
            <a:r>
              <a:rPr lang="en-GB" sz="2800" noProof="0" dirty="0">
                <a:solidFill>
                  <a:schemeClr val="bg2">
                    <a:lumMod val="25000"/>
                  </a:schemeClr>
                </a:solidFill>
                <a:latin typeface="Oswald" panose="00000500000000000000" pitchFamily="2" charset="0"/>
              </a:rPr>
              <a:t>Correlation to ribosomal genes</a:t>
            </a:r>
          </a:p>
        </p:txBody>
      </p:sp>
      <p:sp>
        <p:nvSpPr>
          <p:cNvPr id="15" name="ZoneTexte 14">
            <a:extLst>
              <a:ext uri="{FF2B5EF4-FFF2-40B4-BE49-F238E27FC236}">
                <a16:creationId xmlns:a16="http://schemas.microsoft.com/office/drawing/2014/main" id="{7416FE6C-9883-75B2-B637-D57FEF694477}"/>
              </a:ext>
            </a:extLst>
          </p:cNvPr>
          <p:cNvSpPr txBox="1"/>
          <p:nvPr/>
        </p:nvSpPr>
        <p:spPr>
          <a:xfrm>
            <a:off x="8027655" y="326141"/>
            <a:ext cx="3221882" cy="954107"/>
          </a:xfrm>
          <a:prstGeom prst="rect">
            <a:avLst/>
          </a:prstGeom>
          <a:noFill/>
        </p:spPr>
        <p:txBody>
          <a:bodyPr wrap="square" rtlCol="0">
            <a:spAutoFit/>
          </a:bodyPr>
          <a:lstStyle/>
          <a:p>
            <a:r>
              <a:rPr lang="en-GB" sz="2800" noProof="0" dirty="0">
                <a:solidFill>
                  <a:schemeClr val="bg2">
                    <a:lumMod val="25000"/>
                  </a:schemeClr>
                </a:solidFill>
                <a:latin typeface="Oswald" panose="00000500000000000000" pitchFamily="2" charset="0"/>
              </a:rPr>
              <a:t>Correlation to structural phage genes</a:t>
            </a:r>
          </a:p>
        </p:txBody>
      </p:sp>
      <p:sp>
        <p:nvSpPr>
          <p:cNvPr id="16" name="ZoneTexte 15">
            <a:extLst>
              <a:ext uri="{FF2B5EF4-FFF2-40B4-BE49-F238E27FC236}">
                <a16:creationId xmlns:a16="http://schemas.microsoft.com/office/drawing/2014/main" id="{9958D1AD-FC74-2531-93C1-322956BAB2FA}"/>
              </a:ext>
            </a:extLst>
          </p:cNvPr>
          <p:cNvSpPr txBox="1"/>
          <p:nvPr/>
        </p:nvSpPr>
        <p:spPr>
          <a:xfrm>
            <a:off x="9638596" y="1642663"/>
            <a:ext cx="1967187" cy="338554"/>
          </a:xfrm>
          <a:prstGeom prst="rect">
            <a:avLst/>
          </a:prstGeom>
          <a:noFill/>
        </p:spPr>
        <p:txBody>
          <a:bodyPr wrap="square" rtlCol="0">
            <a:spAutoFit/>
          </a:bodyPr>
          <a:lstStyle/>
          <a:p>
            <a:r>
              <a:rPr lang="en-GB" sz="1600" noProof="0" dirty="0">
                <a:solidFill>
                  <a:schemeClr val="bg2">
                    <a:lumMod val="25000"/>
                  </a:schemeClr>
                </a:solidFill>
                <a:latin typeface="Oswald" panose="00000500000000000000" pitchFamily="2" charset="0"/>
              </a:rPr>
              <a:t>Correlation strength</a:t>
            </a:r>
          </a:p>
        </p:txBody>
      </p:sp>
    </p:spTree>
    <p:extLst>
      <p:ext uri="{BB962C8B-B14F-4D97-AF65-F5344CB8AC3E}">
        <p14:creationId xmlns:p14="http://schemas.microsoft.com/office/powerpoint/2010/main" val="4100784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493E0-DE9D-D183-AC81-AAB075D96657}"/>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16AF6B90-DD36-3DD2-D1A7-61E3623EA4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107066"/>
            <a:ext cx="1104900" cy="43815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descr="Une image contenant dessin, croquis, dessin humoristique, conception&#10;&#10;Le contenu généré par l’IA peut être incorrect.">
            <a:extLst>
              <a:ext uri="{FF2B5EF4-FFF2-40B4-BE49-F238E27FC236}">
                <a16:creationId xmlns:a16="http://schemas.microsoft.com/office/drawing/2014/main" id="{20E95D87-FA17-06B0-E99F-6144CC3AD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1364" y="347087"/>
            <a:ext cx="1869223" cy="1918630"/>
          </a:xfrm>
          <a:prstGeom prst="rect">
            <a:avLst/>
          </a:prstGeom>
        </p:spPr>
      </p:pic>
      <p:sp>
        <p:nvSpPr>
          <p:cNvPr id="3" name="Rectangle 1">
            <a:extLst>
              <a:ext uri="{FF2B5EF4-FFF2-40B4-BE49-F238E27FC236}">
                <a16:creationId xmlns:a16="http://schemas.microsoft.com/office/drawing/2014/main" id="{AF55BC98-F0A0-C20E-CBF4-7F4828E32484}"/>
              </a:ext>
            </a:extLst>
          </p:cNvPr>
          <p:cNvSpPr>
            <a:spLocks noChangeArrowheads="1"/>
          </p:cNvSpPr>
          <p:nvPr/>
        </p:nvSpPr>
        <p:spPr bwMode="auto">
          <a:xfrm>
            <a:off x="-694797" y="1080142"/>
            <a:ext cx="1085116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ctr" eaLnBrk="0" fontAlgn="base" hangingPunct="0">
              <a:spcBef>
                <a:spcPct val="0"/>
              </a:spcBef>
              <a:spcAft>
                <a:spcPct val="0"/>
              </a:spcAft>
              <a:buClr>
                <a:srgbClr val="FF0000"/>
              </a:buClr>
              <a:buFont typeface="Wingdings" panose="05000000000000000000" pitchFamily="2" charset="2"/>
              <a:buChar char="Ø"/>
            </a:pPr>
            <a:r>
              <a:rPr lang="en-GB" sz="2400" noProof="0" dirty="0">
                <a:latin typeface="Oswald" panose="00000500000000000000" pitchFamily="2" charset="0"/>
              </a:rPr>
              <a:t>Is DS expression associated with phage replication </a:t>
            </a:r>
            <a:r>
              <a:rPr lang="en-GB" sz="2400" b="1" noProof="0" dirty="0">
                <a:latin typeface="Oswald" panose="00000500000000000000" pitchFamily="2" charset="0"/>
              </a:rPr>
              <a:t>beyond growth effects</a:t>
            </a:r>
            <a:r>
              <a:rPr lang="en-GB" sz="2400" noProof="0" dirty="0">
                <a:latin typeface="Oswald" panose="00000500000000000000" pitchFamily="2" charset="0"/>
              </a:rPr>
              <a:t>?</a:t>
            </a:r>
          </a:p>
          <a:p>
            <a:pPr lvl="0" algn="ctr" eaLnBrk="0" fontAlgn="base" hangingPunct="0">
              <a:spcBef>
                <a:spcPct val="0"/>
              </a:spcBef>
              <a:spcAft>
                <a:spcPct val="0"/>
              </a:spcAft>
              <a:buClr>
                <a:srgbClr val="FF0000"/>
              </a:buClr>
            </a:pPr>
            <a:endParaRPr lang="en-GB" sz="2400" noProof="0" dirty="0">
              <a:latin typeface="Oswald" panose="00000500000000000000" pitchFamily="2" charset="0"/>
            </a:endParaRPr>
          </a:p>
          <a:p>
            <a:pPr lvl="5"/>
            <a:r>
              <a:rPr lang="en-GB" noProof="0" dirty="0" err="1">
                <a:solidFill>
                  <a:schemeClr val="bg2">
                    <a:lumMod val="25000"/>
                  </a:schemeClr>
                </a:solidFill>
                <a:latin typeface="Oswald" panose="00000500000000000000" pitchFamily="2" charset="0"/>
              </a:rPr>
              <a:t>ppcor</a:t>
            </a:r>
            <a:r>
              <a:rPr lang="en-GB" noProof="0" dirty="0">
                <a:solidFill>
                  <a:schemeClr val="bg2">
                    <a:lumMod val="25000"/>
                  </a:schemeClr>
                </a:solidFill>
                <a:latin typeface="Oswald" panose="00000500000000000000" pitchFamily="2" charset="0"/>
              </a:rPr>
              <a:t>::</a:t>
            </a:r>
            <a:r>
              <a:rPr lang="en-GB" noProof="0" dirty="0" err="1">
                <a:solidFill>
                  <a:schemeClr val="bg2">
                    <a:lumMod val="25000"/>
                  </a:schemeClr>
                </a:solidFill>
                <a:latin typeface="Oswald" panose="00000500000000000000" pitchFamily="2" charset="0"/>
              </a:rPr>
              <a:t>pcor.test</a:t>
            </a:r>
            <a:r>
              <a:rPr lang="en-GB" noProof="0" dirty="0">
                <a:solidFill>
                  <a:schemeClr val="bg2">
                    <a:lumMod val="25000"/>
                  </a:schemeClr>
                </a:solidFill>
                <a:latin typeface="Oswald" panose="00000500000000000000" pitchFamily="2" charset="0"/>
              </a:rPr>
              <a:t>(</a:t>
            </a:r>
          </a:p>
          <a:p>
            <a:pPr lvl="5"/>
            <a:r>
              <a:rPr lang="en-GB" noProof="0" dirty="0">
                <a:solidFill>
                  <a:schemeClr val="bg2">
                    <a:lumMod val="25000"/>
                  </a:schemeClr>
                </a:solidFill>
                <a:latin typeface="Oswald" panose="00000500000000000000" pitchFamily="2" charset="0"/>
              </a:rPr>
              <a:t>  x = </a:t>
            </a:r>
            <a:r>
              <a:rPr lang="en-GB" noProof="0" dirty="0" err="1">
                <a:solidFill>
                  <a:schemeClr val="bg2">
                    <a:lumMod val="25000"/>
                  </a:schemeClr>
                </a:solidFill>
                <a:latin typeface="Oswald" panose="00000500000000000000" pitchFamily="2" charset="0"/>
              </a:rPr>
              <a:t>clr_</a:t>
            </a:r>
            <a:r>
              <a:rPr lang="en-GB" b="1" noProof="0" dirty="0" err="1">
                <a:solidFill>
                  <a:schemeClr val="bg2">
                    <a:lumMod val="25000"/>
                  </a:schemeClr>
                </a:solidFill>
                <a:latin typeface="Oswald" panose="00000500000000000000" pitchFamily="2" charset="0"/>
              </a:rPr>
              <a:t>defense_system</a:t>
            </a:r>
            <a:r>
              <a:rPr lang="en-GB" noProof="0" dirty="0">
                <a:solidFill>
                  <a:schemeClr val="bg2">
                    <a:lumMod val="25000"/>
                  </a:schemeClr>
                </a:solidFill>
                <a:latin typeface="Oswald" panose="00000500000000000000" pitchFamily="2" charset="0"/>
              </a:rPr>
              <a:t>,</a:t>
            </a:r>
          </a:p>
          <a:p>
            <a:pPr lvl="5"/>
            <a:r>
              <a:rPr lang="en-GB" noProof="0" dirty="0">
                <a:solidFill>
                  <a:schemeClr val="bg2">
                    <a:lumMod val="25000"/>
                  </a:schemeClr>
                </a:solidFill>
                <a:latin typeface="Oswald" panose="00000500000000000000" pitchFamily="2" charset="0"/>
              </a:rPr>
              <a:t>  y = </a:t>
            </a:r>
            <a:r>
              <a:rPr lang="en-GB" noProof="0" dirty="0" err="1">
                <a:solidFill>
                  <a:schemeClr val="bg2">
                    <a:lumMod val="25000"/>
                  </a:schemeClr>
                </a:solidFill>
                <a:latin typeface="Oswald" panose="00000500000000000000" pitchFamily="2" charset="0"/>
              </a:rPr>
              <a:t>clr_</a:t>
            </a:r>
            <a:r>
              <a:rPr lang="en-GB" b="1" noProof="0" dirty="0" err="1">
                <a:solidFill>
                  <a:srgbClr val="FF0000"/>
                </a:solidFill>
                <a:latin typeface="Oswald" panose="00000500000000000000" pitchFamily="2" charset="0"/>
              </a:rPr>
              <a:t>structural_phage</a:t>
            </a:r>
            <a:r>
              <a:rPr lang="en-GB" noProof="0" dirty="0" err="1">
                <a:solidFill>
                  <a:schemeClr val="bg2">
                    <a:lumMod val="25000"/>
                  </a:schemeClr>
                </a:solidFill>
                <a:latin typeface="Oswald" panose="00000500000000000000" pitchFamily="2" charset="0"/>
              </a:rPr>
              <a:t>_genes</a:t>
            </a:r>
            <a:r>
              <a:rPr lang="en-GB" noProof="0" dirty="0">
                <a:solidFill>
                  <a:schemeClr val="bg2">
                    <a:lumMod val="25000"/>
                  </a:schemeClr>
                </a:solidFill>
                <a:latin typeface="Oswald" panose="00000500000000000000" pitchFamily="2" charset="0"/>
              </a:rPr>
              <a:t>,</a:t>
            </a:r>
          </a:p>
          <a:p>
            <a:pPr lvl="5"/>
            <a:r>
              <a:rPr lang="en-GB" noProof="0" dirty="0">
                <a:solidFill>
                  <a:schemeClr val="bg2">
                    <a:lumMod val="25000"/>
                  </a:schemeClr>
                </a:solidFill>
                <a:latin typeface="Oswald" panose="00000500000000000000" pitchFamily="2" charset="0"/>
              </a:rPr>
              <a:t>  z = </a:t>
            </a:r>
            <a:r>
              <a:rPr lang="en-GB" noProof="0" dirty="0" err="1">
                <a:solidFill>
                  <a:schemeClr val="bg2">
                    <a:lumMod val="25000"/>
                  </a:schemeClr>
                </a:solidFill>
                <a:latin typeface="Oswald" panose="00000500000000000000" pitchFamily="2" charset="0"/>
              </a:rPr>
              <a:t>clr_</a:t>
            </a:r>
            <a:r>
              <a:rPr lang="en-GB" b="1" noProof="0" dirty="0" err="1">
                <a:solidFill>
                  <a:srgbClr val="FF0000"/>
                </a:solidFill>
                <a:latin typeface="Oswald" panose="00000500000000000000" pitchFamily="2" charset="0"/>
              </a:rPr>
              <a:t>ribosomal</a:t>
            </a:r>
            <a:r>
              <a:rPr lang="en-GB" noProof="0" dirty="0" err="1">
                <a:solidFill>
                  <a:schemeClr val="bg2">
                    <a:lumMod val="25000"/>
                  </a:schemeClr>
                </a:solidFill>
                <a:latin typeface="Oswald" panose="00000500000000000000" pitchFamily="2" charset="0"/>
              </a:rPr>
              <a:t>_genes</a:t>
            </a:r>
            <a:r>
              <a:rPr lang="en-GB" noProof="0" dirty="0">
                <a:solidFill>
                  <a:schemeClr val="bg2">
                    <a:lumMod val="25000"/>
                  </a:schemeClr>
                </a:solidFill>
                <a:latin typeface="Oswald" panose="00000500000000000000" pitchFamily="2" charset="0"/>
              </a:rPr>
              <a:t>,</a:t>
            </a:r>
          </a:p>
          <a:p>
            <a:pPr lvl="5"/>
            <a:r>
              <a:rPr lang="en-GB" noProof="0" dirty="0">
                <a:solidFill>
                  <a:schemeClr val="bg2">
                    <a:lumMod val="25000"/>
                  </a:schemeClr>
                </a:solidFill>
                <a:latin typeface="Oswald" panose="00000500000000000000" pitchFamily="2" charset="0"/>
              </a:rPr>
              <a:t>  method = "spearman"</a:t>
            </a:r>
          </a:p>
          <a:p>
            <a:pPr lvl="5"/>
            <a:r>
              <a:rPr lang="en-GB" noProof="0" dirty="0">
                <a:solidFill>
                  <a:schemeClr val="bg2">
                    <a:lumMod val="25000"/>
                  </a:schemeClr>
                </a:solidFill>
                <a:latin typeface="Oswald" panose="00000500000000000000" pitchFamily="2" charset="0"/>
              </a:rPr>
              <a:t>)</a:t>
            </a:r>
          </a:p>
          <a:p>
            <a:pPr lvl="0" algn="ctr" eaLnBrk="0" fontAlgn="base" hangingPunct="0">
              <a:spcBef>
                <a:spcPct val="0"/>
              </a:spcBef>
              <a:spcAft>
                <a:spcPct val="0"/>
              </a:spcAft>
              <a:buClr>
                <a:srgbClr val="FF0000"/>
              </a:buClr>
            </a:pPr>
            <a:endParaRPr lang="en-GB" sz="2400" noProof="0" dirty="0">
              <a:latin typeface="Oswald" panose="00000500000000000000" pitchFamily="2" charset="0"/>
            </a:endParaRPr>
          </a:p>
          <a:p>
            <a:pPr marL="342900" lvl="0" indent="-342900" algn="ctr" eaLnBrk="0" fontAlgn="base" hangingPunct="0">
              <a:spcBef>
                <a:spcPct val="0"/>
              </a:spcBef>
              <a:spcAft>
                <a:spcPct val="0"/>
              </a:spcAft>
              <a:buClr>
                <a:srgbClr val="FF0000"/>
              </a:buClr>
              <a:buFont typeface="Wingdings" panose="05000000000000000000" pitchFamily="2" charset="2"/>
              <a:buChar char="Ø"/>
            </a:pPr>
            <a:r>
              <a:rPr lang="en-GB" sz="2400" noProof="0" dirty="0">
                <a:latin typeface="Oswald" panose="00000500000000000000" pitchFamily="2" charset="0"/>
              </a:rPr>
              <a:t>Is DS expression coupled to growth </a:t>
            </a:r>
            <a:r>
              <a:rPr lang="en-GB" sz="2400" b="1" noProof="0" dirty="0">
                <a:latin typeface="Oswald" panose="00000500000000000000" pitchFamily="2" charset="0"/>
              </a:rPr>
              <a:t>independent of infection level</a:t>
            </a:r>
            <a:r>
              <a:rPr lang="en-GB" sz="2400" noProof="0" dirty="0">
                <a:latin typeface="Oswald" panose="00000500000000000000" pitchFamily="2" charset="0"/>
              </a:rPr>
              <a:t>?</a:t>
            </a:r>
          </a:p>
          <a:p>
            <a:pPr marL="342900" lvl="0" indent="-342900" algn="ctr" eaLnBrk="0" fontAlgn="base" hangingPunct="0">
              <a:spcBef>
                <a:spcPct val="0"/>
              </a:spcBef>
              <a:spcAft>
                <a:spcPct val="0"/>
              </a:spcAft>
              <a:buClr>
                <a:srgbClr val="FF0000"/>
              </a:buClr>
              <a:buFont typeface="Wingdings" panose="05000000000000000000" pitchFamily="2" charset="2"/>
              <a:buChar char="Ø"/>
            </a:pPr>
            <a:endParaRPr lang="en-GB" sz="2400" noProof="0" dirty="0">
              <a:solidFill>
                <a:schemeClr val="bg2">
                  <a:lumMod val="25000"/>
                </a:schemeClr>
              </a:solidFill>
              <a:latin typeface="Oswald" panose="00000500000000000000" pitchFamily="2" charset="0"/>
            </a:endParaRPr>
          </a:p>
          <a:p>
            <a:pPr lvl="5"/>
            <a:r>
              <a:rPr lang="en-GB" noProof="0" dirty="0" err="1">
                <a:solidFill>
                  <a:schemeClr val="bg2">
                    <a:lumMod val="25000"/>
                  </a:schemeClr>
                </a:solidFill>
                <a:latin typeface="Oswald" panose="00000500000000000000" pitchFamily="2" charset="0"/>
              </a:rPr>
              <a:t>ppcor</a:t>
            </a:r>
            <a:r>
              <a:rPr lang="en-GB" noProof="0" dirty="0">
                <a:solidFill>
                  <a:schemeClr val="bg2">
                    <a:lumMod val="25000"/>
                  </a:schemeClr>
                </a:solidFill>
                <a:latin typeface="Oswald" panose="00000500000000000000" pitchFamily="2" charset="0"/>
              </a:rPr>
              <a:t>::</a:t>
            </a:r>
            <a:r>
              <a:rPr lang="en-GB" noProof="0" dirty="0" err="1">
                <a:solidFill>
                  <a:schemeClr val="bg2">
                    <a:lumMod val="25000"/>
                  </a:schemeClr>
                </a:solidFill>
                <a:latin typeface="Oswald" panose="00000500000000000000" pitchFamily="2" charset="0"/>
              </a:rPr>
              <a:t>pcor.test</a:t>
            </a:r>
            <a:r>
              <a:rPr lang="en-GB" noProof="0" dirty="0">
                <a:solidFill>
                  <a:schemeClr val="bg2">
                    <a:lumMod val="25000"/>
                  </a:schemeClr>
                </a:solidFill>
                <a:latin typeface="Oswald" panose="00000500000000000000" pitchFamily="2" charset="0"/>
              </a:rPr>
              <a:t>(</a:t>
            </a:r>
          </a:p>
          <a:p>
            <a:pPr lvl="5"/>
            <a:r>
              <a:rPr lang="en-GB" noProof="0" dirty="0">
                <a:solidFill>
                  <a:schemeClr val="bg2">
                    <a:lumMod val="25000"/>
                  </a:schemeClr>
                </a:solidFill>
                <a:latin typeface="Oswald" panose="00000500000000000000" pitchFamily="2" charset="0"/>
              </a:rPr>
              <a:t>  x = </a:t>
            </a:r>
            <a:r>
              <a:rPr lang="en-GB" noProof="0" dirty="0" err="1">
                <a:solidFill>
                  <a:schemeClr val="bg2">
                    <a:lumMod val="25000"/>
                  </a:schemeClr>
                </a:solidFill>
                <a:latin typeface="Oswald" panose="00000500000000000000" pitchFamily="2" charset="0"/>
              </a:rPr>
              <a:t>clr_</a:t>
            </a:r>
            <a:r>
              <a:rPr lang="en-GB" b="1" noProof="0" dirty="0" err="1">
                <a:solidFill>
                  <a:schemeClr val="bg2">
                    <a:lumMod val="25000"/>
                  </a:schemeClr>
                </a:solidFill>
                <a:latin typeface="Oswald" panose="00000500000000000000" pitchFamily="2" charset="0"/>
              </a:rPr>
              <a:t>defense_system</a:t>
            </a:r>
            <a:r>
              <a:rPr lang="en-GB" noProof="0" dirty="0">
                <a:solidFill>
                  <a:schemeClr val="bg2">
                    <a:lumMod val="25000"/>
                  </a:schemeClr>
                </a:solidFill>
                <a:latin typeface="Oswald" panose="00000500000000000000" pitchFamily="2" charset="0"/>
              </a:rPr>
              <a:t>,</a:t>
            </a:r>
          </a:p>
          <a:p>
            <a:pPr lvl="5"/>
            <a:r>
              <a:rPr lang="en-GB" noProof="0" dirty="0">
                <a:solidFill>
                  <a:schemeClr val="bg2">
                    <a:lumMod val="25000"/>
                  </a:schemeClr>
                </a:solidFill>
                <a:latin typeface="Oswald" panose="00000500000000000000" pitchFamily="2" charset="0"/>
              </a:rPr>
              <a:t>  y = </a:t>
            </a:r>
            <a:r>
              <a:rPr lang="en-GB" noProof="0" dirty="0" err="1">
                <a:solidFill>
                  <a:schemeClr val="bg2">
                    <a:lumMod val="25000"/>
                  </a:schemeClr>
                </a:solidFill>
                <a:latin typeface="Oswald" panose="00000500000000000000" pitchFamily="2" charset="0"/>
              </a:rPr>
              <a:t>clr_</a:t>
            </a:r>
            <a:r>
              <a:rPr lang="en-GB" b="1" noProof="0" dirty="0" err="1">
                <a:solidFill>
                  <a:srgbClr val="FF0000"/>
                </a:solidFill>
                <a:latin typeface="Oswald" panose="00000500000000000000" pitchFamily="2" charset="0"/>
              </a:rPr>
              <a:t>ribosomal</a:t>
            </a:r>
            <a:r>
              <a:rPr lang="en-GB" noProof="0" dirty="0" err="1">
                <a:solidFill>
                  <a:schemeClr val="bg2">
                    <a:lumMod val="25000"/>
                  </a:schemeClr>
                </a:solidFill>
                <a:latin typeface="Oswald" panose="00000500000000000000" pitchFamily="2" charset="0"/>
              </a:rPr>
              <a:t>_genes</a:t>
            </a:r>
            <a:r>
              <a:rPr lang="en-GB" noProof="0" dirty="0">
                <a:solidFill>
                  <a:schemeClr val="bg2">
                    <a:lumMod val="25000"/>
                  </a:schemeClr>
                </a:solidFill>
                <a:latin typeface="Oswald" panose="00000500000000000000" pitchFamily="2" charset="0"/>
              </a:rPr>
              <a:t> ,</a:t>
            </a:r>
          </a:p>
          <a:p>
            <a:pPr lvl="5"/>
            <a:r>
              <a:rPr lang="en-GB" noProof="0" dirty="0">
                <a:solidFill>
                  <a:schemeClr val="bg2">
                    <a:lumMod val="25000"/>
                  </a:schemeClr>
                </a:solidFill>
                <a:latin typeface="Oswald" panose="00000500000000000000" pitchFamily="2" charset="0"/>
              </a:rPr>
              <a:t>  z = </a:t>
            </a:r>
            <a:r>
              <a:rPr lang="en-GB" noProof="0" dirty="0" err="1">
                <a:solidFill>
                  <a:schemeClr val="bg2">
                    <a:lumMod val="25000"/>
                  </a:schemeClr>
                </a:solidFill>
                <a:latin typeface="Oswald" panose="00000500000000000000" pitchFamily="2" charset="0"/>
              </a:rPr>
              <a:t>clr_</a:t>
            </a:r>
            <a:r>
              <a:rPr lang="en-GB" b="1" noProof="0" dirty="0" err="1">
                <a:solidFill>
                  <a:srgbClr val="FF0000"/>
                </a:solidFill>
                <a:latin typeface="Oswald" panose="00000500000000000000" pitchFamily="2" charset="0"/>
              </a:rPr>
              <a:t>structural_phage</a:t>
            </a:r>
            <a:r>
              <a:rPr lang="en-GB" noProof="0" dirty="0" err="1">
                <a:solidFill>
                  <a:schemeClr val="bg2">
                    <a:lumMod val="25000"/>
                  </a:schemeClr>
                </a:solidFill>
                <a:latin typeface="Oswald" panose="00000500000000000000" pitchFamily="2" charset="0"/>
              </a:rPr>
              <a:t>_genes</a:t>
            </a:r>
            <a:r>
              <a:rPr lang="en-GB" noProof="0" dirty="0">
                <a:solidFill>
                  <a:schemeClr val="bg2">
                    <a:lumMod val="25000"/>
                  </a:schemeClr>
                </a:solidFill>
                <a:latin typeface="Oswald" panose="00000500000000000000" pitchFamily="2" charset="0"/>
              </a:rPr>
              <a:t>,</a:t>
            </a:r>
          </a:p>
          <a:p>
            <a:pPr lvl="5"/>
            <a:r>
              <a:rPr lang="en-GB" noProof="0" dirty="0">
                <a:solidFill>
                  <a:schemeClr val="bg2">
                    <a:lumMod val="25000"/>
                  </a:schemeClr>
                </a:solidFill>
                <a:latin typeface="Oswald" panose="00000500000000000000" pitchFamily="2" charset="0"/>
              </a:rPr>
              <a:t>  method = "spearman"</a:t>
            </a:r>
          </a:p>
          <a:p>
            <a:pPr lvl="5"/>
            <a:r>
              <a:rPr lang="en-GB" noProof="0" dirty="0">
                <a:solidFill>
                  <a:schemeClr val="bg2">
                    <a:lumMod val="25000"/>
                  </a:schemeClr>
                </a:solidFill>
                <a:latin typeface="Oswald" panose="00000500000000000000" pitchFamily="2" charset="0"/>
              </a:rPr>
              <a:t>)</a:t>
            </a:r>
          </a:p>
        </p:txBody>
      </p:sp>
    </p:spTree>
    <p:extLst>
      <p:ext uri="{BB962C8B-B14F-4D97-AF65-F5344CB8AC3E}">
        <p14:creationId xmlns:p14="http://schemas.microsoft.com/office/powerpoint/2010/main" val="423022138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9803</TotalTime>
  <Words>1625</Words>
  <Application>Microsoft Office PowerPoint</Application>
  <PresentationFormat>Grand écran</PresentationFormat>
  <Paragraphs>301</Paragraphs>
  <Slides>35</Slides>
  <Notes>22</Notes>
  <HiddenSlides>5</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35</vt:i4>
      </vt:variant>
    </vt:vector>
  </HeadingPairs>
  <TitlesOfParts>
    <vt:vector size="41" baseType="lpstr">
      <vt:lpstr>Aptos</vt:lpstr>
      <vt:lpstr>Aptos Display</vt:lpstr>
      <vt:lpstr>Arial</vt:lpstr>
      <vt:lpstr>Oswald</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Mathilde Annette Nicole Roulleau</dc:creator>
  <cp:lastModifiedBy>Mathilde Annette Nicole Roulleau</cp:lastModifiedBy>
  <cp:revision>2</cp:revision>
  <dcterms:created xsi:type="dcterms:W3CDTF">2026-01-22T14:46:49Z</dcterms:created>
  <dcterms:modified xsi:type="dcterms:W3CDTF">2026-02-27T15:30:33Z</dcterms:modified>
</cp:coreProperties>
</file>