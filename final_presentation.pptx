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90" r:id="rId3"/>
    <p:sldId id="291" r:id="rId4"/>
    <p:sldId id="292" r:id="rId5"/>
    <p:sldId id="293" r:id="rId6"/>
    <p:sldId id="257" r:id="rId7"/>
    <p:sldId id="294" r:id="rId8"/>
    <p:sldId id="259" r:id="rId9"/>
    <p:sldId id="258" r:id="rId10"/>
    <p:sldId id="265" r:id="rId11"/>
    <p:sldId id="267" r:id="rId12"/>
    <p:sldId id="261" r:id="rId13"/>
    <p:sldId id="262" r:id="rId14"/>
    <p:sldId id="289" r:id="rId15"/>
    <p:sldId id="264" r:id="rId16"/>
    <p:sldId id="266" r:id="rId17"/>
    <p:sldId id="268" r:id="rId18"/>
    <p:sldId id="269" r:id="rId19"/>
    <p:sldId id="270" r:id="rId20"/>
    <p:sldId id="278" r:id="rId21"/>
    <p:sldId id="274" r:id="rId22"/>
    <p:sldId id="279" r:id="rId23"/>
    <p:sldId id="283" r:id="rId24"/>
    <p:sldId id="285" r:id="rId25"/>
    <p:sldId id="282" r:id="rId26"/>
    <p:sldId id="287" r:id="rId27"/>
    <p:sldId id="286" r:id="rId28"/>
    <p:sldId id="284" r:id="rId29"/>
    <p:sldId id="281" r:id="rId30"/>
    <p:sldId id="280" r:id="rId31"/>
    <p:sldId id="288" r:id="rId32"/>
    <p:sldId id="276" r:id="rId33"/>
    <p:sldId id="277" r:id="rId34"/>
    <p:sldId id="275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994D"/>
    <a:srgbClr val="33CCCC"/>
    <a:srgbClr val="FF4343"/>
    <a:srgbClr val="E7EB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7E1717-23E1-43D3-83B0-C82DC0CCB609}" v="476" dt="2026-02-19T07:22:41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76848" autoAdjust="0"/>
  </p:normalViewPr>
  <p:slideViewPr>
    <p:cSldViewPr snapToGrid="0">
      <p:cViewPr varScale="1">
        <p:scale>
          <a:sx n="53" d="100"/>
          <a:sy n="53" d="100"/>
        </p:scale>
        <p:origin x="1416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ilde Annette Nicole Roulleau" userId="4ab294c6-1984-4b16-bc43-8e77deede0e4" providerId="ADAL" clId="{79810BCC-BAA2-4D46-8788-90936CCE2327}"/>
    <pc:docChg chg="undo custSel addSld delSld modSld sldOrd">
      <pc:chgData name="Mathilde Annette Nicole Roulleau" userId="4ab294c6-1984-4b16-bc43-8e77deede0e4" providerId="ADAL" clId="{79810BCC-BAA2-4D46-8788-90936CCE2327}" dt="2026-02-19T07:23:02.644" v="6870" actId="14100"/>
      <pc:docMkLst>
        <pc:docMk/>
      </pc:docMkLst>
      <pc:sldChg chg="addSp delSp modSp mod modAnim">
        <pc:chgData name="Mathilde Annette Nicole Roulleau" userId="4ab294c6-1984-4b16-bc43-8e77deede0e4" providerId="ADAL" clId="{79810BCC-BAA2-4D46-8788-90936CCE2327}" dt="2026-02-12T07:36:28.903" v="5174"/>
        <pc:sldMkLst>
          <pc:docMk/>
          <pc:sldMk cId="3050701782" sldId="256"/>
        </pc:sldMkLst>
        <pc:spChg chg="add mod ord">
          <ac:chgData name="Mathilde Annette Nicole Roulleau" userId="4ab294c6-1984-4b16-bc43-8e77deede0e4" providerId="ADAL" clId="{79810BCC-BAA2-4D46-8788-90936CCE2327}" dt="2026-02-12T07:36:06.002" v="5172" actId="1076"/>
          <ac:spMkLst>
            <pc:docMk/>
            <pc:sldMk cId="3050701782" sldId="256"/>
            <ac:spMk id="3" creationId="{F0D4A331-2558-686E-2E09-96E96794A2D1}"/>
          </ac:spMkLst>
        </pc:spChg>
        <pc:spChg chg="mod">
          <ac:chgData name="Mathilde Annette Nicole Roulleau" userId="4ab294c6-1984-4b16-bc43-8e77deede0e4" providerId="ADAL" clId="{79810BCC-BAA2-4D46-8788-90936CCE2327}" dt="2026-01-23T10:35:58.415" v="366" actId="207"/>
          <ac:spMkLst>
            <pc:docMk/>
            <pc:sldMk cId="3050701782" sldId="256"/>
            <ac:spMk id="4" creationId="{AA48F40B-9B3E-6BDD-DA3E-627F2D529871}"/>
          </ac:spMkLst>
        </pc:spChg>
        <pc:spChg chg="add mod">
          <ac:chgData name="Mathilde Annette Nicole Roulleau" userId="4ab294c6-1984-4b16-bc43-8e77deede0e4" providerId="ADAL" clId="{79810BCC-BAA2-4D46-8788-90936CCE2327}" dt="2026-02-12T07:36:12.429" v="5173" actId="1076"/>
          <ac:spMkLst>
            <pc:docMk/>
            <pc:sldMk cId="3050701782" sldId="256"/>
            <ac:spMk id="6" creationId="{818FE3B1-E45C-A8BC-65B3-892987224A6D}"/>
          </ac:spMkLst>
        </pc:spChg>
        <pc:picChg chg="add mod">
          <ac:chgData name="Mathilde Annette Nicole Roulleau" userId="4ab294c6-1984-4b16-bc43-8e77deede0e4" providerId="ADAL" clId="{79810BCC-BAA2-4D46-8788-90936CCE2327}" dt="2026-01-23T10:36:22.231" v="368" actId="1076"/>
          <ac:picMkLst>
            <pc:docMk/>
            <pc:sldMk cId="3050701782" sldId="256"/>
            <ac:picMk id="5" creationId="{0F804417-C8BC-28EB-FE95-FFC9E4A6F988}"/>
          </ac:picMkLst>
        </pc:picChg>
      </pc:sldChg>
      <pc:sldChg chg="addSp delSp modSp mod">
        <pc:chgData name="Mathilde Annette Nicole Roulleau" userId="4ab294c6-1984-4b16-bc43-8e77deede0e4" providerId="ADAL" clId="{79810BCC-BAA2-4D46-8788-90936CCE2327}" dt="2026-02-12T10:00:24.412" v="6299" actId="5793"/>
        <pc:sldMkLst>
          <pc:docMk/>
          <pc:sldMk cId="3910591626" sldId="257"/>
        </pc:sldMkLst>
        <pc:spChg chg="add del mod">
          <ac:chgData name="Mathilde Annette Nicole Roulleau" userId="4ab294c6-1984-4b16-bc43-8e77deede0e4" providerId="ADAL" clId="{79810BCC-BAA2-4D46-8788-90936CCE2327}" dt="2026-02-12T09:59:59.132" v="6293" actId="1076"/>
          <ac:spMkLst>
            <pc:docMk/>
            <pc:sldMk cId="3910591626" sldId="257"/>
            <ac:spMk id="3" creationId="{EB1588D5-2B57-848B-1582-96EB94821F14}"/>
          </ac:spMkLst>
        </pc:spChg>
        <pc:spChg chg="add mod">
          <ac:chgData name="Mathilde Annette Nicole Roulleau" userId="4ab294c6-1984-4b16-bc43-8e77deede0e4" providerId="ADAL" clId="{79810BCC-BAA2-4D46-8788-90936CCE2327}" dt="2026-02-12T09:59:59.132" v="6293" actId="1076"/>
          <ac:spMkLst>
            <pc:docMk/>
            <pc:sldMk cId="3910591626" sldId="257"/>
            <ac:spMk id="8" creationId="{5E8CAE8A-3BB1-B17E-2524-268DDB11AF60}"/>
          </ac:spMkLst>
        </pc:spChg>
        <pc:spChg chg="add del mod">
          <ac:chgData name="Mathilde Annette Nicole Roulleau" userId="4ab294c6-1984-4b16-bc43-8e77deede0e4" providerId="ADAL" clId="{79810BCC-BAA2-4D46-8788-90936CCE2327}" dt="2026-02-12T09:59:59.132" v="6293" actId="1076"/>
          <ac:spMkLst>
            <pc:docMk/>
            <pc:sldMk cId="3910591626" sldId="257"/>
            <ac:spMk id="12" creationId="{5BCF3795-CC11-B6B6-2372-6207742CD238}"/>
          </ac:spMkLst>
        </pc:spChg>
        <pc:graphicFrameChg chg="mod modGraphic">
          <ac:chgData name="Mathilde Annette Nicole Roulleau" userId="4ab294c6-1984-4b16-bc43-8e77deede0e4" providerId="ADAL" clId="{79810BCC-BAA2-4D46-8788-90936CCE2327}" dt="2026-02-12T10:00:24.412" v="6299" actId="5793"/>
          <ac:graphicFrameMkLst>
            <pc:docMk/>
            <pc:sldMk cId="3910591626" sldId="257"/>
            <ac:graphicFrameMk id="9" creationId="{C2AD98F7-9F31-7CD9-F44B-80FAB0C98626}"/>
          </ac:graphicFrameMkLst>
        </pc:graphicFrameChg>
        <pc:picChg chg="mod">
          <ac:chgData name="Mathilde Annette Nicole Roulleau" userId="4ab294c6-1984-4b16-bc43-8e77deede0e4" providerId="ADAL" clId="{79810BCC-BAA2-4D46-8788-90936CCE2327}" dt="2026-02-12T09:28:45.768" v="6164" actId="1076"/>
          <ac:picMkLst>
            <pc:docMk/>
            <pc:sldMk cId="3910591626" sldId="257"/>
            <ac:picMk id="14" creationId="{B158616D-E38F-3802-67DA-DC95E12F8E7C}"/>
          </ac:picMkLst>
        </pc:picChg>
        <pc:cxnChg chg="add del mod">
          <ac:chgData name="Mathilde Annette Nicole Roulleau" userId="4ab294c6-1984-4b16-bc43-8e77deede0e4" providerId="ADAL" clId="{79810BCC-BAA2-4D46-8788-90936CCE2327}" dt="2026-02-12T09:59:59.132" v="6293" actId="1076"/>
          <ac:cxnSpMkLst>
            <pc:docMk/>
            <pc:sldMk cId="3910591626" sldId="257"/>
            <ac:cxnSpMk id="11" creationId="{C602F555-7EF0-5718-DB1D-E8B092A23808}"/>
          </ac:cxnSpMkLst>
        </pc:cxnChg>
        <pc:cxnChg chg="add mod">
          <ac:chgData name="Mathilde Annette Nicole Roulleau" userId="4ab294c6-1984-4b16-bc43-8e77deede0e4" providerId="ADAL" clId="{79810BCC-BAA2-4D46-8788-90936CCE2327}" dt="2026-02-12T09:59:59.132" v="6293" actId="1076"/>
          <ac:cxnSpMkLst>
            <pc:docMk/>
            <pc:sldMk cId="3910591626" sldId="257"/>
            <ac:cxnSpMk id="17" creationId="{BAC0F6DB-D77F-7E1D-9DE6-56018E2C9CD6}"/>
          </ac:cxnSpMkLst>
        </pc:cxnChg>
        <pc:cxnChg chg="add mod">
          <ac:chgData name="Mathilde Annette Nicole Roulleau" userId="4ab294c6-1984-4b16-bc43-8e77deede0e4" providerId="ADAL" clId="{79810BCC-BAA2-4D46-8788-90936CCE2327}" dt="2026-02-12T09:59:59.132" v="6293" actId="1076"/>
          <ac:cxnSpMkLst>
            <pc:docMk/>
            <pc:sldMk cId="3910591626" sldId="257"/>
            <ac:cxnSpMk id="18" creationId="{25B91FFE-41F4-6575-E26E-70BBBEC8D33F}"/>
          </ac:cxnSpMkLst>
        </pc:cxnChg>
      </pc:sldChg>
      <pc:sldChg chg="addSp delSp modSp add mod">
        <pc:chgData name="Mathilde Annette Nicole Roulleau" userId="4ab294c6-1984-4b16-bc43-8e77deede0e4" providerId="ADAL" clId="{79810BCC-BAA2-4D46-8788-90936CCE2327}" dt="2026-02-12T10:01:22.569" v="6300" actId="14100"/>
        <pc:sldMkLst>
          <pc:docMk/>
          <pc:sldMk cId="3938232735" sldId="258"/>
        </pc:sldMkLst>
        <pc:spChg chg="mod">
          <ac:chgData name="Mathilde Annette Nicole Roulleau" userId="4ab294c6-1984-4b16-bc43-8e77deede0e4" providerId="ADAL" clId="{79810BCC-BAA2-4D46-8788-90936CCE2327}" dt="2026-02-04T15:41:58.200" v="1892" actId="1076"/>
          <ac:spMkLst>
            <pc:docMk/>
            <pc:sldMk cId="3938232735" sldId="258"/>
            <ac:spMk id="3" creationId="{B5CDBD7F-3EB6-B564-9E1B-30AB9F159168}"/>
          </ac:spMkLst>
        </pc:spChg>
        <pc:spChg chg="add mod">
          <ac:chgData name="Mathilde Annette Nicole Roulleau" userId="4ab294c6-1984-4b16-bc43-8e77deede0e4" providerId="ADAL" clId="{79810BCC-BAA2-4D46-8788-90936CCE2327}" dt="2026-02-04T15:42:17.021" v="1899" actId="113"/>
          <ac:spMkLst>
            <pc:docMk/>
            <pc:sldMk cId="3938232735" sldId="258"/>
            <ac:spMk id="5" creationId="{8DE7E16A-171C-4736-4DCE-989324142E89}"/>
          </ac:spMkLst>
        </pc:spChg>
        <pc:spChg chg="add mod">
          <ac:chgData name="Mathilde Annette Nicole Roulleau" userId="4ab294c6-1984-4b16-bc43-8e77deede0e4" providerId="ADAL" clId="{79810BCC-BAA2-4D46-8788-90936CCE2327}" dt="2026-02-04T15:41:44.276" v="1883" actId="1076"/>
          <ac:spMkLst>
            <pc:docMk/>
            <pc:sldMk cId="3938232735" sldId="258"/>
            <ac:spMk id="13" creationId="{CB1BC903-3E47-AA81-67F8-6A2614126569}"/>
          </ac:spMkLst>
        </pc:spChg>
        <pc:spChg chg="mod">
          <ac:chgData name="Mathilde Annette Nicole Roulleau" userId="4ab294c6-1984-4b16-bc43-8e77deede0e4" providerId="ADAL" clId="{79810BCC-BAA2-4D46-8788-90936CCE2327}" dt="2026-02-04T15:41:15.655" v="1878" actId="1076"/>
          <ac:spMkLst>
            <pc:docMk/>
            <pc:sldMk cId="3938232735" sldId="258"/>
            <ac:spMk id="17" creationId="{546AF0F5-19C5-14A0-1E08-5AE2180122FE}"/>
          </ac:spMkLst>
        </pc:spChg>
        <pc:spChg chg="mod">
          <ac:chgData name="Mathilde Annette Nicole Roulleau" userId="4ab294c6-1984-4b16-bc43-8e77deede0e4" providerId="ADAL" clId="{79810BCC-BAA2-4D46-8788-90936CCE2327}" dt="2026-02-04T15:42:35.786" v="1903" actId="1035"/>
          <ac:spMkLst>
            <pc:docMk/>
            <pc:sldMk cId="3938232735" sldId="258"/>
            <ac:spMk id="19" creationId="{D7161293-4E5E-1E6B-FD57-516EC0032CD1}"/>
          </ac:spMkLst>
        </pc:spChg>
        <pc:graphicFrameChg chg="add mod modGraphic">
          <ac:chgData name="Mathilde Annette Nicole Roulleau" userId="4ab294c6-1984-4b16-bc43-8e77deede0e4" providerId="ADAL" clId="{79810BCC-BAA2-4D46-8788-90936CCE2327}" dt="2026-02-11T18:00:08.330" v="5158" actId="6549"/>
          <ac:graphicFrameMkLst>
            <pc:docMk/>
            <pc:sldMk cId="3938232735" sldId="258"/>
            <ac:graphicFrameMk id="21" creationId="{1E4C2140-FA9D-8C0A-62EF-CC2C3FBBDA28}"/>
          </ac:graphicFrameMkLst>
        </pc:graphicFrameChg>
        <pc:picChg chg="mod">
          <ac:chgData name="Mathilde Annette Nicole Roulleau" userId="4ab294c6-1984-4b16-bc43-8e77deede0e4" providerId="ADAL" clId="{79810BCC-BAA2-4D46-8788-90936CCE2327}" dt="2026-02-12T10:01:22.569" v="6300" actId="14100"/>
          <ac:picMkLst>
            <pc:docMk/>
            <pc:sldMk cId="3938232735" sldId="258"/>
            <ac:picMk id="14" creationId="{70F2578D-1451-04D8-AD1F-BCE606955405}"/>
          </ac:picMkLst>
        </pc:picChg>
        <pc:cxnChg chg="add mod">
          <ac:chgData name="Mathilde Annette Nicole Roulleau" userId="4ab294c6-1984-4b16-bc43-8e77deede0e4" providerId="ADAL" clId="{79810BCC-BAA2-4D46-8788-90936CCE2327}" dt="2026-02-04T15:41:53.002" v="1891" actId="1035"/>
          <ac:cxnSpMkLst>
            <pc:docMk/>
            <pc:sldMk cId="3938232735" sldId="258"/>
            <ac:cxnSpMk id="2" creationId="{6C94FF7C-D713-4A2F-C298-2363024DDDB9}"/>
          </ac:cxnSpMkLst>
        </pc:cxnChg>
        <pc:cxnChg chg="add mod">
          <ac:chgData name="Mathilde Annette Nicole Roulleau" userId="4ab294c6-1984-4b16-bc43-8e77deede0e4" providerId="ADAL" clId="{79810BCC-BAA2-4D46-8788-90936CCE2327}" dt="2026-02-04T15:41:10.434" v="1877" actId="1036"/>
          <ac:cxnSpMkLst>
            <pc:docMk/>
            <pc:sldMk cId="3938232735" sldId="258"/>
            <ac:cxnSpMk id="6" creationId="{16A5F2F2-25A4-51B3-7AC6-736D6FE1E87F}"/>
          </ac:cxnSpMkLst>
        </pc:cxnChg>
        <pc:cxnChg chg="add mod">
          <ac:chgData name="Mathilde Annette Nicole Roulleau" userId="4ab294c6-1984-4b16-bc43-8e77deede0e4" providerId="ADAL" clId="{79810BCC-BAA2-4D46-8788-90936CCE2327}" dt="2026-02-04T15:41:49.460" v="1888" actId="1035"/>
          <ac:cxnSpMkLst>
            <pc:docMk/>
            <pc:sldMk cId="3938232735" sldId="258"/>
            <ac:cxnSpMk id="10" creationId="{16F926EE-E02B-97B4-06F3-F7BDD8261526}"/>
          </ac:cxnSpMkLst>
        </pc:cxnChg>
        <pc:cxnChg chg="mod">
          <ac:chgData name="Mathilde Annette Nicole Roulleau" userId="4ab294c6-1984-4b16-bc43-8e77deede0e4" providerId="ADAL" clId="{79810BCC-BAA2-4D46-8788-90936CCE2327}" dt="2026-02-04T15:42:02.726" v="1897" actId="1035"/>
          <ac:cxnSpMkLst>
            <pc:docMk/>
            <pc:sldMk cId="3938232735" sldId="258"/>
            <ac:cxnSpMk id="15" creationId="{2FD49BC3-E363-D15F-0DFB-E2BEE855E0E0}"/>
          </ac:cxnSpMkLst>
        </pc:cxnChg>
      </pc:sldChg>
      <pc:sldChg chg="addSp delSp modSp add mod ord">
        <pc:chgData name="Mathilde Annette Nicole Roulleau" userId="4ab294c6-1984-4b16-bc43-8e77deede0e4" providerId="ADAL" clId="{79810BCC-BAA2-4D46-8788-90936CCE2327}" dt="2026-02-19T07:22:05.079" v="6867"/>
        <pc:sldMkLst>
          <pc:docMk/>
          <pc:sldMk cId="857520673" sldId="259"/>
        </pc:sldMkLst>
        <pc:spChg chg="add mod">
          <ac:chgData name="Mathilde Annette Nicole Roulleau" userId="4ab294c6-1984-4b16-bc43-8e77deede0e4" providerId="ADAL" clId="{79810BCC-BAA2-4D46-8788-90936CCE2327}" dt="2026-02-04T15:43:07.106" v="1906" actId="208"/>
          <ac:spMkLst>
            <pc:docMk/>
            <pc:sldMk cId="857520673" sldId="259"/>
            <ac:spMk id="2" creationId="{AA57B0FA-3D6F-0981-0A01-169832460AE5}"/>
          </ac:spMkLst>
        </pc:spChg>
        <pc:spChg chg="add mod">
          <ac:chgData name="Mathilde Annette Nicole Roulleau" userId="4ab294c6-1984-4b16-bc43-8e77deede0e4" providerId="ADAL" clId="{79810BCC-BAA2-4D46-8788-90936CCE2327}" dt="2026-02-04T15:43:31.693" v="1908" actId="1076"/>
          <ac:spMkLst>
            <pc:docMk/>
            <pc:sldMk cId="857520673" sldId="259"/>
            <ac:spMk id="3" creationId="{BF0A0861-70D1-AE3E-0B66-6F9B34B72C65}"/>
          </ac:spMkLst>
        </pc:spChg>
        <pc:spChg chg="mod">
          <ac:chgData name="Mathilde Annette Nicole Roulleau" userId="4ab294c6-1984-4b16-bc43-8e77deede0e4" providerId="ADAL" clId="{79810BCC-BAA2-4D46-8788-90936CCE2327}" dt="2026-02-03T12:49:27.590" v="1540" actId="1076"/>
          <ac:spMkLst>
            <pc:docMk/>
            <pc:sldMk cId="857520673" sldId="259"/>
            <ac:spMk id="4" creationId="{E243952B-D51D-8CF0-72CF-7E98F6A0F91A}"/>
          </ac:spMkLst>
        </pc:spChg>
        <pc:spChg chg="add mod">
          <ac:chgData name="Mathilde Annette Nicole Roulleau" userId="4ab294c6-1984-4b16-bc43-8e77deede0e4" providerId="ADAL" clId="{79810BCC-BAA2-4D46-8788-90936CCE2327}" dt="2026-02-03T12:49:14.608" v="1536" actId="1038"/>
          <ac:spMkLst>
            <pc:docMk/>
            <pc:sldMk cId="857520673" sldId="259"/>
            <ac:spMk id="5" creationId="{46779A8C-C184-1FDA-6731-D89C427FC157}"/>
          </ac:spMkLst>
        </pc:spChg>
        <pc:spChg chg="add mod">
          <ac:chgData name="Mathilde Annette Nicole Roulleau" userId="4ab294c6-1984-4b16-bc43-8e77deede0e4" providerId="ADAL" clId="{79810BCC-BAA2-4D46-8788-90936CCE2327}" dt="2026-02-04T15:43:56.723" v="1917" actId="20577"/>
          <ac:spMkLst>
            <pc:docMk/>
            <pc:sldMk cId="857520673" sldId="259"/>
            <ac:spMk id="7" creationId="{4D23DC3A-5BD7-5456-55E6-776F010E5F44}"/>
          </ac:spMkLst>
        </pc:spChg>
        <pc:spChg chg="add mod">
          <ac:chgData name="Mathilde Annette Nicole Roulleau" userId="4ab294c6-1984-4b16-bc43-8e77deede0e4" providerId="ADAL" clId="{79810BCC-BAA2-4D46-8788-90936CCE2327}" dt="2026-02-03T12:49:21.311" v="1539" actId="1038"/>
          <ac:spMkLst>
            <pc:docMk/>
            <pc:sldMk cId="857520673" sldId="259"/>
            <ac:spMk id="11" creationId="{26B7E9F9-D128-3CD8-E1A2-74F7892D8382}"/>
          </ac:spMkLst>
        </pc:spChg>
        <pc:spChg chg="add mod">
          <ac:chgData name="Mathilde Annette Nicole Roulleau" userId="4ab294c6-1984-4b16-bc43-8e77deede0e4" providerId="ADAL" clId="{79810BCC-BAA2-4D46-8788-90936CCE2327}" dt="2026-02-04T15:45:25.566" v="1935" actId="1076"/>
          <ac:spMkLst>
            <pc:docMk/>
            <pc:sldMk cId="857520673" sldId="259"/>
            <ac:spMk id="25" creationId="{356DF88F-8B51-69E8-5F96-C2EF451CD819}"/>
          </ac:spMkLst>
        </pc:spChg>
        <pc:spChg chg="add mod">
          <ac:chgData name="Mathilde Annette Nicole Roulleau" userId="4ab294c6-1984-4b16-bc43-8e77deede0e4" providerId="ADAL" clId="{79810BCC-BAA2-4D46-8788-90936CCE2327}" dt="2026-02-04T15:45:42.620" v="1945" actId="1035"/>
          <ac:spMkLst>
            <pc:docMk/>
            <pc:sldMk cId="857520673" sldId="259"/>
            <ac:spMk id="28" creationId="{46D39359-F510-384E-81FA-2E495DF27718}"/>
          </ac:spMkLst>
        </pc:spChg>
        <pc:spChg chg="add mod">
          <ac:chgData name="Mathilde Annette Nicole Roulleau" userId="4ab294c6-1984-4b16-bc43-8e77deede0e4" providerId="ADAL" clId="{79810BCC-BAA2-4D46-8788-90936CCE2327}" dt="2026-02-04T15:45:42.620" v="1945" actId="1035"/>
          <ac:spMkLst>
            <pc:docMk/>
            <pc:sldMk cId="857520673" sldId="259"/>
            <ac:spMk id="29" creationId="{3CC2A331-3713-17F8-9B68-09B2D23C022F}"/>
          </ac:spMkLst>
        </pc:spChg>
        <pc:picChg chg="add mod">
          <ac:chgData name="Mathilde Annette Nicole Roulleau" userId="4ab294c6-1984-4b16-bc43-8e77deede0e4" providerId="ADAL" clId="{79810BCC-BAA2-4D46-8788-90936CCE2327}" dt="2026-02-03T12:48:52.330" v="1521" actId="1076"/>
          <ac:picMkLst>
            <pc:docMk/>
            <pc:sldMk cId="857520673" sldId="259"/>
            <ac:picMk id="24" creationId="{340500F3-CFFA-14E7-F866-A129568C4F31}"/>
          </ac:picMkLst>
        </pc:picChg>
        <pc:picChg chg="add mod">
          <ac:chgData name="Mathilde Annette Nicole Roulleau" userId="4ab294c6-1984-4b16-bc43-8e77deede0e4" providerId="ADAL" clId="{79810BCC-BAA2-4D46-8788-90936CCE2327}" dt="2026-02-03T12:49:14.608" v="1536" actId="1038"/>
          <ac:picMkLst>
            <pc:docMk/>
            <pc:sldMk cId="857520673" sldId="259"/>
            <ac:picMk id="26" creationId="{603B8219-27C5-C356-FAED-A1E6184EABE3}"/>
          </ac:picMkLst>
        </pc:picChg>
        <pc:cxnChg chg="add mod">
          <ac:chgData name="Mathilde Annette Nicole Roulleau" userId="4ab294c6-1984-4b16-bc43-8e77deede0e4" providerId="ADAL" clId="{79810BCC-BAA2-4D46-8788-90936CCE2327}" dt="2026-02-04T15:43:31.693" v="1908" actId="1076"/>
          <ac:cxnSpMkLst>
            <pc:docMk/>
            <pc:sldMk cId="857520673" sldId="259"/>
            <ac:cxnSpMk id="6" creationId="{79EAE5BB-3E06-1B10-2A6C-1C6F90836382}"/>
          </ac:cxnSpMkLst>
        </pc:cxnChg>
        <pc:cxnChg chg="add mod">
          <ac:chgData name="Mathilde Annette Nicole Roulleau" userId="4ab294c6-1984-4b16-bc43-8e77deede0e4" providerId="ADAL" clId="{79810BCC-BAA2-4D46-8788-90936CCE2327}" dt="2026-02-04T15:44:46.102" v="1933" actId="1076"/>
          <ac:cxnSpMkLst>
            <pc:docMk/>
            <pc:sldMk cId="857520673" sldId="259"/>
            <ac:cxnSpMk id="8" creationId="{F5B103B1-70E0-B917-E886-743308E5B26A}"/>
          </ac:cxnSpMkLst>
        </pc:cxnChg>
        <pc:cxnChg chg="add mod">
          <ac:chgData name="Mathilde Annette Nicole Roulleau" userId="4ab294c6-1984-4b16-bc43-8e77deede0e4" providerId="ADAL" clId="{79810BCC-BAA2-4D46-8788-90936CCE2327}" dt="2026-02-04T15:45:25.566" v="1935" actId="1076"/>
          <ac:cxnSpMkLst>
            <pc:docMk/>
            <pc:sldMk cId="857520673" sldId="259"/>
            <ac:cxnSpMk id="27" creationId="{C0C1D509-456E-5150-3B74-90AF55C7CC77}"/>
          </ac:cxnSpMkLst>
        </pc:cxnChg>
        <pc:cxnChg chg="add mod">
          <ac:chgData name="Mathilde Annette Nicole Roulleau" userId="4ab294c6-1984-4b16-bc43-8e77deede0e4" providerId="ADAL" clId="{79810BCC-BAA2-4D46-8788-90936CCE2327}" dt="2026-02-04T15:45:42.620" v="1945" actId="1035"/>
          <ac:cxnSpMkLst>
            <pc:docMk/>
            <pc:sldMk cId="857520673" sldId="259"/>
            <ac:cxnSpMk id="30" creationId="{95AA2405-841F-9D45-C226-BEBB91DB201F}"/>
          </ac:cxnSpMkLst>
        </pc:cxnChg>
      </pc:sldChg>
      <pc:sldChg chg="addSp delSp modSp add mod">
        <pc:chgData name="Mathilde Annette Nicole Roulleau" userId="4ab294c6-1984-4b16-bc43-8e77deede0e4" providerId="ADAL" clId="{79810BCC-BAA2-4D46-8788-90936CCE2327}" dt="2026-02-12T14:38:46.099" v="6442" actId="1076"/>
        <pc:sldMkLst>
          <pc:docMk/>
          <pc:sldMk cId="1760762236" sldId="261"/>
        </pc:sldMkLst>
        <pc:spChg chg="mod">
          <ac:chgData name="Mathilde Annette Nicole Roulleau" userId="4ab294c6-1984-4b16-bc43-8e77deede0e4" providerId="ADAL" clId="{79810BCC-BAA2-4D46-8788-90936CCE2327}" dt="2026-02-03T10:02:50.279" v="1002" actId="1076"/>
          <ac:spMkLst>
            <pc:docMk/>
            <pc:sldMk cId="1760762236" sldId="261"/>
            <ac:spMk id="4" creationId="{956E818F-3689-1A80-A744-925C993A7AA5}"/>
          </ac:spMkLst>
        </pc:spChg>
        <pc:spChg chg="add mod">
          <ac:chgData name="Mathilde Annette Nicole Roulleau" userId="4ab294c6-1984-4b16-bc43-8e77deede0e4" providerId="ADAL" clId="{79810BCC-BAA2-4D46-8788-90936CCE2327}" dt="2026-02-12T14:35:40.669" v="6403" actId="1038"/>
          <ac:spMkLst>
            <pc:docMk/>
            <pc:sldMk cId="1760762236" sldId="261"/>
            <ac:spMk id="8" creationId="{687517A4-AAF1-7A27-DBD0-E4A27D858F3E}"/>
          </ac:spMkLst>
        </pc:spChg>
        <pc:spChg chg="add mod">
          <ac:chgData name="Mathilde Annette Nicole Roulleau" userId="4ab294c6-1984-4b16-bc43-8e77deede0e4" providerId="ADAL" clId="{79810BCC-BAA2-4D46-8788-90936CCE2327}" dt="2026-02-12T14:35:48.907" v="6404" actId="1076"/>
          <ac:spMkLst>
            <pc:docMk/>
            <pc:sldMk cId="1760762236" sldId="261"/>
            <ac:spMk id="10" creationId="{59DAD28A-3EF3-D339-14B4-BFBBB1357EB8}"/>
          </ac:spMkLst>
        </pc:spChg>
        <pc:spChg chg="add mod">
          <ac:chgData name="Mathilde Annette Nicole Roulleau" userId="4ab294c6-1984-4b16-bc43-8e77deede0e4" providerId="ADAL" clId="{79810BCC-BAA2-4D46-8788-90936CCE2327}" dt="2026-02-11T17:58:32.659" v="5153" actId="164"/>
          <ac:spMkLst>
            <pc:docMk/>
            <pc:sldMk cId="1760762236" sldId="261"/>
            <ac:spMk id="12" creationId="{FC2563CE-779D-20DE-42CC-E7710D53207C}"/>
          </ac:spMkLst>
        </pc:spChg>
        <pc:spChg chg="add mod">
          <ac:chgData name="Mathilde Annette Nicole Roulleau" userId="4ab294c6-1984-4b16-bc43-8e77deede0e4" providerId="ADAL" clId="{79810BCC-BAA2-4D46-8788-90936CCE2327}" dt="2026-02-11T17:58:32.659" v="5153" actId="164"/>
          <ac:spMkLst>
            <pc:docMk/>
            <pc:sldMk cId="1760762236" sldId="261"/>
            <ac:spMk id="13" creationId="{85B57DEE-5C6A-2337-D73F-4A28D965421E}"/>
          </ac:spMkLst>
        </pc:spChg>
        <pc:spChg chg="add mod">
          <ac:chgData name="Mathilde Annette Nicole Roulleau" userId="4ab294c6-1984-4b16-bc43-8e77deede0e4" providerId="ADAL" clId="{79810BCC-BAA2-4D46-8788-90936CCE2327}" dt="2026-02-12T14:37:12.235" v="6419" actId="1076"/>
          <ac:spMkLst>
            <pc:docMk/>
            <pc:sldMk cId="1760762236" sldId="261"/>
            <ac:spMk id="17" creationId="{32756D79-1022-DBA0-AC5B-D7836A353598}"/>
          </ac:spMkLst>
        </pc:spChg>
        <pc:spChg chg="add mod">
          <ac:chgData name="Mathilde Annette Nicole Roulleau" userId="4ab294c6-1984-4b16-bc43-8e77deede0e4" providerId="ADAL" clId="{79810BCC-BAA2-4D46-8788-90936CCE2327}" dt="2026-02-12T14:37:55.231" v="6433" actId="1076"/>
          <ac:spMkLst>
            <pc:docMk/>
            <pc:sldMk cId="1760762236" sldId="261"/>
            <ac:spMk id="33" creationId="{DCAD52DF-29D7-6CE3-6288-6BDC4BFDE2B7}"/>
          </ac:spMkLst>
        </pc:spChg>
        <pc:spChg chg="add mod">
          <ac:chgData name="Mathilde Annette Nicole Roulleau" userId="4ab294c6-1984-4b16-bc43-8e77deede0e4" providerId="ADAL" clId="{79810BCC-BAA2-4D46-8788-90936CCE2327}" dt="2026-02-12T14:38:01.191" v="6436" actId="403"/>
          <ac:spMkLst>
            <pc:docMk/>
            <pc:sldMk cId="1760762236" sldId="261"/>
            <ac:spMk id="34" creationId="{4124BFEB-C0F8-6851-37D2-70541D8036EB}"/>
          </ac:spMkLst>
        </pc:spChg>
        <pc:grpChg chg="add del mod">
          <ac:chgData name="Mathilde Annette Nicole Roulleau" userId="4ab294c6-1984-4b16-bc43-8e77deede0e4" providerId="ADAL" clId="{79810BCC-BAA2-4D46-8788-90936CCE2327}" dt="2026-02-12T14:38:43.356" v="6441" actId="1076"/>
          <ac:grpSpMkLst>
            <pc:docMk/>
            <pc:sldMk cId="1760762236" sldId="261"/>
            <ac:grpSpMk id="15" creationId="{4C7C2B7E-FE87-800F-D7CE-F9041503F6F0}"/>
          </ac:grpSpMkLst>
        </pc:grpChg>
        <pc:picChg chg="add mod ord modCrop">
          <ac:chgData name="Mathilde Annette Nicole Roulleau" userId="4ab294c6-1984-4b16-bc43-8e77deede0e4" providerId="ADAL" clId="{79810BCC-BAA2-4D46-8788-90936CCE2327}" dt="2026-02-12T14:38:43.356" v="6441" actId="1076"/>
          <ac:picMkLst>
            <pc:docMk/>
            <pc:sldMk cId="1760762236" sldId="261"/>
            <ac:picMk id="26" creationId="{51EDCF98-B29A-21BD-8B79-413248798FD9}"/>
          </ac:picMkLst>
        </pc:picChg>
        <pc:picChg chg="add mod modCrop">
          <ac:chgData name="Mathilde Annette Nicole Roulleau" userId="4ab294c6-1984-4b16-bc43-8e77deede0e4" providerId="ADAL" clId="{79810BCC-BAA2-4D46-8788-90936CCE2327}" dt="2026-02-12T14:38:46.099" v="6442" actId="1076"/>
          <ac:picMkLst>
            <pc:docMk/>
            <pc:sldMk cId="1760762236" sldId="261"/>
            <ac:picMk id="28" creationId="{4D5DCC9D-7A5B-0D5C-F89A-7F5FD17B960E}"/>
          </ac:picMkLst>
        </pc:picChg>
        <pc:cxnChg chg="add mod">
          <ac:chgData name="Mathilde Annette Nicole Roulleau" userId="4ab294c6-1984-4b16-bc43-8e77deede0e4" providerId="ADAL" clId="{79810BCC-BAA2-4D46-8788-90936CCE2327}" dt="2026-02-03T10:42:39.922" v="1090" actId="208"/>
          <ac:cxnSpMkLst>
            <pc:docMk/>
            <pc:sldMk cId="1760762236" sldId="261"/>
            <ac:cxnSpMk id="9" creationId="{342F781D-7FDA-4030-1623-1ED43EE3E788}"/>
          </ac:cxnSpMkLst>
        </pc:cxnChg>
        <pc:cxnChg chg="add mod">
          <ac:chgData name="Mathilde Annette Nicole Roulleau" userId="4ab294c6-1984-4b16-bc43-8e77deede0e4" providerId="ADAL" clId="{79810BCC-BAA2-4D46-8788-90936CCE2327}" dt="2026-02-03T10:42:48.319" v="1091" actId="1038"/>
          <ac:cxnSpMkLst>
            <pc:docMk/>
            <pc:sldMk cId="1760762236" sldId="261"/>
            <ac:cxnSpMk id="11" creationId="{CF2E0074-C54C-DF46-E268-9C6964290987}"/>
          </ac:cxnSpMkLst>
        </pc:cxnChg>
        <pc:cxnChg chg="add mod">
          <ac:chgData name="Mathilde Annette Nicole Roulleau" userId="4ab294c6-1984-4b16-bc43-8e77deede0e4" providerId="ADAL" clId="{79810BCC-BAA2-4D46-8788-90936CCE2327}" dt="2026-02-12T14:35:48.907" v="6404" actId="1076"/>
          <ac:cxnSpMkLst>
            <pc:docMk/>
            <pc:sldMk cId="1760762236" sldId="261"/>
            <ac:cxnSpMk id="14" creationId="{8E456094-BA2D-3DAB-4CDF-BCBAEAFA539F}"/>
          </ac:cxnSpMkLst>
        </pc:cxnChg>
        <pc:cxnChg chg="add mod">
          <ac:chgData name="Mathilde Annette Nicole Roulleau" userId="4ab294c6-1984-4b16-bc43-8e77deede0e4" providerId="ADAL" clId="{79810BCC-BAA2-4D46-8788-90936CCE2327}" dt="2026-02-12T14:37:51.544" v="6432" actId="14100"/>
          <ac:cxnSpMkLst>
            <pc:docMk/>
            <pc:sldMk cId="1760762236" sldId="261"/>
            <ac:cxnSpMk id="18" creationId="{F9D7414D-7879-F8B2-6566-B2AAC564FB53}"/>
          </ac:cxnSpMkLst>
        </pc:cxnChg>
        <pc:cxnChg chg="add mod">
          <ac:chgData name="Mathilde Annette Nicole Roulleau" userId="4ab294c6-1984-4b16-bc43-8e77deede0e4" providerId="ADAL" clId="{79810BCC-BAA2-4D46-8788-90936CCE2327}" dt="2026-02-12T14:36:50.327" v="6416" actId="14100"/>
          <ac:cxnSpMkLst>
            <pc:docMk/>
            <pc:sldMk cId="1760762236" sldId="261"/>
            <ac:cxnSpMk id="35" creationId="{23F64C07-4B07-558C-8EDE-E1C360596F74}"/>
          </ac:cxnSpMkLst>
        </pc:cxnChg>
      </pc:sldChg>
      <pc:sldChg chg="addSp delSp modSp add mod">
        <pc:chgData name="Mathilde Annette Nicole Roulleau" userId="4ab294c6-1984-4b16-bc43-8e77deede0e4" providerId="ADAL" clId="{79810BCC-BAA2-4D46-8788-90936CCE2327}" dt="2026-02-11T17:57:43.607" v="5152" actId="1076"/>
        <pc:sldMkLst>
          <pc:docMk/>
          <pc:sldMk cId="1469990413" sldId="262"/>
        </pc:sldMkLst>
        <pc:grpChg chg="add mod">
          <ac:chgData name="Mathilde Annette Nicole Roulleau" userId="4ab294c6-1984-4b16-bc43-8e77deede0e4" providerId="ADAL" clId="{79810BCC-BAA2-4D46-8788-90936CCE2327}" dt="2026-02-11T17:57:43.607" v="5152" actId="1076"/>
          <ac:grpSpMkLst>
            <pc:docMk/>
            <pc:sldMk cId="1469990413" sldId="262"/>
            <ac:grpSpMk id="5" creationId="{5AC42B1B-5740-C000-86C3-43BC9F155FCE}"/>
          </ac:grpSpMkLst>
        </pc:grpChg>
        <pc:picChg chg="mod">
          <ac:chgData name="Mathilde Annette Nicole Roulleau" userId="4ab294c6-1984-4b16-bc43-8e77deede0e4" providerId="ADAL" clId="{79810BCC-BAA2-4D46-8788-90936CCE2327}" dt="2026-02-11T17:57:35.712" v="5151"/>
          <ac:picMkLst>
            <pc:docMk/>
            <pc:sldMk cId="1469990413" sldId="262"/>
            <ac:picMk id="2" creationId="{70849D01-0EA2-9EB2-7B80-935D57FEB686}"/>
          </ac:picMkLst>
        </pc:picChg>
        <pc:picChg chg="mod">
          <ac:chgData name="Mathilde Annette Nicole Roulleau" userId="4ab294c6-1984-4b16-bc43-8e77deede0e4" providerId="ADAL" clId="{79810BCC-BAA2-4D46-8788-90936CCE2327}" dt="2026-02-11T17:57:35.712" v="5151"/>
          <ac:picMkLst>
            <pc:docMk/>
            <pc:sldMk cId="1469990413" sldId="262"/>
            <ac:picMk id="3" creationId="{3B1BB7E9-1EEE-5C52-EC85-FA6224AC3446}"/>
          </ac:picMkLst>
        </pc:picChg>
        <pc:picChg chg="add mod">
          <ac:chgData name="Mathilde Annette Nicole Roulleau" userId="4ab294c6-1984-4b16-bc43-8e77deede0e4" providerId="ADAL" clId="{79810BCC-BAA2-4D46-8788-90936CCE2327}" dt="2026-02-03T12:21:21.237" v="1356" actId="1076"/>
          <ac:picMkLst>
            <pc:docMk/>
            <pc:sldMk cId="1469990413" sldId="262"/>
            <ac:picMk id="19" creationId="{90C5E9D6-0AC7-ECDF-4455-74C049451988}"/>
          </ac:picMkLst>
        </pc:picChg>
      </pc:sldChg>
      <pc:sldChg chg="addSp modSp add mod ord">
        <pc:chgData name="Mathilde Annette Nicole Roulleau" userId="4ab294c6-1984-4b16-bc43-8e77deede0e4" providerId="ADAL" clId="{79810BCC-BAA2-4D46-8788-90936CCE2327}" dt="2026-02-05T07:06:36.937" v="2521" actId="207"/>
        <pc:sldMkLst>
          <pc:docMk/>
          <pc:sldMk cId="135008196" sldId="264"/>
        </pc:sldMkLst>
        <pc:spChg chg="add mod">
          <ac:chgData name="Mathilde Annette Nicole Roulleau" userId="4ab294c6-1984-4b16-bc43-8e77deede0e4" providerId="ADAL" clId="{79810BCC-BAA2-4D46-8788-90936CCE2327}" dt="2026-02-05T07:06:36.937" v="2521" actId="207"/>
          <ac:spMkLst>
            <pc:docMk/>
            <pc:sldMk cId="135008196" sldId="264"/>
            <ac:spMk id="3" creationId="{DFAD5985-C373-3EF6-222D-8E936CAB799A}"/>
          </ac:spMkLst>
        </pc:spChg>
        <pc:spChg chg="mod">
          <ac:chgData name="Mathilde Annette Nicole Roulleau" userId="4ab294c6-1984-4b16-bc43-8e77deede0e4" providerId="ADAL" clId="{79810BCC-BAA2-4D46-8788-90936CCE2327}" dt="2026-02-05T06:59:18.607" v="2485" actId="20577"/>
          <ac:spMkLst>
            <pc:docMk/>
            <pc:sldMk cId="135008196" sldId="264"/>
            <ac:spMk id="4" creationId="{F29225F7-ED05-1FF5-A560-1BE4F2AAC30C}"/>
          </ac:spMkLst>
        </pc:spChg>
        <pc:spChg chg="add mod">
          <ac:chgData name="Mathilde Annette Nicole Roulleau" userId="4ab294c6-1984-4b16-bc43-8e77deede0e4" providerId="ADAL" clId="{79810BCC-BAA2-4D46-8788-90936CCE2327}" dt="2026-02-05T07:06:19.672" v="2520" actId="1076"/>
          <ac:spMkLst>
            <pc:docMk/>
            <pc:sldMk cId="135008196" sldId="264"/>
            <ac:spMk id="5" creationId="{F90179CF-969B-5848-E06F-00B85ED7A6D0}"/>
          </ac:spMkLst>
        </pc:spChg>
      </pc:sldChg>
      <pc:sldChg chg="addSp delSp modSp add mod">
        <pc:chgData name="Mathilde Annette Nicole Roulleau" userId="4ab294c6-1984-4b16-bc43-8e77deede0e4" providerId="ADAL" clId="{79810BCC-BAA2-4D46-8788-90936CCE2327}" dt="2026-02-04T15:55:55.828" v="2167" actId="20577"/>
        <pc:sldMkLst>
          <pc:docMk/>
          <pc:sldMk cId="1992619874" sldId="265"/>
        </pc:sldMkLst>
        <pc:spChg chg="add mod">
          <ac:chgData name="Mathilde Annette Nicole Roulleau" userId="4ab294c6-1984-4b16-bc43-8e77deede0e4" providerId="ADAL" clId="{79810BCC-BAA2-4D46-8788-90936CCE2327}" dt="2026-02-03T12:49:56.562" v="1545"/>
          <ac:spMkLst>
            <pc:docMk/>
            <pc:sldMk cId="1992619874" sldId="265"/>
            <ac:spMk id="2" creationId="{C421AA83-9981-54A5-D219-8384E042F5EF}"/>
          </ac:spMkLst>
        </pc:spChg>
        <pc:spChg chg="add mod">
          <ac:chgData name="Mathilde Annette Nicole Roulleau" userId="4ab294c6-1984-4b16-bc43-8e77deede0e4" providerId="ADAL" clId="{79810BCC-BAA2-4D46-8788-90936CCE2327}" dt="2026-02-04T15:47:30.166" v="1997" actId="14100"/>
          <ac:spMkLst>
            <pc:docMk/>
            <pc:sldMk cId="1992619874" sldId="265"/>
            <ac:spMk id="4" creationId="{47D1596D-EDD4-CA0C-AD76-D344579DF991}"/>
          </ac:spMkLst>
        </pc:spChg>
        <pc:spChg chg="add mod">
          <ac:chgData name="Mathilde Annette Nicole Roulleau" userId="4ab294c6-1984-4b16-bc43-8e77deede0e4" providerId="ADAL" clId="{79810BCC-BAA2-4D46-8788-90936CCE2327}" dt="2026-02-04T15:55:55.828" v="2167" actId="20577"/>
          <ac:spMkLst>
            <pc:docMk/>
            <pc:sldMk cId="1992619874" sldId="265"/>
            <ac:spMk id="5" creationId="{A94B4D35-590E-22AF-6E56-1898147519ED}"/>
          </ac:spMkLst>
        </pc:spChg>
        <pc:spChg chg="add mod">
          <ac:chgData name="Mathilde Annette Nicole Roulleau" userId="4ab294c6-1984-4b16-bc43-8e77deede0e4" providerId="ADAL" clId="{79810BCC-BAA2-4D46-8788-90936CCE2327}" dt="2026-02-04T15:48:14.183" v="2000" actId="1076"/>
          <ac:spMkLst>
            <pc:docMk/>
            <pc:sldMk cId="1992619874" sldId="265"/>
            <ac:spMk id="11" creationId="{38AFD449-A6D5-A21C-C7EC-65ADAE480074}"/>
          </ac:spMkLst>
        </pc:spChg>
        <pc:spChg chg="add mod">
          <ac:chgData name="Mathilde Annette Nicole Roulleau" userId="4ab294c6-1984-4b16-bc43-8e77deede0e4" providerId="ADAL" clId="{79810BCC-BAA2-4D46-8788-90936CCE2327}" dt="2026-02-04T15:49:30.118" v="2049" actId="1076"/>
          <ac:spMkLst>
            <pc:docMk/>
            <pc:sldMk cId="1992619874" sldId="265"/>
            <ac:spMk id="12" creationId="{3EE42F73-EED9-B54E-716F-D54381CD3F64}"/>
          </ac:spMkLst>
        </pc:spChg>
        <pc:spChg chg="mod">
          <ac:chgData name="Mathilde Annette Nicole Roulleau" userId="4ab294c6-1984-4b16-bc43-8e77deede0e4" providerId="ADAL" clId="{79810BCC-BAA2-4D46-8788-90936CCE2327}" dt="2026-02-04T15:50:20.742" v="2061" actId="1076"/>
          <ac:spMkLst>
            <pc:docMk/>
            <pc:sldMk cId="1992619874" sldId="265"/>
            <ac:spMk id="16" creationId="{511BED76-2A71-AC97-3375-F05C1708C537}"/>
          </ac:spMkLst>
        </pc:spChg>
        <pc:spChg chg="add mod">
          <ac:chgData name="Mathilde Annette Nicole Roulleau" userId="4ab294c6-1984-4b16-bc43-8e77deede0e4" providerId="ADAL" clId="{79810BCC-BAA2-4D46-8788-90936CCE2327}" dt="2026-02-04T15:50:13.856" v="2060" actId="1037"/>
          <ac:spMkLst>
            <pc:docMk/>
            <pc:sldMk cId="1992619874" sldId="265"/>
            <ac:spMk id="22" creationId="{CC702E6F-CA62-8F1B-C17D-619EBFFC0642}"/>
          </ac:spMkLst>
        </pc:spChg>
        <pc:spChg chg="add mod">
          <ac:chgData name="Mathilde Annette Nicole Roulleau" userId="4ab294c6-1984-4b16-bc43-8e77deede0e4" providerId="ADAL" clId="{79810BCC-BAA2-4D46-8788-90936CCE2327}" dt="2026-02-04T15:50:29.237" v="2063" actId="1076"/>
          <ac:spMkLst>
            <pc:docMk/>
            <pc:sldMk cId="1992619874" sldId="265"/>
            <ac:spMk id="23" creationId="{5910A737-D931-925C-4B7D-11D79DD8E401}"/>
          </ac:spMkLst>
        </pc:spChg>
        <pc:spChg chg="add mod">
          <ac:chgData name="Mathilde Annette Nicole Roulleau" userId="4ab294c6-1984-4b16-bc43-8e77deede0e4" providerId="ADAL" clId="{79810BCC-BAA2-4D46-8788-90936CCE2327}" dt="2026-02-04T15:52:41.527" v="2106" actId="1038"/>
          <ac:spMkLst>
            <pc:docMk/>
            <pc:sldMk cId="1992619874" sldId="265"/>
            <ac:spMk id="25" creationId="{D9867358-14FD-5F41-71EF-1E943F074605}"/>
          </ac:spMkLst>
        </pc:spChg>
        <pc:spChg chg="add mod">
          <ac:chgData name="Mathilde Annette Nicole Roulleau" userId="4ab294c6-1984-4b16-bc43-8e77deede0e4" providerId="ADAL" clId="{79810BCC-BAA2-4D46-8788-90936CCE2327}" dt="2026-02-04T15:51:27.306" v="2078" actId="14100"/>
          <ac:spMkLst>
            <pc:docMk/>
            <pc:sldMk cId="1992619874" sldId="265"/>
            <ac:spMk id="26" creationId="{840601B5-6A0A-6449-54F1-1C4922DEF9F1}"/>
          </ac:spMkLst>
        </pc:spChg>
        <pc:spChg chg="mod">
          <ac:chgData name="Mathilde Annette Nicole Roulleau" userId="4ab294c6-1984-4b16-bc43-8e77deede0e4" providerId="ADAL" clId="{79810BCC-BAA2-4D46-8788-90936CCE2327}" dt="2026-02-04T15:49:14.918" v="2045" actId="14100"/>
          <ac:spMkLst>
            <pc:docMk/>
            <pc:sldMk cId="1992619874" sldId="265"/>
            <ac:spMk id="27" creationId="{ACB0E111-6721-DF29-986A-4E488904B49C}"/>
          </ac:spMkLst>
        </pc:spChg>
        <pc:spChg chg="add mod">
          <ac:chgData name="Mathilde Annette Nicole Roulleau" userId="4ab294c6-1984-4b16-bc43-8e77deede0e4" providerId="ADAL" clId="{79810BCC-BAA2-4D46-8788-90936CCE2327}" dt="2026-02-04T15:52:29.921" v="2099" actId="1076"/>
          <ac:spMkLst>
            <pc:docMk/>
            <pc:sldMk cId="1992619874" sldId="265"/>
            <ac:spMk id="28" creationId="{D3D5695D-8753-1C82-5FD0-7A3532842E22}"/>
          </ac:spMkLst>
        </pc:spChg>
        <pc:spChg chg="add mod">
          <ac:chgData name="Mathilde Annette Nicole Roulleau" userId="4ab294c6-1984-4b16-bc43-8e77deede0e4" providerId="ADAL" clId="{79810BCC-BAA2-4D46-8788-90936CCE2327}" dt="2026-02-04T15:52:19.714" v="2096" actId="1038"/>
          <ac:spMkLst>
            <pc:docMk/>
            <pc:sldMk cId="1992619874" sldId="265"/>
            <ac:spMk id="29" creationId="{9A962588-C86A-CFEF-F43C-328FF476EF00}"/>
          </ac:spMkLst>
        </pc:spChg>
        <pc:spChg chg="add mod">
          <ac:chgData name="Mathilde Annette Nicole Roulleau" userId="4ab294c6-1984-4b16-bc43-8e77deede0e4" providerId="ADAL" clId="{79810BCC-BAA2-4D46-8788-90936CCE2327}" dt="2026-02-04T15:54:29.066" v="2146" actId="1076"/>
          <ac:spMkLst>
            <pc:docMk/>
            <pc:sldMk cId="1992619874" sldId="265"/>
            <ac:spMk id="30" creationId="{559AC0FA-7BAE-12D2-47A4-7C6BF1F96A42}"/>
          </ac:spMkLst>
        </pc:spChg>
        <pc:spChg chg="add mod">
          <ac:chgData name="Mathilde Annette Nicole Roulleau" userId="4ab294c6-1984-4b16-bc43-8e77deede0e4" providerId="ADAL" clId="{79810BCC-BAA2-4D46-8788-90936CCE2327}" dt="2026-02-04T15:54:47.259" v="2154" actId="207"/>
          <ac:spMkLst>
            <pc:docMk/>
            <pc:sldMk cId="1992619874" sldId="265"/>
            <ac:spMk id="46" creationId="{A3B37892-7705-7936-C066-862B5E4357EF}"/>
          </ac:spMkLst>
        </pc:spChg>
        <pc:picChg chg="mod">
          <ac:chgData name="Mathilde Annette Nicole Roulleau" userId="4ab294c6-1984-4b16-bc43-8e77deede0e4" providerId="ADAL" clId="{79810BCC-BAA2-4D46-8788-90936CCE2327}" dt="2026-02-04T15:51:18.579" v="2075" actId="1076"/>
          <ac:picMkLst>
            <pc:docMk/>
            <pc:sldMk cId="1992619874" sldId="265"/>
            <ac:picMk id="3" creationId="{A4F092AA-D71A-7605-E2FB-F98CB461639A}"/>
          </ac:picMkLst>
        </pc:picChg>
        <pc:picChg chg="mod">
          <ac:chgData name="Mathilde Annette Nicole Roulleau" userId="4ab294c6-1984-4b16-bc43-8e77deede0e4" providerId="ADAL" clId="{79810BCC-BAA2-4D46-8788-90936CCE2327}" dt="2026-02-03T12:50:18.266" v="1548" actId="1076"/>
          <ac:picMkLst>
            <pc:docMk/>
            <pc:sldMk cId="1992619874" sldId="265"/>
            <ac:picMk id="7" creationId="{8BAF7BB5-9D6C-AC53-A805-98533413F4B7}"/>
          </ac:picMkLst>
        </pc:picChg>
        <pc:picChg chg="mod">
          <ac:chgData name="Mathilde Annette Nicole Roulleau" userId="4ab294c6-1984-4b16-bc43-8e77deede0e4" providerId="ADAL" clId="{79810BCC-BAA2-4D46-8788-90936CCE2327}" dt="2026-02-03T12:50:12.738" v="1547" actId="1076"/>
          <ac:picMkLst>
            <pc:docMk/>
            <pc:sldMk cId="1992619874" sldId="265"/>
            <ac:picMk id="31" creationId="{C4026982-B4D3-091B-3435-0CC91D8EC49C}"/>
          </ac:picMkLst>
        </pc:picChg>
        <pc:cxnChg chg="add mod">
          <ac:chgData name="Mathilde Annette Nicole Roulleau" userId="4ab294c6-1984-4b16-bc43-8e77deede0e4" providerId="ADAL" clId="{79810BCC-BAA2-4D46-8788-90936CCE2327}" dt="2026-02-04T15:46:56.958" v="1953" actId="1076"/>
          <ac:cxnSpMkLst>
            <pc:docMk/>
            <pc:sldMk cId="1992619874" sldId="265"/>
            <ac:cxnSpMk id="6" creationId="{01880459-8407-4386-5A3E-E8490FFF7F7A}"/>
          </ac:cxnSpMkLst>
        </pc:cxnChg>
        <pc:cxnChg chg="add mod">
          <ac:chgData name="Mathilde Annette Nicole Roulleau" userId="4ab294c6-1984-4b16-bc43-8e77deede0e4" providerId="ADAL" clId="{79810BCC-BAA2-4D46-8788-90936CCE2327}" dt="2026-02-04T15:49:39.901" v="2052" actId="14100"/>
          <ac:cxnSpMkLst>
            <pc:docMk/>
            <pc:sldMk cId="1992619874" sldId="265"/>
            <ac:cxnSpMk id="13" creationId="{46EA173F-9F45-D8A1-C127-4AAD6CBAF88A}"/>
          </ac:cxnSpMkLst>
        </pc:cxnChg>
        <pc:cxnChg chg="add mod">
          <ac:chgData name="Mathilde Annette Nicole Roulleau" userId="4ab294c6-1984-4b16-bc43-8e77deede0e4" providerId="ADAL" clId="{79810BCC-BAA2-4D46-8788-90936CCE2327}" dt="2026-02-04T15:50:13.856" v="2060" actId="1037"/>
          <ac:cxnSpMkLst>
            <pc:docMk/>
            <pc:sldMk cId="1992619874" sldId="265"/>
            <ac:cxnSpMk id="24" creationId="{C7C6DE87-947B-C3E0-46E9-9FBB8E8D4DC8}"/>
          </ac:cxnSpMkLst>
        </pc:cxnChg>
        <pc:cxnChg chg="add mod">
          <ac:chgData name="Mathilde Annette Nicole Roulleau" userId="4ab294c6-1984-4b16-bc43-8e77deede0e4" providerId="ADAL" clId="{79810BCC-BAA2-4D46-8788-90936CCE2327}" dt="2026-02-04T15:54:20.178" v="2145" actId="1076"/>
          <ac:cxnSpMkLst>
            <pc:docMk/>
            <pc:sldMk cId="1992619874" sldId="265"/>
            <ac:cxnSpMk id="32" creationId="{E5392E1B-AEEB-B911-7913-3FC5792DD891}"/>
          </ac:cxnSpMkLst>
        </pc:cxnChg>
        <pc:cxnChg chg="add mod">
          <ac:chgData name="Mathilde Annette Nicole Roulleau" userId="4ab294c6-1984-4b16-bc43-8e77deede0e4" providerId="ADAL" clId="{79810BCC-BAA2-4D46-8788-90936CCE2327}" dt="2026-02-04T15:55:22.712" v="2163" actId="208"/>
          <ac:cxnSpMkLst>
            <pc:docMk/>
            <pc:sldMk cId="1992619874" sldId="265"/>
            <ac:cxnSpMk id="47" creationId="{514E2934-E29D-3ECA-EB56-7A921AFF0D57}"/>
          </ac:cxnSpMkLst>
        </pc:cxnChg>
      </pc:sldChg>
      <pc:sldChg chg="addSp delSp modSp add mod">
        <pc:chgData name="Mathilde Annette Nicole Roulleau" userId="4ab294c6-1984-4b16-bc43-8e77deede0e4" providerId="ADAL" clId="{79810BCC-BAA2-4D46-8788-90936CCE2327}" dt="2026-02-06T08:52:28.635" v="2954" actId="1076"/>
        <pc:sldMkLst>
          <pc:docMk/>
          <pc:sldMk cId="540048773" sldId="266"/>
        </pc:sldMkLst>
        <pc:spChg chg="add mod">
          <ac:chgData name="Mathilde Annette Nicole Roulleau" userId="4ab294c6-1984-4b16-bc43-8e77deede0e4" providerId="ADAL" clId="{79810BCC-BAA2-4D46-8788-90936CCE2327}" dt="2026-02-05T07:07:33.855" v="2533" actId="1076"/>
          <ac:spMkLst>
            <pc:docMk/>
            <pc:sldMk cId="540048773" sldId="266"/>
            <ac:spMk id="2" creationId="{4DBDFE47-2D14-1371-6062-177B5E2DEFBB}"/>
          </ac:spMkLst>
        </pc:spChg>
        <pc:spChg chg="add mod">
          <ac:chgData name="Mathilde Annette Nicole Roulleau" userId="4ab294c6-1984-4b16-bc43-8e77deede0e4" providerId="ADAL" clId="{79810BCC-BAA2-4D46-8788-90936CCE2327}" dt="2026-02-03T15:26:43.170" v="1636" actId="1036"/>
          <ac:spMkLst>
            <pc:docMk/>
            <pc:sldMk cId="540048773" sldId="266"/>
            <ac:spMk id="12" creationId="{07F781E3-F526-B002-3BD2-0DB145B8641F}"/>
          </ac:spMkLst>
        </pc:spChg>
        <pc:spChg chg="add mod">
          <ac:chgData name="Mathilde Annette Nicole Roulleau" userId="4ab294c6-1984-4b16-bc43-8e77deede0e4" providerId="ADAL" clId="{79810BCC-BAA2-4D46-8788-90936CCE2327}" dt="2026-02-03T15:26:43.170" v="1636" actId="1036"/>
          <ac:spMkLst>
            <pc:docMk/>
            <pc:sldMk cId="540048773" sldId="266"/>
            <ac:spMk id="13" creationId="{7E773248-7837-556A-030D-C98161530BC4}"/>
          </ac:spMkLst>
        </pc:spChg>
        <pc:spChg chg="add mod">
          <ac:chgData name="Mathilde Annette Nicole Roulleau" userId="4ab294c6-1984-4b16-bc43-8e77deede0e4" providerId="ADAL" clId="{79810BCC-BAA2-4D46-8788-90936CCE2327}" dt="2026-02-03T15:27:06.410" v="1646" actId="1076"/>
          <ac:spMkLst>
            <pc:docMk/>
            <pc:sldMk cId="540048773" sldId="266"/>
            <ac:spMk id="14" creationId="{44B545BC-0D68-CC45-9EA9-6194BC2D2519}"/>
          </ac:spMkLst>
        </pc:spChg>
        <pc:spChg chg="add mod">
          <ac:chgData name="Mathilde Annette Nicole Roulleau" userId="4ab294c6-1984-4b16-bc43-8e77deede0e4" providerId="ADAL" clId="{79810BCC-BAA2-4D46-8788-90936CCE2327}" dt="2026-02-03T15:26:57.395" v="1645" actId="1038"/>
          <ac:spMkLst>
            <pc:docMk/>
            <pc:sldMk cId="540048773" sldId="266"/>
            <ac:spMk id="15" creationId="{E3F12C8B-F415-919B-F210-4D07548C3288}"/>
          </ac:spMkLst>
        </pc:spChg>
        <pc:spChg chg="add mod">
          <ac:chgData name="Mathilde Annette Nicole Roulleau" userId="4ab294c6-1984-4b16-bc43-8e77deede0e4" providerId="ADAL" clId="{79810BCC-BAA2-4D46-8788-90936CCE2327}" dt="2026-02-03T15:31:02.644" v="1690" actId="1076"/>
          <ac:spMkLst>
            <pc:docMk/>
            <pc:sldMk cId="540048773" sldId="266"/>
            <ac:spMk id="20" creationId="{4450EBCD-32F1-831F-E5D4-94D1E69BFB10}"/>
          </ac:spMkLst>
        </pc:spChg>
        <pc:picChg chg="add mod">
          <ac:chgData name="Mathilde Annette Nicole Roulleau" userId="4ab294c6-1984-4b16-bc43-8e77deede0e4" providerId="ADAL" clId="{79810BCC-BAA2-4D46-8788-90936CCE2327}" dt="2026-02-06T08:52:28.635" v="2954" actId="1076"/>
          <ac:picMkLst>
            <pc:docMk/>
            <pc:sldMk cId="540048773" sldId="266"/>
            <ac:picMk id="7" creationId="{70B41731-68B7-E1B5-4E58-A2C599F69E69}"/>
          </ac:picMkLst>
        </pc:picChg>
        <pc:picChg chg="add mod ord">
          <ac:chgData name="Mathilde Annette Nicole Roulleau" userId="4ab294c6-1984-4b16-bc43-8e77deede0e4" providerId="ADAL" clId="{79810BCC-BAA2-4D46-8788-90936CCE2327}" dt="2026-02-05T07:07:10.655" v="2527" actId="1076"/>
          <ac:picMkLst>
            <pc:docMk/>
            <pc:sldMk cId="540048773" sldId="266"/>
            <ac:picMk id="19" creationId="{C534AB6D-D090-BA37-A656-0D3D744F3D7C}"/>
          </ac:picMkLst>
        </pc:picChg>
        <pc:cxnChg chg="add mod">
          <ac:chgData name="Mathilde Annette Nicole Roulleau" userId="4ab294c6-1984-4b16-bc43-8e77deede0e4" providerId="ADAL" clId="{79810BCC-BAA2-4D46-8788-90936CCE2327}" dt="2026-02-03T15:30:47.664" v="1686" actId="1582"/>
          <ac:cxnSpMkLst>
            <pc:docMk/>
            <pc:sldMk cId="540048773" sldId="266"/>
            <ac:cxnSpMk id="22" creationId="{1DA1C2DF-5EF9-DFF5-9802-A05CD6480D45}"/>
          </ac:cxnSpMkLst>
        </pc:cxnChg>
      </pc:sldChg>
      <pc:sldChg chg="modSp add mod">
        <pc:chgData name="Mathilde Annette Nicole Roulleau" userId="4ab294c6-1984-4b16-bc43-8e77deede0e4" providerId="ADAL" clId="{79810BCC-BAA2-4D46-8788-90936CCE2327}" dt="2026-02-04T17:42:51.897" v="2267" actId="255"/>
        <pc:sldMkLst>
          <pc:docMk/>
          <pc:sldMk cId="3747516481" sldId="267"/>
        </pc:sldMkLst>
        <pc:spChg chg="mod">
          <ac:chgData name="Mathilde Annette Nicole Roulleau" userId="4ab294c6-1984-4b16-bc43-8e77deede0e4" providerId="ADAL" clId="{79810BCC-BAA2-4D46-8788-90936CCE2327}" dt="2026-02-04T17:42:51.897" v="2267" actId="255"/>
          <ac:spMkLst>
            <pc:docMk/>
            <pc:sldMk cId="3747516481" sldId="267"/>
            <ac:spMk id="4" creationId="{1453F6BD-FCA3-21BC-6F85-61925E797A93}"/>
          </ac:spMkLst>
        </pc:spChg>
      </pc:sldChg>
      <pc:sldChg chg="addSp delSp modSp add mod modNotesTx">
        <pc:chgData name="Mathilde Annette Nicole Roulleau" userId="4ab294c6-1984-4b16-bc43-8e77deede0e4" providerId="ADAL" clId="{79810BCC-BAA2-4D46-8788-90936CCE2327}" dt="2026-02-11T17:54:25.047" v="5133" actId="20577"/>
        <pc:sldMkLst>
          <pc:docMk/>
          <pc:sldMk cId="3075593640" sldId="268"/>
        </pc:sldMkLst>
        <pc:spChg chg="add mod">
          <ac:chgData name="Mathilde Annette Nicole Roulleau" userId="4ab294c6-1984-4b16-bc43-8e77deede0e4" providerId="ADAL" clId="{79810BCC-BAA2-4D46-8788-90936CCE2327}" dt="2026-02-05T07:07:50.138" v="2534"/>
          <ac:spMkLst>
            <pc:docMk/>
            <pc:sldMk cId="3075593640" sldId="268"/>
            <ac:spMk id="5" creationId="{41C3B9B5-8234-774F-4E1B-71B6C1DEAC99}"/>
          </ac:spMkLst>
        </pc:spChg>
        <pc:spChg chg="add mod">
          <ac:chgData name="Mathilde Annette Nicole Roulleau" userId="4ab294c6-1984-4b16-bc43-8e77deede0e4" providerId="ADAL" clId="{79810BCC-BAA2-4D46-8788-90936CCE2327}" dt="2026-02-11T17:51:42.887" v="5065" actId="1076"/>
          <ac:spMkLst>
            <pc:docMk/>
            <pc:sldMk cId="3075593640" sldId="268"/>
            <ac:spMk id="6" creationId="{681E4057-AC12-2738-F73B-E8635C93EB2E}"/>
          </ac:spMkLst>
        </pc:spChg>
        <pc:spChg chg="add mod">
          <ac:chgData name="Mathilde Annette Nicole Roulleau" userId="4ab294c6-1984-4b16-bc43-8e77deede0e4" providerId="ADAL" clId="{79810BCC-BAA2-4D46-8788-90936CCE2327}" dt="2026-02-11T17:51:42.887" v="5065" actId="1076"/>
          <ac:spMkLst>
            <pc:docMk/>
            <pc:sldMk cId="3075593640" sldId="268"/>
            <ac:spMk id="8" creationId="{1A2B8AFB-94D5-ED63-0DC2-40A9D3BA39ED}"/>
          </ac:spMkLst>
        </pc:spChg>
        <pc:spChg chg="add mod">
          <ac:chgData name="Mathilde Annette Nicole Roulleau" userId="4ab294c6-1984-4b16-bc43-8e77deede0e4" providerId="ADAL" clId="{79810BCC-BAA2-4D46-8788-90936CCE2327}" dt="2026-02-11T17:52:41.462" v="5078" actId="1076"/>
          <ac:spMkLst>
            <pc:docMk/>
            <pc:sldMk cId="3075593640" sldId="268"/>
            <ac:spMk id="9" creationId="{BFD88E14-CA9B-AB61-7270-61589A67BB00}"/>
          </ac:spMkLst>
        </pc:spChg>
        <pc:spChg chg="add mod">
          <ac:chgData name="Mathilde Annette Nicole Roulleau" userId="4ab294c6-1984-4b16-bc43-8e77deede0e4" providerId="ADAL" clId="{79810BCC-BAA2-4D46-8788-90936CCE2327}" dt="2026-02-11T17:53:23.255" v="5086" actId="1076"/>
          <ac:spMkLst>
            <pc:docMk/>
            <pc:sldMk cId="3075593640" sldId="268"/>
            <ac:spMk id="18" creationId="{FB4860FE-1834-316E-BE08-02A1C37F4630}"/>
          </ac:spMkLst>
        </pc:spChg>
        <pc:graphicFrameChg chg="add mod modGraphic">
          <ac:chgData name="Mathilde Annette Nicole Roulleau" userId="4ab294c6-1984-4b16-bc43-8e77deede0e4" providerId="ADAL" clId="{79810BCC-BAA2-4D46-8788-90936CCE2327}" dt="2026-02-11T17:54:25.047" v="5133" actId="20577"/>
          <ac:graphicFrameMkLst>
            <pc:docMk/>
            <pc:sldMk cId="3075593640" sldId="268"/>
            <ac:graphicFrameMk id="2" creationId="{B3559330-ADFC-5A8C-5B7E-CB10B0D334EA}"/>
          </ac:graphicFrameMkLst>
        </pc:graphicFrameChg>
        <pc:picChg chg="add mod">
          <ac:chgData name="Mathilde Annette Nicole Roulleau" userId="4ab294c6-1984-4b16-bc43-8e77deede0e4" providerId="ADAL" clId="{79810BCC-BAA2-4D46-8788-90936CCE2327}" dt="2026-02-11T17:51:42.887" v="5065" actId="1076"/>
          <ac:picMkLst>
            <pc:docMk/>
            <pc:sldMk cId="3075593640" sldId="268"/>
            <ac:picMk id="3" creationId="{1C728930-E654-D711-695C-DAD8602E53F6}"/>
          </ac:picMkLst>
        </pc:picChg>
        <pc:picChg chg="mod">
          <ac:chgData name="Mathilde Annette Nicole Roulleau" userId="4ab294c6-1984-4b16-bc43-8e77deede0e4" providerId="ADAL" clId="{79810BCC-BAA2-4D46-8788-90936CCE2327}" dt="2026-02-06T08:52:23.983" v="2953" actId="1076"/>
          <ac:picMkLst>
            <pc:docMk/>
            <pc:sldMk cId="3075593640" sldId="268"/>
            <ac:picMk id="7" creationId="{9FB4CAE3-8621-F0CD-D1BF-9601FDA954F7}"/>
          </ac:picMkLst>
        </pc:picChg>
        <pc:cxnChg chg="add mod">
          <ac:chgData name="Mathilde Annette Nicole Roulleau" userId="4ab294c6-1984-4b16-bc43-8e77deede0e4" providerId="ADAL" clId="{79810BCC-BAA2-4D46-8788-90936CCE2327}" dt="2026-02-11T17:53:02.989" v="5083" actId="208"/>
          <ac:cxnSpMkLst>
            <pc:docMk/>
            <pc:sldMk cId="3075593640" sldId="268"/>
            <ac:cxnSpMk id="19" creationId="{5E232E8C-2086-242B-9019-80BFB53EE2AA}"/>
          </ac:cxnSpMkLst>
        </pc:cxnChg>
        <pc:cxnChg chg="add mod">
          <ac:chgData name="Mathilde Annette Nicole Roulleau" userId="4ab294c6-1984-4b16-bc43-8e77deede0e4" providerId="ADAL" clId="{79810BCC-BAA2-4D46-8788-90936CCE2327}" dt="2026-02-11T17:53:35.366" v="5088" actId="1076"/>
          <ac:cxnSpMkLst>
            <pc:docMk/>
            <pc:sldMk cId="3075593640" sldId="268"/>
            <ac:cxnSpMk id="20" creationId="{D1222533-0B1C-907E-8363-44A51B477B6D}"/>
          </ac:cxnSpMkLst>
        </pc:cxnChg>
      </pc:sldChg>
      <pc:sldChg chg="addSp delSp modSp add mod ord">
        <pc:chgData name="Mathilde Annette Nicole Roulleau" userId="4ab294c6-1984-4b16-bc43-8e77deede0e4" providerId="ADAL" clId="{79810BCC-BAA2-4D46-8788-90936CCE2327}" dt="2026-02-11T17:54:58.266" v="5135"/>
        <pc:sldMkLst>
          <pc:docMk/>
          <pc:sldMk cId="1405900544" sldId="269"/>
        </pc:sldMkLst>
        <pc:spChg chg="mod">
          <ac:chgData name="Mathilde Annette Nicole Roulleau" userId="4ab294c6-1984-4b16-bc43-8e77deede0e4" providerId="ADAL" clId="{79810BCC-BAA2-4D46-8788-90936CCE2327}" dt="2026-02-09T09:26:48.650" v="3704" actId="20577"/>
          <ac:spMkLst>
            <pc:docMk/>
            <pc:sldMk cId="1405900544" sldId="269"/>
            <ac:spMk id="3" creationId="{2E8D5D78-178B-8C36-608B-662A746D35AD}"/>
          </ac:spMkLst>
        </pc:spChg>
        <pc:picChg chg="mod">
          <ac:chgData name="Mathilde Annette Nicole Roulleau" userId="4ab294c6-1984-4b16-bc43-8e77deede0e4" providerId="ADAL" clId="{79810BCC-BAA2-4D46-8788-90936CCE2327}" dt="2026-02-06T13:01:12.349" v="3059" actId="1076"/>
          <ac:picMkLst>
            <pc:docMk/>
            <pc:sldMk cId="1405900544" sldId="269"/>
            <ac:picMk id="2" creationId="{ED60E581-2765-E122-995D-974765419AD4}"/>
          </ac:picMkLst>
        </pc:picChg>
      </pc:sldChg>
      <pc:sldChg chg="addSp delSp modSp add mod ord">
        <pc:chgData name="Mathilde Annette Nicole Roulleau" userId="4ab294c6-1984-4b16-bc43-8e77deede0e4" providerId="ADAL" clId="{79810BCC-BAA2-4D46-8788-90936CCE2327}" dt="2026-02-18T17:49:15.734" v="6788" actId="1076"/>
        <pc:sldMkLst>
          <pc:docMk/>
          <pc:sldMk cId="1086466487" sldId="270"/>
        </pc:sldMkLst>
        <pc:spChg chg="mod">
          <ac:chgData name="Mathilde Annette Nicole Roulleau" userId="4ab294c6-1984-4b16-bc43-8e77deede0e4" providerId="ADAL" clId="{79810BCC-BAA2-4D46-8788-90936CCE2327}" dt="2026-02-11T12:52:05.684" v="4111" actId="1036"/>
          <ac:spMkLst>
            <pc:docMk/>
            <pc:sldMk cId="1086466487" sldId="270"/>
            <ac:spMk id="4" creationId="{66BF4E31-B38E-7E7B-8CE6-EF367F7361FC}"/>
          </ac:spMkLst>
        </pc:spChg>
        <pc:spChg chg="add mod">
          <ac:chgData name="Mathilde Annette Nicole Roulleau" userId="4ab294c6-1984-4b16-bc43-8e77deede0e4" providerId="ADAL" clId="{79810BCC-BAA2-4D46-8788-90936CCE2327}" dt="2026-02-18T17:28:36.856" v="6734" actId="1076"/>
          <ac:spMkLst>
            <pc:docMk/>
            <pc:sldMk cId="1086466487" sldId="270"/>
            <ac:spMk id="10" creationId="{23267DC6-AB33-6A71-FBF7-CFADF6F2EE13}"/>
          </ac:spMkLst>
        </pc:spChg>
        <pc:spChg chg="add mod">
          <ac:chgData name="Mathilde Annette Nicole Roulleau" userId="4ab294c6-1984-4b16-bc43-8e77deede0e4" providerId="ADAL" clId="{79810BCC-BAA2-4D46-8788-90936CCE2327}" dt="2026-02-11T13:21:55.942" v="4365" actId="1076"/>
          <ac:spMkLst>
            <pc:docMk/>
            <pc:sldMk cId="1086466487" sldId="270"/>
            <ac:spMk id="12" creationId="{6D0EE446-1CF3-48F8-803A-EBF2B1617A48}"/>
          </ac:spMkLst>
        </pc:spChg>
        <pc:spChg chg="add mod">
          <ac:chgData name="Mathilde Annette Nicole Roulleau" userId="4ab294c6-1984-4b16-bc43-8e77deede0e4" providerId="ADAL" clId="{79810BCC-BAA2-4D46-8788-90936CCE2327}" dt="2026-02-18T17:49:15.734" v="6788" actId="1076"/>
          <ac:spMkLst>
            <pc:docMk/>
            <pc:sldMk cId="1086466487" sldId="270"/>
            <ac:spMk id="16" creationId="{90B58AB9-D8E3-1B22-F75C-EE178D10772E}"/>
          </ac:spMkLst>
        </pc:spChg>
        <pc:spChg chg="add mod">
          <ac:chgData name="Mathilde Annette Nicole Roulleau" userId="4ab294c6-1984-4b16-bc43-8e77deede0e4" providerId="ADAL" clId="{79810BCC-BAA2-4D46-8788-90936CCE2327}" dt="2026-02-18T17:49:15.734" v="6788" actId="1076"/>
          <ac:spMkLst>
            <pc:docMk/>
            <pc:sldMk cId="1086466487" sldId="270"/>
            <ac:spMk id="17" creationId="{6D8FDD3A-6762-EB47-E712-A83DF71FFA7A}"/>
          </ac:spMkLst>
        </pc:spChg>
        <pc:picChg chg="mod">
          <ac:chgData name="Mathilde Annette Nicole Roulleau" userId="4ab294c6-1984-4b16-bc43-8e77deede0e4" providerId="ADAL" clId="{79810BCC-BAA2-4D46-8788-90936CCE2327}" dt="2026-02-11T12:52:09.671" v="4112" actId="1076"/>
          <ac:picMkLst>
            <pc:docMk/>
            <pc:sldMk cId="1086466487" sldId="270"/>
            <ac:picMk id="2" creationId="{F9C8AAB7-D974-96CF-5A46-2F8E972FB24C}"/>
          </ac:picMkLst>
        </pc:picChg>
        <pc:picChg chg="add del mod">
          <ac:chgData name="Mathilde Annette Nicole Roulleau" userId="4ab294c6-1984-4b16-bc43-8e77deede0e4" providerId="ADAL" clId="{79810BCC-BAA2-4D46-8788-90936CCE2327}" dt="2026-02-18T17:18:28.058" v="6692" actId="478"/>
          <ac:picMkLst>
            <pc:docMk/>
            <pc:sldMk cId="1086466487" sldId="270"/>
            <ac:picMk id="5" creationId="{BD5DF752-69B1-BF73-8261-2A5EC1FD200D}"/>
          </ac:picMkLst>
        </pc:picChg>
        <pc:picChg chg="add mod ord">
          <ac:chgData name="Mathilde Annette Nicole Roulleau" userId="4ab294c6-1984-4b16-bc43-8e77deede0e4" providerId="ADAL" clId="{79810BCC-BAA2-4D46-8788-90936CCE2327}" dt="2026-02-18T17:28:26.318" v="6732" actId="1076"/>
          <ac:picMkLst>
            <pc:docMk/>
            <pc:sldMk cId="1086466487" sldId="270"/>
            <ac:picMk id="7" creationId="{B3551781-11D4-F48A-026D-980896EEB6D1}"/>
          </ac:picMkLst>
        </pc:picChg>
        <pc:picChg chg="add mod">
          <ac:chgData name="Mathilde Annette Nicole Roulleau" userId="4ab294c6-1984-4b16-bc43-8e77deede0e4" providerId="ADAL" clId="{79810BCC-BAA2-4D46-8788-90936CCE2327}" dt="2026-02-18T17:28:32.421" v="6733" actId="1076"/>
          <ac:picMkLst>
            <pc:docMk/>
            <pc:sldMk cId="1086466487" sldId="270"/>
            <ac:picMk id="8" creationId="{20CE3841-8A6A-972C-A589-3A96D7C7E907}"/>
          </ac:picMkLst>
        </pc:picChg>
        <pc:picChg chg="add mod">
          <ac:chgData name="Mathilde Annette Nicole Roulleau" userId="4ab294c6-1984-4b16-bc43-8e77deede0e4" providerId="ADAL" clId="{79810BCC-BAA2-4D46-8788-90936CCE2327}" dt="2026-02-18T17:28:26.318" v="6732" actId="1076"/>
          <ac:picMkLst>
            <pc:docMk/>
            <pc:sldMk cId="1086466487" sldId="270"/>
            <ac:picMk id="9" creationId="{49C6F669-4F0C-3689-5E71-45520484433C}"/>
          </ac:picMkLst>
        </pc:picChg>
        <pc:picChg chg="add del mod">
          <ac:chgData name="Mathilde Annette Nicole Roulleau" userId="4ab294c6-1984-4b16-bc43-8e77deede0e4" providerId="ADAL" clId="{79810BCC-BAA2-4D46-8788-90936CCE2327}" dt="2026-02-18T17:17:26.206" v="6686" actId="478"/>
          <ac:picMkLst>
            <pc:docMk/>
            <pc:sldMk cId="1086466487" sldId="270"/>
            <ac:picMk id="14" creationId="{EB215B0F-8FE3-FEE4-8FA7-384844F27E6A}"/>
          </ac:picMkLst>
        </pc:picChg>
        <pc:picChg chg="add mod">
          <ac:chgData name="Mathilde Annette Nicole Roulleau" userId="4ab294c6-1984-4b16-bc43-8e77deede0e4" providerId="ADAL" clId="{79810BCC-BAA2-4D46-8788-90936CCE2327}" dt="2026-02-18T17:28:32.421" v="6733" actId="1076"/>
          <ac:picMkLst>
            <pc:docMk/>
            <pc:sldMk cId="1086466487" sldId="270"/>
            <ac:picMk id="15" creationId="{6C5D7412-02EC-B696-7ED9-99EF0140AF05}"/>
          </ac:picMkLst>
        </pc:picChg>
        <pc:picChg chg="add del mod">
          <ac:chgData name="Mathilde Annette Nicole Roulleau" userId="4ab294c6-1984-4b16-bc43-8e77deede0e4" providerId="ADAL" clId="{79810BCC-BAA2-4D46-8788-90936CCE2327}" dt="2026-02-18T17:19:23.185" v="6693" actId="478"/>
          <ac:picMkLst>
            <pc:docMk/>
            <pc:sldMk cId="1086466487" sldId="270"/>
            <ac:picMk id="19" creationId="{3FCAFE2E-2FEB-1349-EBEB-254A06C63E0F}"/>
          </ac:picMkLst>
        </pc:picChg>
        <pc:cxnChg chg="add mod">
          <ac:chgData name="Mathilde Annette Nicole Roulleau" userId="4ab294c6-1984-4b16-bc43-8e77deede0e4" providerId="ADAL" clId="{79810BCC-BAA2-4D46-8788-90936CCE2327}" dt="2026-02-18T17:28:36.856" v="6734" actId="1076"/>
          <ac:cxnSpMkLst>
            <pc:docMk/>
            <pc:sldMk cId="1086466487" sldId="270"/>
            <ac:cxnSpMk id="11" creationId="{707331BB-4FC8-A2A7-9675-0D52D8095FE0}"/>
          </ac:cxnSpMkLst>
        </pc:cxnChg>
      </pc:sldChg>
      <pc:sldChg chg="addSp delSp modSp add mod modNotesTx">
        <pc:chgData name="Mathilde Annette Nicole Roulleau" userId="4ab294c6-1984-4b16-bc43-8e77deede0e4" providerId="ADAL" clId="{79810BCC-BAA2-4D46-8788-90936CCE2327}" dt="2026-02-18T17:48:50.986" v="6783"/>
        <pc:sldMkLst>
          <pc:docMk/>
          <pc:sldMk cId="112464184" sldId="274"/>
        </pc:sldMkLst>
        <pc:spChg chg="mod">
          <ac:chgData name="Mathilde Annette Nicole Roulleau" userId="4ab294c6-1984-4b16-bc43-8e77deede0e4" providerId="ADAL" clId="{79810BCC-BAA2-4D46-8788-90936CCE2327}" dt="2026-02-09T09:04:06.607" v="3354" actId="1076"/>
          <ac:spMkLst>
            <pc:docMk/>
            <pc:sldMk cId="112464184" sldId="274"/>
            <ac:spMk id="4" creationId="{98184150-B91A-DADB-962C-6A84A4FBBB52}"/>
          </ac:spMkLst>
        </pc:spChg>
        <pc:spChg chg="mod">
          <ac:chgData name="Mathilde Annette Nicole Roulleau" userId="4ab294c6-1984-4b16-bc43-8e77deede0e4" providerId="ADAL" clId="{79810BCC-BAA2-4D46-8788-90936CCE2327}" dt="2026-02-18T15:29:24.706" v="6628" actId="1076"/>
          <ac:spMkLst>
            <pc:docMk/>
            <pc:sldMk cId="112464184" sldId="274"/>
            <ac:spMk id="10" creationId="{069CD93B-F234-C3E2-A8D1-335E993295C8}"/>
          </ac:spMkLst>
        </pc:spChg>
        <pc:spChg chg="add mod">
          <ac:chgData name="Mathilde Annette Nicole Roulleau" userId="4ab294c6-1984-4b16-bc43-8e77deede0e4" providerId="ADAL" clId="{79810BCC-BAA2-4D46-8788-90936CCE2327}" dt="2026-02-18T17:48:50.986" v="6783"/>
          <ac:spMkLst>
            <pc:docMk/>
            <pc:sldMk cId="112464184" sldId="274"/>
            <ac:spMk id="22" creationId="{AF9B79C3-0188-36FE-4859-1AA5D0E1DA5C}"/>
          </ac:spMkLst>
        </pc:spChg>
        <pc:spChg chg="add mod">
          <ac:chgData name="Mathilde Annette Nicole Roulleau" userId="4ab294c6-1984-4b16-bc43-8e77deede0e4" providerId="ADAL" clId="{79810BCC-BAA2-4D46-8788-90936CCE2327}" dt="2026-02-18T17:48:50.986" v="6783"/>
          <ac:spMkLst>
            <pc:docMk/>
            <pc:sldMk cId="112464184" sldId="274"/>
            <ac:spMk id="23" creationId="{B4A26689-D734-ABC0-C6E3-2DE0D5B9F274}"/>
          </ac:spMkLst>
        </pc:spChg>
        <pc:picChg chg="add del mod">
          <ac:chgData name="Mathilde Annette Nicole Roulleau" userId="4ab294c6-1984-4b16-bc43-8e77deede0e4" providerId="ADAL" clId="{79810BCC-BAA2-4D46-8788-90936CCE2327}" dt="2026-02-18T15:27:44.530" v="6619" actId="478"/>
          <ac:picMkLst>
            <pc:docMk/>
            <pc:sldMk cId="112464184" sldId="274"/>
            <ac:picMk id="3" creationId="{6CD19BEA-9DEE-6D57-DDD3-74226AE7B187}"/>
          </ac:picMkLst>
        </pc:picChg>
        <pc:picChg chg="del mod">
          <ac:chgData name="Mathilde Annette Nicole Roulleau" userId="4ab294c6-1984-4b16-bc43-8e77deede0e4" providerId="ADAL" clId="{79810BCC-BAA2-4D46-8788-90936CCE2327}" dt="2026-02-18T15:29:03.371" v="6624" actId="478"/>
          <ac:picMkLst>
            <pc:docMk/>
            <pc:sldMk cId="112464184" sldId="274"/>
            <ac:picMk id="5" creationId="{65E411EE-A9D4-D6E0-46B3-F082D211B15D}"/>
          </ac:picMkLst>
        </pc:picChg>
        <pc:picChg chg="add del mod ord">
          <ac:chgData name="Mathilde Annette Nicole Roulleau" userId="4ab294c6-1984-4b16-bc43-8e77deede0e4" providerId="ADAL" clId="{79810BCC-BAA2-4D46-8788-90936CCE2327}" dt="2026-02-18T16:54:22.846" v="6658" actId="478"/>
          <ac:picMkLst>
            <pc:docMk/>
            <pc:sldMk cId="112464184" sldId="274"/>
            <ac:picMk id="7" creationId="{15625CD9-0EEE-37D6-5A05-2C8E9A346D75}"/>
          </ac:picMkLst>
        </pc:picChg>
        <pc:picChg chg="add del mod">
          <ac:chgData name="Mathilde Annette Nicole Roulleau" userId="4ab294c6-1984-4b16-bc43-8e77deede0e4" providerId="ADAL" clId="{79810BCC-BAA2-4D46-8788-90936CCE2327}" dt="2026-02-18T15:32:44.431" v="6638" actId="21"/>
          <ac:picMkLst>
            <pc:docMk/>
            <pc:sldMk cId="112464184" sldId="274"/>
            <ac:picMk id="8" creationId="{5775FCAE-F025-F1CB-F013-60FC0FDBBA2C}"/>
          </ac:picMkLst>
        </pc:picChg>
        <pc:picChg chg="add del mod">
          <ac:chgData name="Mathilde Annette Nicole Roulleau" userId="4ab294c6-1984-4b16-bc43-8e77deede0e4" providerId="ADAL" clId="{79810BCC-BAA2-4D46-8788-90936CCE2327}" dt="2026-02-18T15:33:04.215" v="6645" actId="21"/>
          <ac:picMkLst>
            <pc:docMk/>
            <pc:sldMk cId="112464184" sldId="274"/>
            <ac:picMk id="9" creationId="{5775FCAE-F025-F1CB-F013-60FC0FDBBA2C}"/>
          </ac:picMkLst>
        </pc:picChg>
        <pc:picChg chg="add del mod ord">
          <ac:chgData name="Mathilde Annette Nicole Roulleau" userId="4ab294c6-1984-4b16-bc43-8e77deede0e4" providerId="ADAL" clId="{79810BCC-BAA2-4D46-8788-90936CCE2327}" dt="2026-02-18T17:44:45.092" v="6740" actId="478"/>
          <ac:picMkLst>
            <pc:docMk/>
            <pc:sldMk cId="112464184" sldId="274"/>
            <ac:picMk id="13" creationId="{B89F92BC-37B8-0879-5BBC-60CCF7D53556}"/>
          </ac:picMkLst>
        </pc:picChg>
        <pc:picChg chg="add mod">
          <ac:chgData name="Mathilde Annette Nicole Roulleau" userId="4ab294c6-1984-4b16-bc43-8e77deede0e4" providerId="ADAL" clId="{79810BCC-BAA2-4D46-8788-90936CCE2327}" dt="2026-02-11T13:28:47.937" v="4404"/>
          <ac:picMkLst>
            <pc:docMk/>
            <pc:sldMk cId="112464184" sldId="274"/>
            <ac:picMk id="14" creationId="{24037DE5-7624-8178-ECDC-48420C8D813E}"/>
          </ac:picMkLst>
        </pc:picChg>
        <pc:picChg chg="add del mod">
          <ac:chgData name="Mathilde Annette Nicole Roulleau" userId="4ab294c6-1984-4b16-bc43-8e77deede0e4" providerId="ADAL" clId="{79810BCC-BAA2-4D46-8788-90936CCE2327}" dt="2026-02-18T16:54:55.425" v="6662" actId="21"/>
          <ac:picMkLst>
            <pc:docMk/>
            <pc:sldMk cId="112464184" sldId="274"/>
            <ac:picMk id="15" creationId="{8DD9D8C5-4D8A-C269-78E9-39E4E6F985F1}"/>
          </ac:picMkLst>
        </pc:picChg>
        <pc:picChg chg="add mod ord">
          <ac:chgData name="Mathilde Annette Nicole Roulleau" userId="4ab294c6-1984-4b16-bc43-8e77deede0e4" providerId="ADAL" clId="{79810BCC-BAA2-4D46-8788-90936CCE2327}" dt="2026-02-18T16:55:33.956" v="6670" actId="167"/>
          <ac:picMkLst>
            <pc:docMk/>
            <pc:sldMk cId="112464184" sldId="274"/>
            <ac:picMk id="16" creationId="{8DD9D8C5-4D8A-C269-78E9-39E4E6F985F1}"/>
          </ac:picMkLst>
        </pc:picChg>
        <pc:picChg chg="add del mod">
          <ac:chgData name="Mathilde Annette Nicole Roulleau" userId="4ab294c6-1984-4b16-bc43-8e77deede0e4" providerId="ADAL" clId="{79810BCC-BAA2-4D46-8788-90936CCE2327}" dt="2026-02-18T16:57:36.026" v="6682" actId="21"/>
          <ac:picMkLst>
            <pc:docMk/>
            <pc:sldMk cId="112464184" sldId="274"/>
            <ac:picMk id="17" creationId="{9FABA8D9-4AD4-74F7-4DF3-8675A377A330}"/>
          </ac:picMkLst>
        </pc:picChg>
        <pc:picChg chg="add del mod">
          <ac:chgData name="Mathilde Annette Nicole Roulleau" userId="4ab294c6-1984-4b16-bc43-8e77deede0e4" providerId="ADAL" clId="{79810BCC-BAA2-4D46-8788-90936CCE2327}" dt="2026-02-18T17:46:08.368" v="6742" actId="21"/>
          <ac:picMkLst>
            <pc:docMk/>
            <pc:sldMk cId="112464184" sldId="274"/>
            <ac:picMk id="19" creationId="{CAFBEA90-ABB6-78C8-64DA-125385E91503}"/>
          </ac:picMkLst>
        </pc:picChg>
        <pc:picChg chg="add mod">
          <ac:chgData name="Mathilde Annette Nicole Roulleau" userId="4ab294c6-1984-4b16-bc43-8e77deede0e4" providerId="ADAL" clId="{79810BCC-BAA2-4D46-8788-90936CCE2327}" dt="2026-02-18T17:46:47.989" v="6749" actId="1076"/>
          <ac:picMkLst>
            <pc:docMk/>
            <pc:sldMk cId="112464184" sldId="274"/>
            <ac:picMk id="21" creationId="{D3747A4D-2FC9-BBE2-1BDC-BDB6983DDC26}"/>
          </ac:picMkLst>
        </pc:picChg>
        <pc:cxnChg chg="mod">
          <ac:chgData name="Mathilde Annette Nicole Roulleau" userId="4ab294c6-1984-4b16-bc43-8e77deede0e4" providerId="ADAL" clId="{79810BCC-BAA2-4D46-8788-90936CCE2327}" dt="2026-02-18T15:29:24.706" v="6628" actId="1076"/>
          <ac:cxnSpMkLst>
            <pc:docMk/>
            <pc:sldMk cId="112464184" sldId="274"/>
            <ac:cxnSpMk id="11" creationId="{7EC18E1F-A663-36CE-DF71-F0A72C6B86B9}"/>
          </ac:cxnSpMkLst>
        </pc:cxnChg>
      </pc:sldChg>
      <pc:sldChg chg="addSp delSp modSp add mod ord modNotesTx">
        <pc:chgData name="Mathilde Annette Nicole Roulleau" userId="4ab294c6-1984-4b16-bc43-8e77deede0e4" providerId="ADAL" clId="{79810BCC-BAA2-4D46-8788-90936CCE2327}" dt="2026-02-12T09:27:45.986" v="6160"/>
        <pc:sldMkLst>
          <pc:docMk/>
          <pc:sldMk cId="4230221387" sldId="275"/>
        </pc:sldMkLst>
        <pc:spChg chg="mod">
          <ac:chgData name="Mathilde Annette Nicole Roulleau" userId="4ab294c6-1984-4b16-bc43-8e77deede0e4" providerId="ADAL" clId="{79810BCC-BAA2-4D46-8788-90936CCE2327}" dt="2026-02-09T09:26:56.556" v="3705" actId="1076"/>
          <ac:spMkLst>
            <pc:docMk/>
            <pc:sldMk cId="4230221387" sldId="275"/>
            <ac:spMk id="3" creationId="{AF55BC98-F0A0-C20E-CBF4-7F4828E32484}"/>
          </ac:spMkLst>
        </pc:spChg>
      </pc:sldChg>
      <pc:sldChg chg="addSp delSp modSp add mod">
        <pc:chgData name="Mathilde Annette Nicole Roulleau" userId="4ab294c6-1984-4b16-bc43-8e77deede0e4" providerId="ADAL" clId="{79810BCC-BAA2-4D46-8788-90936CCE2327}" dt="2026-02-09T09:21:00.438" v="3653" actId="1076"/>
        <pc:sldMkLst>
          <pc:docMk/>
          <pc:sldMk cId="1991167758" sldId="276"/>
        </pc:sldMkLst>
        <pc:spChg chg="add mod">
          <ac:chgData name="Mathilde Annette Nicole Roulleau" userId="4ab294c6-1984-4b16-bc43-8e77deede0e4" providerId="ADAL" clId="{79810BCC-BAA2-4D46-8788-90936CCE2327}" dt="2026-02-09T09:20:09.351" v="3604" actId="1076"/>
          <ac:spMkLst>
            <pc:docMk/>
            <pc:sldMk cId="1991167758" sldId="276"/>
            <ac:spMk id="14" creationId="{4A0C8F07-0699-B690-1908-49F9C745FC1B}"/>
          </ac:spMkLst>
        </pc:spChg>
        <pc:spChg chg="add mod">
          <ac:chgData name="Mathilde Annette Nicole Roulleau" userId="4ab294c6-1984-4b16-bc43-8e77deede0e4" providerId="ADAL" clId="{79810BCC-BAA2-4D46-8788-90936CCE2327}" dt="2026-02-09T09:20:21.211" v="3622" actId="1076"/>
          <ac:spMkLst>
            <pc:docMk/>
            <pc:sldMk cId="1991167758" sldId="276"/>
            <ac:spMk id="15" creationId="{B89BDAC8-838F-CF22-2431-95121C3769C8}"/>
          </ac:spMkLst>
        </pc:spChg>
        <pc:spChg chg="add mod">
          <ac:chgData name="Mathilde Annette Nicole Roulleau" userId="4ab294c6-1984-4b16-bc43-8e77deede0e4" providerId="ADAL" clId="{79810BCC-BAA2-4D46-8788-90936CCE2327}" dt="2026-02-09T09:21:00.438" v="3653" actId="1076"/>
          <ac:spMkLst>
            <pc:docMk/>
            <pc:sldMk cId="1991167758" sldId="276"/>
            <ac:spMk id="16" creationId="{9E4CD893-44D0-DB55-A097-37DF55678C34}"/>
          </ac:spMkLst>
        </pc:spChg>
        <pc:picChg chg="add mod ord">
          <ac:chgData name="Mathilde Annette Nicole Roulleau" userId="4ab294c6-1984-4b16-bc43-8e77deede0e4" providerId="ADAL" clId="{79810BCC-BAA2-4D46-8788-90936CCE2327}" dt="2026-02-09T09:18:51.656" v="3557" actId="1076"/>
          <ac:picMkLst>
            <pc:docMk/>
            <pc:sldMk cId="1991167758" sldId="276"/>
            <ac:picMk id="7" creationId="{8C6A11CA-85CB-2DA2-9D8C-4658D43B8ADC}"/>
          </ac:picMkLst>
        </pc:picChg>
        <pc:picChg chg="add mod">
          <ac:chgData name="Mathilde Annette Nicole Roulleau" userId="4ab294c6-1984-4b16-bc43-8e77deede0e4" providerId="ADAL" clId="{79810BCC-BAA2-4D46-8788-90936CCE2327}" dt="2026-02-09T09:18:45.284" v="3556" actId="1076"/>
          <ac:picMkLst>
            <pc:docMk/>
            <pc:sldMk cId="1991167758" sldId="276"/>
            <ac:picMk id="9" creationId="{B621F3BC-CEE3-BA86-4989-816E4D3C2958}"/>
          </ac:picMkLst>
        </pc:picChg>
        <pc:picChg chg="add mod modCrop">
          <ac:chgData name="Mathilde Annette Nicole Roulleau" userId="4ab294c6-1984-4b16-bc43-8e77deede0e4" providerId="ADAL" clId="{79810BCC-BAA2-4D46-8788-90936CCE2327}" dt="2026-02-09T09:18:57.648" v="3558" actId="1076"/>
          <ac:picMkLst>
            <pc:docMk/>
            <pc:sldMk cId="1991167758" sldId="276"/>
            <ac:picMk id="13" creationId="{4C55D0D2-9FF8-8BE1-8365-13C5DDD25C12}"/>
          </ac:picMkLst>
        </pc:picChg>
      </pc:sldChg>
      <pc:sldChg chg="addSp delSp modSp add mod">
        <pc:chgData name="Mathilde Annette Nicole Roulleau" userId="4ab294c6-1984-4b16-bc43-8e77deede0e4" providerId="ADAL" clId="{79810BCC-BAA2-4D46-8788-90936CCE2327}" dt="2026-02-09T09:36:37.583" v="3756" actId="1076"/>
        <pc:sldMkLst>
          <pc:docMk/>
          <pc:sldMk cId="4100784413" sldId="277"/>
        </pc:sldMkLst>
        <pc:spChg chg="mod">
          <ac:chgData name="Mathilde Annette Nicole Roulleau" userId="4ab294c6-1984-4b16-bc43-8e77deede0e4" providerId="ADAL" clId="{79810BCC-BAA2-4D46-8788-90936CCE2327}" dt="2026-02-09T09:36:33.799" v="3755" actId="1076"/>
          <ac:spMkLst>
            <pc:docMk/>
            <pc:sldMk cId="4100784413" sldId="277"/>
            <ac:spMk id="14" creationId="{8313B6CA-33FD-D42A-0BA5-28ADAADE0A2E}"/>
          </ac:spMkLst>
        </pc:spChg>
        <pc:spChg chg="mod">
          <ac:chgData name="Mathilde Annette Nicole Roulleau" userId="4ab294c6-1984-4b16-bc43-8e77deede0e4" providerId="ADAL" clId="{79810BCC-BAA2-4D46-8788-90936CCE2327}" dt="2026-02-09T09:36:37.583" v="3756" actId="1076"/>
          <ac:spMkLst>
            <pc:docMk/>
            <pc:sldMk cId="4100784413" sldId="277"/>
            <ac:spMk id="15" creationId="{7416FE6C-9883-75B2-B637-D57FEF694477}"/>
          </ac:spMkLst>
        </pc:spChg>
        <pc:spChg chg="mod">
          <ac:chgData name="Mathilde Annette Nicole Roulleau" userId="4ab294c6-1984-4b16-bc43-8e77deede0e4" providerId="ADAL" clId="{79810BCC-BAA2-4D46-8788-90936CCE2327}" dt="2026-02-09T09:35:29.112" v="3746" actId="1076"/>
          <ac:spMkLst>
            <pc:docMk/>
            <pc:sldMk cId="4100784413" sldId="277"/>
            <ac:spMk id="16" creationId="{9958D1AD-FC74-2531-93C1-322956BAB2FA}"/>
          </ac:spMkLst>
        </pc:spChg>
        <pc:picChg chg="add mod ord">
          <ac:chgData name="Mathilde Annette Nicole Roulleau" userId="4ab294c6-1984-4b16-bc43-8e77deede0e4" providerId="ADAL" clId="{79810BCC-BAA2-4D46-8788-90936CCE2327}" dt="2026-02-09T09:35:20.928" v="3745" actId="1076"/>
          <ac:picMkLst>
            <pc:docMk/>
            <pc:sldMk cId="4100784413" sldId="277"/>
            <ac:picMk id="3" creationId="{A7B7005E-A490-A8B4-C787-DA9994BD189D}"/>
          </ac:picMkLst>
        </pc:picChg>
        <pc:picChg chg="add mod ord">
          <ac:chgData name="Mathilde Annette Nicole Roulleau" userId="4ab294c6-1984-4b16-bc43-8e77deede0e4" providerId="ADAL" clId="{79810BCC-BAA2-4D46-8788-90936CCE2327}" dt="2026-02-09T09:36:29.184" v="3754" actId="14100"/>
          <ac:picMkLst>
            <pc:docMk/>
            <pc:sldMk cId="4100784413" sldId="277"/>
            <ac:picMk id="5" creationId="{F15ED1CF-1D0D-3162-3221-DE60768E09AF}"/>
          </ac:picMkLst>
        </pc:picChg>
        <pc:picChg chg="mod">
          <ac:chgData name="Mathilde Annette Nicole Roulleau" userId="4ab294c6-1984-4b16-bc43-8e77deede0e4" providerId="ADAL" clId="{79810BCC-BAA2-4D46-8788-90936CCE2327}" dt="2026-02-09T09:35:29.112" v="3746" actId="1076"/>
          <ac:picMkLst>
            <pc:docMk/>
            <pc:sldMk cId="4100784413" sldId="277"/>
            <ac:picMk id="13" creationId="{8C55C887-DE49-E767-161C-2B1387F77559}"/>
          </ac:picMkLst>
        </pc:picChg>
      </pc:sldChg>
      <pc:sldChg chg="addSp delSp modSp add mod ord">
        <pc:chgData name="Mathilde Annette Nicole Roulleau" userId="4ab294c6-1984-4b16-bc43-8e77deede0e4" providerId="ADAL" clId="{79810BCC-BAA2-4D46-8788-90936CCE2327}" dt="2026-02-18T17:49:06.958" v="6786" actId="1076"/>
        <pc:sldMkLst>
          <pc:docMk/>
          <pc:sldMk cId="3769674864" sldId="278"/>
        </pc:sldMkLst>
        <pc:spChg chg="mod">
          <ac:chgData name="Mathilde Annette Nicole Roulleau" userId="4ab294c6-1984-4b16-bc43-8e77deede0e4" providerId="ADAL" clId="{79810BCC-BAA2-4D46-8788-90936CCE2327}" dt="2026-02-11T13:55:38.659" v="4407" actId="1076"/>
          <ac:spMkLst>
            <pc:docMk/>
            <pc:sldMk cId="3769674864" sldId="278"/>
            <ac:spMk id="4" creationId="{6BACF9E1-6BCF-257A-293B-C8D8450A199D}"/>
          </ac:spMkLst>
        </pc:spChg>
        <pc:spChg chg="mod">
          <ac:chgData name="Mathilde Annette Nicole Roulleau" userId="4ab294c6-1984-4b16-bc43-8e77deede0e4" providerId="ADAL" clId="{79810BCC-BAA2-4D46-8788-90936CCE2327}" dt="2026-02-18T17:28:46.053" v="6735" actId="1076"/>
          <ac:spMkLst>
            <pc:docMk/>
            <pc:sldMk cId="3769674864" sldId="278"/>
            <ac:spMk id="10" creationId="{29F5C474-D1B8-B0C1-6D04-FCFEED93D85A}"/>
          </ac:spMkLst>
        </pc:spChg>
        <pc:spChg chg="add mod">
          <ac:chgData name="Mathilde Annette Nicole Roulleau" userId="4ab294c6-1984-4b16-bc43-8e77deede0e4" providerId="ADAL" clId="{79810BCC-BAA2-4D46-8788-90936CCE2327}" dt="2026-02-18T17:49:01.165" v="6785" actId="1076"/>
          <ac:spMkLst>
            <pc:docMk/>
            <pc:sldMk cId="3769674864" sldId="278"/>
            <ac:spMk id="13" creationId="{6C101B79-6A7C-3D5D-8F50-C96E0B2556E8}"/>
          </ac:spMkLst>
        </pc:spChg>
        <pc:spChg chg="add mod">
          <ac:chgData name="Mathilde Annette Nicole Roulleau" userId="4ab294c6-1984-4b16-bc43-8e77deede0e4" providerId="ADAL" clId="{79810BCC-BAA2-4D46-8788-90936CCE2327}" dt="2026-02-18T17:49:06.958" v="6786" actId="1076"/>
          <ac:spMkLst>
            <pc:docMk/>
            <pc:sldMk cId="3769674864" sldId="278"/>
            <ac:spMk id="15" creationId="{7E380C71-6061-6A10-1CCB-C35CC4F526A0}"/>
          </ac:spMkLst>
        </pc:spChg>
        <pc:picChg chg="add del mod">
          <ac:chgData name="Mathilde Annette Nicole Roulleau" userId="4ab294c6-1984-4b16-bc43-8e77deede0e4" providerId="ADAL" clId="{79810BCC-BAA2-4D46-8788-90936CCE2327}" dt="2026-02-18T17:27:16.583" v="6725" actId="478"/>
          <ac:picMkLst>
            <pc:docMk/>
            <pc:sldMk cId="3769674864" sldId="278"/>
            <ac:picMk id="3" creationId="{1DCEDE5A-3B21-DB39-2258-A3A17EC093D0}"/>
          </ac:picMkLst>
        </pc:picChg>
        <pc:picChg chg="add del mod">
          <ac:chgData name="Mathilde Annette Nicole Roulleau" userId="4ab294c6-1984-4b16-bc43-8e77deede0e4" providerId="ADAL" clId="{79810BCC-BAA2-4D46-8788-90936CCE2327}" dt="2026-02-18T17:26:58.058" v="6719" actId="478"/>
          <ac:picMkLst>
            <pc:docMk/>
            <pc:sldMk cId="3769674864" sldId="278"/>
            <ac:picMk id="6" creationId="{16E2C120-01BD-0682-3A31-92BAAA667A43}"/>
          </ac:picMkLst>
        </pc:picChg>
        <pc:picChg chg="add mod">
          <ac:chgData name="Mathilde Annette Nicole Roulleau" userId="4ab294c6-1984-4b16-bc43-8e77deede0e4" providerId="ADAL" clId="{79810BCC-BAA2-4D46-8788-90936CCE2327}" dt="2026-02-18T17:27:11.838" v="6724" actId="1076"/>
          <ac:picMkLst>
            <pc:docMk/>
            <pc:sldMk cId="3769674864" sldId="278"/>
            <ac:picMk id="8" creationId="{46064F74-F4D2-FAE1-6AF0-3168612CC9B8}"/>
          </ac:picMkLst>
        </pc:picChg>
        <pc:picChg chg="add mod">
          <ac:chgData name="Mathilde Annette Nicole Roulleau" userId="4ab294c6-1984-4b16-bc43-8e77deede0e4" providerId="ADAL" clId="{79810BCC-BAA2-4D46-8788-90936CCE2327}" dt="2026-02-18T17:27:53.949" v="6730" actId="1076"/>
          <ac:picMkLst>
            <pc:docMk/>
            <pc:sldMk cId="3769674864" sldId="278"/>
            <ac:picMk id="12" creationId="{916ABD40-DAB2-415D-50E6-B2284F890E76}"/>
          </ac:picMkLst>
        </pc:picChg>
        <pc:picChg chg="add mod ord">
          <ac:chgData name="Mathilde Annette Nicole Roulleau" userId="4ab294c6-1984-4b16-bc43-8e77deede0e4" providerId="ADAL" clId="{79810BCC-BAA2-4D46-8788-90936CCE2327}" dt="2026-02-18T17:21:23.381" v="6717" actId="1076"/>
          <ac:picMkLst>
            <pc:docMk/>
            <pc:sldMk cId="3769674864" sldId="278"/>
            <ac:picMk id="14" creationId="{F424C344-16E8-BEF6-7C0A-B969FC975777}"/>
          </ac:picMkLst>
        </pc:picChg>
        <pc:picChg chg="add mod ord">
          <ac:chgData name="Mathilde Annette Nicole Roulleau" userId="4ab294c6-1984-4b16-bc43-8e77deede0e4" providerId="ADAL" clId="{79810BCC-BAA2-4D46-8788-90936CCE2327}" dt="2026-02-18T17:21:23.381" v="6717" actId="1076"/>
          <ac:picMkLst>
            <pc:docMk/>
            <pc:sldMk cId="3769674864" sldId="278"/>
            <ac:picMk id="16" creationId="{A84497CE-99C8-DE24-E665-760E028A46C1}"/>
          </ac:picMkLst>
        </pc:picChg>
        <pc:picChg chg="add mod">
          <ac:chgData name="Mathilde Annette Nicole Roulleau" userId="4ab294c6-1984-4b16-bc43-8e77deede0e4" providerId="ADAL" clId="{79810BCC-BAA2-4D46-8788-90936CCE2327}" dt="2026-02-11T12:55:57.238" v="4134"/>
          <ac:picMkLst>
            <pc:docMk/>
            <pc:sldMk cId="3769674864" sldId="278"/>
            <ac:picMk id="22" creationId="{D5255755-166C-A35A-A830-AB01A39227BC}"/>
          </ac:picMkLst>
        </pc:picChg>
        <pc:picChg chg="add del mod">
          <ac:chgData name="Mathilde Annette Nicole Roulleau" userId="4ab294c6-1984-4b16-bc43-8e77deede0e4" providerId="ADAL" clId="{79810BCC-BAA2-4D46-8788-90936CCE2327}" dt="2026-02-18T17:20:29.261" v="6704" actId="478"/>
          <ac:picMkLst>
            <pc:docMk/>
            <pc:sldMk cId="3769674864" sldId="278"/>
            <ac:picMk id="28" creationId="{1A979046-EBDF-0330-9006-6F6BFEC65CCD}"/>
          </ac:picMkLst>
        </pc:picChg>
        <pc:picChg chg="add del mod">
          <ac:chgData name="Mathilde Annette Nicole Roulleau" userId="4ab294c6-1984-4b16-bc43-8e77deede0e4" providerId="ADAL" clId="{79810BCC-BAA2-4D46-8788-90936CCE2327}" dt="2026-02-18T17:20:29.261" v="6704" actId="478"/>
          <ac:picMkLst>
            <pc:docMk/>
            <pc:sldMk cId="3769674864" sldId="278"/>
            <ac:picMk id="30" creationId="{92224266-0B33-0284-73BE-6A4A49448EE1}"/>
          </ac:picMkLst>
        </pc:picChg>
        <pc:cxnChg chg="mod">
          <ac:chgData name="Mathilde Annette Nicole Roulleau" userId="4ab294c6-1984-4b16-bc43-8e77deede0e4" providerId="ADAL" clId="{79810BCC-BAA2-4D46-8788-90936CCE2327}" dt="2026-02-18T17:28:46.053" v="6735" actId="1076"/>
          <ac:cxnSpMkLst>
            <pc:docMk/>
            <pc:sldMk cId="3769674864" sldId="278"/>
            <ac:cxnSpMk id="11" creationId="{CF2E2F0D-B49F-8207-8470-5E0BD8C31BB2}"/>
          </ac:cxnSpMkLst>
        </pc:cxnChg>
      </pc:sldChg>
      <pc:sldChg chg="addSp delSp modSp add mod ord">
        <pc:chgData name="Mathilde Annette Nicole Roulleau" userId="4ab294c6-1984-4b16-bc43-8e77deede0e4" providerId="ADAL" clId="{79810BCC-BAA2-4D46-8788-90936CCE2327}" dt="2026-02-18T17:48:35.205" v="6782" actId="1076"/>
        <pc:sldMkLst>
          <pc:docMk/>
          <pc:sldMk cId="2152607289" sldId="279"/>
        </pc:sldMkLst>
        <pc:spChg chg="mod">
          <ac:chgData name="Mathilde Annette Nicole Roulleau" userId="4ab294c6-1984-4b16-bc43-8e77deede0e4" providerId="ADAL" clId="{79810BCC-BAA2-4D46-8788-90936CCE2327}" dt="2026-02-09T12:57:36.262" v="3995" actId="20577"/>
          <ac:spMkLst>
            <pc:docMk/>
            <pc:sldMk cId="2152607289" sldId="279"/>
            <ac:spMk id="4" creationId="{A2C38578-0D6D-761C-7817-DE0987CC1D95}"/>
          </ac:spMkLst>
        </pc:spChg>
        <pc:spChg chg="mod">
          <ac:chgData name="Mathilde Annette Nicole Roulleau" userId="4ab294c6-1984-4b16-bc43-8e77deede0e4" providerId="ADAL" clId="{79810BCC-BAA2-4D46-8788-90936CCE2327}" dt="2026-02-18T15:33:16.688" v="6648" actId="1076"/>
          <ac:spMkLst>
            <pc:docMk/>
            <pc:sldMk cId="2152607289" sldId="279"/>
            <ac:spMk id="10" creationId="{1FEEE11C-0B2B-4DA3-43C5-D684EEE1E8B7}"/>
          </ac:spMkLst>
        </pc:spChg>
        <pc:spChg chg="add mod">
          <ac:chgData name="Mathilde Annette Nicole Roulleau" userId="4ab294c6-1984-4b16-bc43-8e77deede0e4" providerId="ADAL" clId="{79810BCC-BAA2-4D46-8788-90936CCE2327}" dt="2026-02-18T17:48:17.877" v="6770" actId="1076"/>
          <ac:spMkLst>
            <pc:docMk/>
            <pc:sldMk cId="2152607289" sldId="279"/>
            <ac:spMk id="14" creationId="{DE3D987D-F619-FFB7-79D2-FF0556503DFE}"/>
          </ac:spMkLst>
        </pc:spChg>
        <pc:spChg chg="add mod">
          <ac:chgData name="Mathilde Annette Nicole Roulleau" userId="4ab294c6-1984-4b16-bc43-8e77deede0e4" providerId="ADAL" clId="{79810BCC-BAA2-4D46-8788-90936CCE2327}" dt="2026-02-18T17:48:35.205" v="6782" actId="1076"/>
          <ac:spMkLst>
            <pc:docMk/>
            <pc:sldMk cId="2152607289" sldId="279"/>
            <ac:spMk id="16" creationId="{80F7B4A2-ED34-C9F3-FB94-8FE1657A90B6}"/>
          </ac:spMkLst>
        </pc:spChg>
        <pc:picChg chg="add del mod ord">
          <ac:chgData name="Mathilde Annette Nicole Roulleau" userId="4ab294c6-1984-4b16-bc43-8e77deede0e4" providerId="ADAL" clId="{79810BCC-BAA2-4D46-8788-90936CCE2327}" dt="2026-02-18T15:32:32.563" v="6629" actId="478"/>
          <ac:picMkLst>
            <pc:docMk/>
            <pc:sldMk cId="2152607289" sldId="279"/>
            <ac:picMk id="3" creationId="{C6C8D69C-1195-3109-F200-062EB85E46A8}"/>
          </ac:picMkLst>
        </pc:picChg>
        <pc:picChg chg="add del mod ord">
          <ac:chgData name="Mathilde Annette Nicole Roulleau" userId="4ab294c6-1984-4b16-bc43-8e77deede0e4" providerId="ADAL" clId="{79810BCC-BAA2-4D46-8788-90936CCE2327}" dt="2026-02-18T15:32:38.299" v="6635" actId="21"/>
          <ac:picMkLst>
            <pc:docMk/>
            <pc:sldMk cId="2152607289" sldId="279"/>
            <ac:picMk id="5" creationId="{5775FCAE-F025-F1CB-F013-60FC0FDBBA2C}"/>
          </ac:picMkLst>
        </pc:picChg>
        <pc:picChg chg="add del mod ord">
          <ac:chgData name="Mathilde Annette Nicole Roulleau" userId="4ab294c6-1984-4b16-bc43-8e77deede0e4" providerId="ADAL" clId="{79810BCC-BAA2-4D46-8788-90936CCE2327}" dt="2026-02-18T16:57:38.506" v="6683" actId="478"/>
          <ac:picMkLst>
            <pc:docMk/>
            <pc:sldMk cId="2152607289" sldId="279"/>
            <ac:picMk id="6" creationId="{5775FCAE-F025-F1CB-F013-60FC0FDBBA2C}"/>
          </ac:picMkLst>
        </pc:picChg>
        <pc:picChg chg="add del mod ord">
          <ac:chgData name="Mathilde Annette Nicole Roulleau" userId="4ab294c6-1984-4b16-bc43-8e77deede0e4" providerId="ADAL" clId="{79810BCC-BAA2-4D46-8788-90936CCE2327}" dt="2026-02-18T17:46:13.139" v="6743" actId="478"/>
          <ac:picMkLst>
            <pc:docMk/>
            <pc:sldMk cId="2152607289" sldId="279"/>
            <ac:picMk id="7" creationId="{941F06D6-90B2-6C35-5832-9749C13557A2}"/>
          </ac:picMkLst>
        </pc:picChg>
        <pc:picChg chg="add del mod ord">
          <ac:chgData name="Mathilde Annette Nicole Roulleau" userId="4ab294c6-1984-4b16-bc43-8e77deede0e4" providerId="ADAL" clId="{79810BCC-BAA2-4D46-8788-90936CCE2327}" dt="2026-02-18T15:32:55.776" v="6642" actId="21"/>
          <ac:picMkLst>
            <pc:docMk/>
            <pc:sldMk cId="2152607289" sldId="279"/>
            <ac:picMk id="8" creationId="{5775FCAE-F025-F1CB-F013-60FC0FDBBA2C}"/>
          </ac:picMkLst>
        </pc:picChg>
        <pc:picChg chg="add mod">
          <ac:chgData name="Mathilde Annette Nicole Roulleau" userId="4ab294c6-1984-4b16-bc43-8e77deede0e4" providerId="ADAL" clId="{79810BCC-BAA2-4D46-8788-90936CCE2327}" dt="2026-02-11T13:28:51.898" v="4406"/>
          <ac:picMkLst>
            <pc:docMk/>
            <pc:sldMk cId="2152607289" sldId="279"/>
            <ac:picMk id="9" creationId="{D7BAF1CE-B2E0-70D1-5C6A-B8A62402DA22}"/>
          </ac:picMkLst>
        </pc:picChg>
        <pc:picChg chg="add del mod">
          <ac:chgData name="Mathilde Annette Nicole Roulleau" userId="4ab294c6-1984-4b16-bc43-8e77deede0e4" providerId="ADAL" clId="{79810BCC-BAA2-4D46-8788-90936CCE2327}" dt="2026-02-18T16:57:10.517" v="6676" actId="21"/>
          <ac:picMkLst>
            <pc:docMk/>
            <pc:sldMk cId="2152607289" sldId="279"/>
            <ac:picMk id="13" creationId="{9FABA8D9-4AD4-74F7-4DF3-8675A377A330}"/>
          </ac:picMkLst>
        </pc:picChg>
        <pc:picChg chg="add del mod">
          <ac:chgData name="Mathilde Annette Nicole Roulleau" userId="4ab294c6-1984-4b16-bc43-8e77deede0e4" providerId="ADAL" clId="{79810BCC-BAA2-4D46-8788-90936CCE2327}" dt="2026-02-18T16:55:29.114" v="6668" actId="21"/>
          <ac:picMkLst>
            <pc:docMk/>
            <pc:sldMk cId="2152607289" sldId="279"/>
            <ac:picMk id="15" creationId="{8DD9D8C5-4D8A-C269-78E9-39E4E6F985F1}"/>
          </ac:picMkLst>
        </pc:picChg>
        <pc:picChg chg="add mod ord">
          <ac:chgData name="Mathilde Annette Nicole Roulleau" userId="4ab294c6-1984-4b16-bc43-8e77deede0e4" providerId="ADAL" clId="{79810BCC-BAA2-4D46-8788-90936CCE2327}" dt="2026-02-18T16:57:42" v="6685" actId="167"/>
          <ac:picMkLst>
            <pc:docMk/>
            <pc:sldMk cId="2152607289" sldId="279"/>
            <ac:picMk id="17" creationId="{9FABA8D9-4AD4-74F7-4DF3-8675A377A330}"/>
          </ac:picMkLst>
        </pc:picChg>
        <pc:picChg chg="add mod">
          <ac:chgData name="Mathilde Annette Nicole Roulleau" userId="4ab294c6-1984-4b16-bc43-8e77deede0e4" providerId="ADAL" clId="{79810BCC-BAA2-4D46-8788-90936CCE2327}" dt="2026-02-18T17:46:13.657" v="6744"/>
          <ac:picMkLst>
            <pc:docMk/>
            <pc:sldMk cId="2152607289" sldId="279"/>
            <ac:picMk id="19" creationId="{CAFBEA90-ABB6-78C8-64DA-125385E91503}"/>
          </ac:picMkLst>
        </pc:picChg>
        <pc:cxnChg chg="mod">
          <ac:chgData name="Mathilde Annette Nicole Roulleau" userId="4ab294c6-1984-4b16-bc43-8e77deede0e4" providerId="ADAL" clId="{79810BCC-BAA2-4D46-8788-90936CCE2327}" dt="2026-02-18T15:33:16.688" v="6648" actId="1076"/>
          <ac:cxnSpMkLst>
            <pc:docMk/>
            <pc:sldMk cId="2152607289" sldId="279"/>
            <ac:cxnSpMk id="11" creationId="{A79D60A3-DD75-275F-0C4E-F75A4AEC6117}"/>
          </ac:cxnSpMkLst>
        </pc:cxnChg>
      </pc:sldChg>
      <pc:sldChg chg="addSp delSp modSp add mod">
        <pc:chgData name="Mathilde Annette Nicole Roulleau" userId="4ab294c6-1984-4b16-bc43-8e77deede0e4" providerId="ADAL" clId="{79810BCC-BAA2-4D46-8788-90936CCE2327}" dt="2026-02-18T17:51:25.068" v="6849"/>
        <pc:sldMkLst>
          <pc:docMk/>
          <pc:sldMk cId="1956637017" sldId="280"/>
        </pc:sldMkLst>
        <pc:spChg chg="add mod">
          <ac:chgData name="Mathilde Annette Nicole Roulleau" userId="4ab294c6-1984-4b16-bc43-8e77deede0e4" providerId="ADAL" clId="{79810BCC-BAA2-4D46-8788-90936CCE2327}" dt="2026-02-11T14:45:21.476" v="4415" actId="1076"/>
          <ac:spMkLst>
            <pc:docMk/>
            <pc:sldMk cId="1956637017" sldId="280"/>
            <ac:spMk id="2" creationId="{1050993C-A62A-6C20-3AB0-6C56948B9A44}"/>
          </ac:spMkLst>
        </pc:spChg>
        <pc:spChg chg="add mod">
          <ac:chgData name="Mathilde Annette Nicole Roulleau" userId="4ab294c6-1984-4b16-bc43-8e77deede0e4" providerId="ADAL" clId="{79810BCC-BAA2-4D46-8788-90936CCE2327}" dt="2026-02-11T14:45:32.794" v="4417" actId="1076"/>
          <ac:spMkLst>
            <pc:docMk/>
            <pc:sldMk cId="1956637017" sldId="280"/>
            <ac:spMk id="3" creationId="{9D46C22D-EAB2-57EA-4D13-F7291E864A6A}"/>
          </ac:spMkLst>
        </pc:spChg>
        <pc:spChg chg="add mod">
          <ac:chgData name="Mathilde Annette Nicole Roulleau" userId="4ab294c6-1984-4b16-bc43-8e77deede0e4" providerId="ADAL" clId="{79810BCC-BAA2-4D46-8788-90936CCE2327}" dt="2026-02-11T14:45:38.945" v="4419" actId="1076"/>
          <ac:spMkLst>
            <pc:docMk/>
            <pc:sldMk cId="1956637017" sldId="280"/>
            <ac:spMk id="6" creationId="{81D157CE-4B14-4BD4-B41D-EDD7D031943E}"/>
          </ac:spMkLst>
        </pc:spChg>
        <pc:spChg chg="add mod">
          <ac:chgData name="Mathilde Annette Nicole Roulleau" userId="4ab294c6-1984-4b16-bc43-8e77deede0e4" providerId="ADAL" clId="{79810BCC-BAA2-4D46-8788-90936CCE2327}" dt="2026-02-11T14:46:04.451" v="4422" actId="1076"/>
          <ac:spMkLst>
            <pc:docMk/>
            <pc:sldMk cId="1956637017" sldId="280"/>
            <ac:spMk id="7" creationId="{CACC6535-AB2A-A1EB-F2AA-BFB267970993}"/>
          </ac:spMkLst>
        </pc:spChg>
        <pc:spChg chg="add mod">
          <ac:chgData name="Mathilde Annette Nicole Roulleau" userId="4ab294c6-1984-4b16-bc43-8e77deede0e4" providerId="ADAL" clId="{79810BCC-BAA2-4D46-8788-90936CCE2327}" dt="2026-02-11T14:46:09.539" v="4424" actId="1076"/>
          <ac:spMkLst>
            <pc:docMk/>
            <pc:sldMk cId="1956637017" sldId="280"/>
            <ac:spMk id="8" creationId="{0E51669F-5814-D1D4-AC57-8AAD9A459CEB}"/>
          </ac:spMkLst>
        </pc:spChg>
        <pc:spChg chg="add mod">
          <ac:chgData name="Mathilde Annette Nicole Roulleau" userId="4ab294c6-1984-4b16-bc43-8e77deede0e4" providerId="ADAL" clId="{79810BCC-BAA2-4D46-8788-90936CCE2327}" dt="2026-02-11T14:46:15.486" v="4426" actId="1076"/>
          <ac:spMkLst>
            <pc:docMk/>
            <pc:sldMk cId="1956637017" sldId="280"/>
            <ac:spMk id="9" creationId="{4954A914-1732-1A46-95B0-47B1706DF42B}"/>
          </ac:spMkLst>
        </pc:spChg>
        <pc:spChg chg="mod">
          <ac:chgData name="Mathilde Annette Nicole Roulleau" userId="4ab294c6-1984-4b16-bc43-8e77deede0e4" providerId="ADAL" clId="{79810BCC-BAA2-4D46-8788-90936CCE2327}" dt="2026-02-12T09:26:20.085" v="6157" actId="1076"/>
          <ac:spMkLst>
            <pc:docMk/>
            <pc:sldMk cId="1956637017" sldId="280"/>
            <ac:spMk id="10" creationId="{45B74EDD-9FD9-975D-A868-A42FF11BBDA8}"/>
          </ac:spMkLst>
        </pc:spChg>
        <pc:spChg chg="add mod">
          <ac:chgData name="Mathilde Annette Nicole Roulleau" userId="4ab294c6-1984-4b16-bc43-8e77deede0e4" providerId="ADAL" clId="{79810BCC-BAA2-4D46-8788-90936CCE2327}" dt="2026-02-18T17:51:25.068" v="6849"/>
          <ac:spMkLst>
            <pc:docMk/>
            <pc:sldMk cId="1956637017" sldId="280"/>
            <ac:spMk id="11" creationId="{804EC883-AE5B-BFD7-D3BC-081AA46F483C}"/>
          </ac:spMkLst>
        </pc:spChg>
        <pc:spChg chg="add mod">
          <ac:chgData name="Mathilde Annette Nicole Roulleau" userId="4ab294c6-1984-4b16-bc43-8e77deede0e4" providerId="ADAL" clId="{79810BCC-BAA2-4D46-8788-90936CCE2327}" dt="2026-02-11T14:46:21.888" v="4428" actId="1076"/>
          <ac:spMkLst>
            <pc:docMk/>
            <pc:sldMk cId="1956637017" sldId="280"/>
            <ac:spMk id="12" creationId="{9D8338AD-54AF-312A-2E6A-8DFC19AFF39A}"/>
          </ac:spMkLst>
        </pc:spChg>
        <pc:spChg chg="add mod">
          <ac:chgData name="Mathilde Annette Nicole Roulleau" userId="4ab294c6-1984-4b16-bc43-8e77deede0e4" providerId="ADAL" clId="{79810BCC-BAA2-4D46-8788-90936CCE2327}" dt="2026-02-18T17:51:25.068" v="6849"/>
          <ac:spMkLst>
            <pc:docMk/>
            <pc:sldMk cId="1956637017" sldId="280"/>
            <ac:spMk id="13" creationId="{7E67DF2B-EA39-B99E-8112-57C35D58DDDC}"/>
          </ac:spMkLst>
        </pc:spChg>
        <pc:spChg chg="add mod">
          <ac:chgData name="Mathilde Annette Nicole Roulleau" userId="4ab294c6-1984-4b16-bc43-8e77deede0e4" providerId="ADAL" clId="{79810BCC-BAA2-4D46-8788-90936CCE2327}" dt="2026-02-11T14:46:45.466" v="4430" actId="1076"/>
          <ac:spMkLst>
            <pc:docMk/>
            <pc:sldMk cId="1956637017" sldId="280"/>
            <ac:spMk id="15" creationId="{7515DD26-6E50-CDE9-B9D2-3693DD21026D}"/>
          </ac:spMkLst>
        </pc:spChg>
        <pc:spChg chg="add mod">
          <ac:chgData name="Mathilde Annette Nicole Roulleau" userId="4ab294c6-1984-4b16-bc43-8e77deede0e4" providerId="ADAL" clId="{79810BCC-BAA2-4D46-8788-90936CCE2327}" dt="2026-02-11T14:46:51.944" v="4432" actId="1076"/>
          <ac:spMkLst>
            <pc:docMk/>
            <pc:sldMk cId="1956637017" sldId="280"/>
            <ac:spMk id="16" creationId="{143CF438-B205-452F-B15D-075E14F4876E}"/>
          </ac:spMkLst>
        </pc:spChg>
        <pc:spChg chg="add mod">
          <ac:chgData name="Mathilde Annette Nicole Roulleau" userId="4ab294c6-1984-4b16-bc43-8e77deede0e4" providerId="ADAL" clId="{79810BCC-BAA2-4D46-8788-90936CCE2327}" dt="2026-02-11T14:47:13.908" v="4444" actId="1037"/>
          <ac:spMkLst>
            <pc:docMk/>
            <pc:sldMk cId="1956637017" sldId="280"/>
            <ac:spMk id="17" creationId="{AB4E9923-5D44-AF3E-2880-B7A9C122E578}"/>
          </ac:spMkLst>
        </pc:spChg>
        <pc:spChg chg="add mod">
          <ac:chgData name="Mathilde Annette Nicole Roulleau" userId="4ab294c6-1984-4b16-bc43-8e77deede0e4" providerId="ADAL" clId="{79810BCC-BAA2-4D46-8788-90936CCE2327}" dt="2026-02-11T14:47:41.664" v="4446" actId="1076"/>
          <ac:spMkLst>
            <pc:docMk/>
            <pc:sldMk cId="1956637017" sldId="280"/>
            <ac:spMk id="18" creationId="{AF3233F0-6D42-659A-97D6-7FF8FB246E39}"/>
          </ac:spMkLst>
        </pc:spChg>
        <pc:spChg chg="add mod">
          <ac:chgData name="Mathilde Annette Nicole Roulleau" userId="4ab294c6-1984-4b16-bc43-8e77deede0e4" providerId="ADAL" clId="{79810BCC-BAA2-4D46-8788-90936CCE2327}" dt="2026-02-11T14:47:46.569" v="4448" actId="1076"/>
          <ac:spMkLst>
            <pc:docMk/>
            <pc:sldMk cId="1956637017" sldId="280"/>
            <ac:spMk id="19" creationId="{002BFE50-E864-E3EE-50B1-2A34A7C58101}"/>
          </ac:spMkLst>
        </pc:spChg>
        <pc:spChg chg="add mod">
          <ac:chgData name="Mathilde Annette Nicole Roulleau" userId="4ab294c6-1984-4b16-bc43-8e77deede0e4" providerId="ADAL" clId="{79810BCC-BAA2-4D46-8788-90936CCE2327}" dt="2026-02-11T14:48:26.088" v="4453" actId="1076"/>
          <ac:spMkLst>
            <pc:docMk/>
            <pc:sldMk cId="1956637017" sldId="280"/>
            <ac:spMk id="20" creationId="{0A7BA86D-F891-26C4-F95B-4874F48B50FD}"/>
          </ac:spMkLst>
        </pc:spChg>
        <pc:spChg chg="add mod">
          <ac:chgData name="Mathilde Annette Nicole Roulleau" userId="4ab294c6-1984-4b16-bc43-8e77deede0e4" providerId="ADAL" clId="{79810BCC-BAA2-4D46-8788-90936CCE2327}" dt="2026-02-11T14:48:31.157" v="4454" actId="1076"/>
          <ac:spMkLst>
            <pc:docMk/>
            <pc:sldMk cId="1956637017" sldId="280"/>
            <ac:spMk id="21" creationId="{F5664E8C-F2EB-2BF4-F3F8-DBADCCC0E45E}"/>
          </ac:spMkLst>
        </pc:spChg>
        <pc:spChg chg="add mod">
          <ac:chgData name="Mathilde Annette Nicole Roulleau" userId="4ab294c6-1984-4b16-bc43-8e77deede0e4" providerId="ADAL" clId="{79810BCC-BAA2-4D46-8788-90936CCE2327}" dt="2026-02-11T14:48:37.424" v="4456" actId="1076"/>
          <ac:spMkLst>
            <pc:docMk/>
            <pc:sldMk cId="1956637017" sldId="280"/>
            <ac:spMk id="22" creationId="{0414D79B-B5AA-ED72-A25E-C0B72D12CE8F}"/>
          </ac:spMkLst>
        </pc:spChg>
        <pc:spChg chg="add mod">
          <ac:chgData name="Mathilde Annette Nicole Roulleau" userId="4ab294c6-1984-4b16-bc43-8e77deede0e4" providerId="ADAL" clId="{79810BCC-BAA2-4D46-8788-90936CCE2327}" dt="2026-02-11T14:48:41.432" v="4458" actId="1076"/>
          <ac:spMkLst>
            <pc:docMk/>
            <pc:sldMk cId="1956637017" sldId="280"/>
            <ac:spMk id="23" creationId="{70FFEDFB-AFC3-FC2F-E257-AE912EF25F95}"/>
          </ac:spMkLst>
        </pc:spChg>
        <pc:spChg chg="add mod">
          <ac:chgData name="Mathilde Annette Nicole Roulleau" userId="4ab294c6-1984-4b16-bc43-8e77deede0e4" providerId="ADAL" clId="{79810BCC-BAA2-4D46-8788-90936CCE2327}" dt="2026-02-11T14:48:53.759" v="4460" actId="1076"/>
          <ac:spMkLst>
            <pc:docMk/>
            <pc:sldMk cId="1956637017" sldId="280"/>
            <ac:spMk id="24" creationId="{7AA7905B-EF6C-B1BA-B8CF-2E9B0D6A35E9}"/>
          </ac:spMkLst>
        </pc:spChg>
        <pc:spChg chg="add mod">
          <ac:chgData name="Mathilde Annette Nicole Roulleau" userId="4ab294c6-1984-4b16-bc43-8e77deede0e4" providerId="ADAL" clId="{79810BCC-BAA2-4D46-8788-90936CCE2327}" dt="2026-02-11T14:49:10.016" v="4462" actId="1076"/>
          <ac:spMkLst>
            <pc:docMk/>
            <pc:sldMk cId="1956637017" sldId="280"/>
            <ac:spMk id="25" creationId="{54173C02-0BBB-5AD3-3E2C-896E6B336F14}"/>
          </ac:spMkLst>
        </pc:spChg>
        <pc:spChg chg="add mod">
          <ac:chgData name="Mathilde Annette Nicole Roulleau" userId="4ab294c6-1984-4b16-bc43-8e77deede0e4" providerId="ADAL" clId="{79810BCC-BAA2-4D46-8788-90936CCE2327}" dt="2026-02-11T14:49:18.992" v="4464" actId="1076"/>
          <ac:spMkLst>
            <pc:docMk/>
            <pc:sldMk cId="1956637017" sldId="280"/>
            <ac:spMk id="26" creationId="{DE189937-CC6F-76DA-62E4-1D1C6C486D3E}"/>
          </ac:spMkLst>
        </pc:spChg>
        <pc:spChg chg="add mod">
          <ac:chgData name="Mathilde Annette Nicole Roulleau" userId="4ab294c6-1984-4b16-bc43-8e77deede0e4" providerId="ADAL" clId="{79810BCC-BAA2-4D46-8788-90936CCE2327}" dt="2026-02-11T14:49:34.070" v="4466" actId="1076"/>
          <ac:spMkLst>
            <pc:docMk/>
            <pc:sldMk cId="1956637017" sldId="280"/>
            <ac:spMk id="27" creationId="{0BC8F981-62D6-D80B-B746-E7ED483FEE74}"/>
          </ac:spMkLst>
        </pc:spChg>
        <pc:spChg chg="add mod">
          <ac:chgData name="Mathilde Annette Nicole Roulleau" userId="4ab294c6-1984-4b16-bc43-8e77deede0e4" providerId="ADAL" clId="{79810BCC-BAA2-4D46-8788-90936CCE2327}" dt="2026-02-11T14:49:44.142" v="4468" actId="1076"/>
          <ac:spMkLst>
            <pc:docMk/>
            <pc:sldMk cId="1956637017" sldId="280"/>
            <ac:spMk id="28" creationId="{237BA003-4562-CCF2-2B25-318EB518FDC9}"/>
          </ac:spMkLst>
        </pc:spChg>
        <pc:spChg chg="add mod">
          <ac:chgData name="Mathilde Annette Nicole Roulleau" userId="4ab294c6-1984-4b16-bc43-8e77deede0e4" providerId="ADAL" clId="{79810BCC-BAA2-4D46-8788-90936CCE2327}" dt="2026-02-11T14:49:49.472" v="4470" actId="1076"/>
          <ac:spMkLst>
            <pc:docMk/>
            <pc:sldMk cId="1956637017" sldId="280"/>
            <ac:spMk id="29" creationId="{815CF8C6-5D64-C0D7-4DA3-3FE8FA9719C5}"/>
          </ac:spMkLst>
        </pc:spChg>
        <pc:spChg chg="add mod">
          <ac:chgData name="Mathilde Annette Nicole Roulleau" userId="4ab294c6-1984-4b16-bc43-8e77deede0e4" providerId="ADAL" clId="{79810BCC-BAA2-4D46-8788-90936CCE2327}" dt="2026-02-11T14:49:56.720" v="4472" actId="1076"/>
          <ac:spMkLst>
            <pc:docMk/>
            <pc:sldMk cId="1956637017" sldId="280"/>
            <ac:spMk id="30" creationId="{A58C0256-B712-6385-C3BD-89930AA57FC1}"/>
          </ac:spMkLst>
        </pc:spChg>
        <pc:spChg chg="add mod">
          <ac:chgData name="Mathilde Annette Nicole Roulleau" userId="4ab294c6-1984-4b16-bc43-8e77deede0e4" providerId="ADAL" clId="{79810BCC-BAA2-4D46-8788-90936CCE2327}" dt="2026-02-11T14:50:01.376" v="4474" actId="1076"/>
          <ac:spMkLst>
            <pc:docMk/>
            <pc:sldMk cId="1956637017" sldId="280"/>
            <ac:spMk id="31" creationId="{68709724-F6B9-10D5-3252-185C74B0F396}"/>
          </ac:spMkLst>
        </pc:spChg>
        <pc:spChg chg="add mod">
          <ac:chgData name="Mathilde Annette Nicole Roulleau" userId="4ab294c6-1984-4b16-bc43-8e77deede0e4" providerId="ADAL" clId="{79810BCC-BAA2-4D46-8788-90936CCE2327}" dt="2026-02-11T16:24:06.156" v="4664" actId="1076"/>
          <ac:spMkLst>
            <pc:docMk/>
            <pc:sldMk cId="1956637017" sldId="280"/>
            <ac:spMk id="35" creationId="{9F410273-0C59-B8C0-9406-084BC09743D4}"/>
          </ac:spMkLst>
        </pc:spChg>
        <pc:spChg chg="add mod">
          <ac:chgData name="Mathilde Annette Nicole Roulleau" userId="4ab294c6-1984-4b16-bc43-8e77deede0e4" providerId="ADAL" clId="{79810BCC-BAA2-4D46-8788-90936CCE2327}" dt="2026-02-11T16:24:10.710" v="4666" actId="1076"/>
          <ac:spMkLst>
            <pc:docMk/>
            <pc:sldMk cId="1956637017" sldId="280"/>
            <ac:spMk id="36" creationId="{60556D94-A0E5-FDCC-388A-70F7FBEE2421}"/>
          </ac:spMkLst>
        </pc:spChg>
        <pc:spChg chg="add mod">
          <ac:chgData name="Mathilde Annette Nicole Roulleau" userId="4ab294c6-1984-4b16-bc43-8e77deede0e4" providerId="ADAL" clId="{79810BCC-BAA2-4D46-8788-90936CCE2327}" dt="2026-02-11T16:24:20.777" v="4668" actId="1076"/>
          <ac:spMkLst>
            <pc:docMk/>
            <pc:sldMk cId="1956637017" sldId="280"/>
            <ac:spMk id="37" creationId="{7B00FBF6-45F5-1EF7-FA65-D51DCFF2D418}"/>
          </ac:spMkLst>
        </pc:spChg>
        <pc:spChg chg="add mod">
          <ac:chgData name="Mathilde Annette Nicole Roulleau" userId="4ab294c6-1984-4b16-bc43-8e77deede0e4" providerId="ADAL" clId="{79810BCC-BAA2-4D46-8788-90936CCE2327}" dt="2026-02-11T16:24:26.214" v="4670" actId="1076"/>
          <ac:spMkLst>
            <pc:docMk/>
            <pc:sldMk cId="1956637017" sldId="280"/>
            <ac:spMk id="38" creationId="{AB53A4DD-EE52-9852-CDA9-BCACDFF6D0C1}"/>
          </ac:spMkLst>
        </pc:spChg>
        <pc:spChg chg="add mod">
          <ac:chgData name="Mathilde Annette Nicole Roulleau" userId="4ab294c6-1984-4b16-bc43-8e77deede0e4" providerId="ADAL" clId="{79810BCC-BAA2-4D46-8788-90936CCE2327}" dt="2026-02-11T16:24:35.190" v="4672" actId="1076"/>
          <ac:spMkLst>
            <pc:docMk/>
            <pc:sldMk cId="1956637017" sldId="280"/>
            <ac:spMk id="39" creationId="{984B350B-6AD2-43D1-C852-7263FAFB4C36}"/>
          </ac:spMkLst>
        </pc:spChg>
        <pc:spChg chg="add mod">
          <ac:chgData name="Mathilde Annette Nicole Roulleau" userId="4ab294c6-1984-4b16-bc43-8e77deede0e4" providerId="ADAL" clId="{79810BCC-BAA2-4D46-8788-90936CCE2327}" dt="2026-02-11T16:24:44.503" v="4674" actId="1076"/>
          <ac:spMkLst>
            <pc:docMk/>
            <pc:sldMk cId="1956637017" sldId="280"/>
            <ac:spMk id="40" creationId="{4F6E6EEC-5B59-1E8D-67FF-AD4DF77B95A3}"/>
          </ac:spMkLst>
        </pc:spChg>
        <pc:spChg chg="add mod">
          <ac:chgData name="Mathilde Annette Nicole Roulleau" userId="4ab294c6-1984-4b16-bc43-8e77deede0e4" providerId="ADAL" clId="{79810BCC-BAA2-4D46-8788-90936CCE2327}" dt="2026-02-11T16:24:55.788" v="4676" actId="1076"/>
          <ac:spMkLst>
            <pc:docMk/>
            <pc:sldMk cId="1956637017" sldId="280"/>
            <ac:spMk id="41" creationId="{613C106F-E6FB-FAB8-DB64-BECB94AA5BA7}"/>
          </ac:spMkLst>
        </pc:spChg>
        <pc:spChg chg="add mod">
          <ac:chgData name="Mathilde Annette Nicole Roulleau" userId="4ab294c6-1984-4b16-bc43-8e77deede0e4" providerId="ADAL" clId="{79810BCC-BAA2-4D46-8788-90936CCE2327}" dt="2026-02-11T16:25:02.316" v="4678" actId="1076"/>
          <ac:spMkLst>
            <pc:docMk/>
            <pc:sldMk cId="1956637017" sldId="280"/>
            <ac:spMk id="42" creationId="{37649E00-116E-DDC4-31A4-4E8F334F9850}"/>
          </ac:spMkLst>
        </pc:spChg>
        <pc:spChg chg="add mod">
          <ac:chgData name="Mathilde Annette Nicole Roulleau" userId="4ab294c6-1984-4b16-bc43-8e77deede0e4" providerId="ADAL" clId="{79810BCC-BAA2-4D46-8788-90936CCE2327}" dt="2026-02-11T16:25:09.757" v="4680" actId="1076"/>
          <ac:spMkLst>
            <pc:docMk/>
            <pc:sldMk cId="1956637017" sldId="280"/>
            <ac:spMk id="43" creationId="{13F766E9-02F7-E4D4-CF97-D26EA6CF16CD}"/>
          </ac:spMkLst>
        </pc:spChg>
        <pc:spChg chg="add mod">
          <ac:chgData name="Mathilde Annette Nicole Roulleau" userId="4ab294c6-1984-4b16-bc43-8e77deede0e4" providerId="ADAL" clId="{79810BCC-BAA2-4D46-8788-90936CCE2327}" dt="2026-02-11T16:25:13.740" v="4682" actId="1076"/>
          <ac:spMkLst>
            <pc:docMk/>
            <pc:sldMk cId="1956637017" sldId="280"/>
            <ac:spMk id="44" creationId="{DBD67497-DE0F-FDAE-E2E1-CC045424F57B}"/>
          </ac:spMkLst>
        </pc:spChg>
        <pc:spChg chg="add mod">
          <ac:chgData name="Mathilde Annette Nicole Roulleau" userId="4ab294c6-1984-4b16-bc43-8e77deede0e4" providerId="ADAL" clId="{79810BCC-BAA2-4D46-8788-90936CCE2327}" dt="2026-02-11T16:25:21.245" v="4684" actId="1076"/>
          <ac:spMkLst>
            <pc:docMk/>
            <pc:sldMk cId="1956637017" sldId="280"/>
            <ac:spMk id="45" creationId="{68B51C1F-04EC-A591-0F85-57501C8DF77F}"/>
          </ac:spMkLst>
        </pc:spChg>
        <pc:spChg chg="add mod">
          <ac:chgData name="Mathilde Annette Nicole Roulleau" userId="4ab294c6-1984-4b16-bc43-8e77deede0e4" providerId="ADAL" clId="{79810BCC-BAA2-4D46-8788-90936CCE2327}" dt="2026-02-11T16:25:27.309" v="4686" actId="1076"/>
          <ac:spMkLst>
            <pc:docMk/>
            <pc:sldMk cId="1956637017" sldId="280"/>
            <ac:spMk id="46" creationId="{20B76131-F04B-6B19-88C3-4AC512369958}"/>
          </ac:spMkLst>
        </pc:spChg>
        <pc:spChg chg="add mod">
          <ac:chgData name="Mathilde Annette Nicole Roulleau" userId="4ab294c6-1984-4b16-bc43-8e77deede0e4" providerId="ADAL" clId="{79810BCC-BAA2-4D46-8788-90936CCE2327}" dt="2026-02-11T16:25:39.661" v="4692" actId="1076"/>
          <ac:spMkLst>
            <pc:docMk/>
            <pc:sldMk cId="1956637017" sldId="280"/>
            <ac:spMk id="47" creationId="{285B5D9D-9FD3-A544-17EC-ECDA405232E1}"/>
          </ac:spMkLst>
        </pc:spChg>
        <pc:spChg chg="add mod">
          <ac:chgData name="Mathilde Annette Nicole Roulleau" userId="4ab294c6-1984-4b16-bc43-8e77deede0e4" providerId="ADAL" clId="{79810BCC-BAA2-4D46-8788-90936CCE2327}" dt="2026-02-11T16:25:52.414" v="4694" actId="1076"/>
          <ac:spMkLst>
            <pc:docMk/>
            <pc:sldMk cId="1956637017" sldId="280"/>
            <ac:spMk id="48" creationId="{6A582D4C-A764-0040-2000-0DB9180F1F50}"/>
          </ac:spMkLst>
        </pc:spChg>
        <pc:spChg chg="add mod">
          <ac:chgData name="Mathilde Annette Nicole Roulleau" userId="4ab294c6-1984-4b16-bc43-8e77deede0e4" providerId="ADAL" clId="{79810BCC-BAA2-4D46-8788-90936CCE2327}" dt="2026-02-11T16:25:58.863" v="4696" actId="1076"/>
          <ac:spMkLst>
            <pc:docMk/>
            <pc:sldMk cId="1956637017" sldId="280"/>
            <ac:spMk id="49" creationId="{66C43355-4E7C-DF11-827E-775C558FB11F}"/>
          </ac:spMkLst>
        </pc:spChg>
        <pc:spChg chg="add mod">
          <ac:chgData name="Mathilde Annette Nicole Roulleau" userId="4ab294c6-1984-4b16-bc43-8e77deede0e4" providerId="ADAL" clId="{79810BCC-BAA2-4D46-8788-90936CCE2327}" dt="2026-02-11T16:27:15.068" v="4719" actId="1076"/>
          <ac:spMkLst>
            <pc:docMk/>
            <pc:sldMk cId="1956637017" sldId="280"/>
            <ac:spMk id="50" creationId="{0045CF3C-0AA7-1598-E7DB-70EA1340E7FA}"/>
          </ac:spMkLst>
        </pc:spChg>
        <pc:spChg chg="add mod">
          <ac:chgData name="Mathilde Annette Nicole Roulleau" userId="4ab294c6-1984-4b16-bc43-8e77deede0e4" providerId="ADAL" clId="{79810BCC-BAA2-4D46-8788-90936CCE2327}" dt="2026-02-11T16:26:12.230" v="4700" actId="1076"/>
          <ac:spMkLst>
            <pc:docMk/>
            <pc:sldMk cId="1956637017" sldId="280"/>
            <ac:spMk id="51" creationId="{B8FF9FFD-7249-1753-7E1C-8A92924EF885}"/>
          </ac:spMkLst>
        </pc:spChg>
        <pc:spChg chg="add mod">
          <ac:chgData name="Mathilde Annette Nicole Roulleau" userId="4ab294c6-1984-4b16-bc43-8e77deede0e4" providerId="ADAL" clId="{79810BCC-BAA2-4D46-8788-90936CCE2327}" dt="2026-02-11T16:26:22.737" v="4714" actId="1037"/>
          <ac:spMkLst>
            <pc:docMk/>
            <pc:sldMk cId="1956637017" sldId="280"/>
            <ac:spMk id="52" creationId="{C8E11FB4-09E7-A40C-224B-2FE2E4966D66}"/>
          </ac:spMkLst>
        </pc:spChg>
        <pc:spChg chg="add mod">
          <ac:chgData name="Mathilde Annette Nicole Roulleau" userId="4ab294c6-1984-4b16-bc43-8e77deede0e4" providerId="ADAL" clId="{79810BCC-BAA2-4D46-8788-90936CCE2327}" dt="2026-02-11T16:26:52.990" v="4716" actId="1076"/>
          <ac:spMkLst>
            <pc:docMk/>
            <pc:sldMk cId="1956637017" sldId="280"/>
            <ac:spMk id="53" creationId="{488D1334-EBB9-D990-AD71-86845068D6FE}"/>
          </ac:spMkLst>
        </pc:spChg>
        <pc:spChg chg="add mod">
          <ac:chgData name="Mathilde Annette Nicole Roulleau" userId="4ab294c6-1984-4b16-bc43-8e77deede0e4" providerId="ADAL" clId="{79810BCC-BAA2-4D46-8788-90936CCE2327}" dt="2026-02-11T16:27:04.622" v="4718" actId="1076"/>
          <ac:spMkLst>
            <pc:docMk/>
            <pc:sldMk cId="1956637017" sldId="280"/>
            <ac:spMk id="54" creationId="{557B0047-B6B7-A820-5E68-C3F0EB8373ED}"/>
          </ac:spMkLst>
        </pc:spChg>
        <pc:spChg chg="add mod">
          <ac:chgData name="Mathilde Annette Nicole Roulleau" userId="4ab294c6-1984-4b16-bc43-8e77deede0e4" providerId="ADAL" clId="{79810BCC-BAA2-4D46-8788-90936CCE2327}" dt="2026-02-11T16:27:19.997" v="4721" actId="1076"/>
          <ac:spMkLst>
            <pc:docMk/>
            <pc:sldMk cId="1956637017" sldId="280"/>
            <ac:spMk id="55" creationId="{C0914ABF-7B36-E56A-5A7D-0678E0E064C4}"/>
          </ac:spMkLst>
        </pc:spChg>
        <pc:spChg chg="add mod">
          <ac:chgData name="Mathilde Annette Nicole Roulleau" userId="4ab294c6-1984-4b16-bc43-8e77deede0e4" providerId="ADAL" clId="{79810BCC-BAA2-4D46-8788-90936CCE2327}" dt="2026-02-11T16:27:28.075" v="4723" actId="1076"/>
          <ac:spMkLst>
            <pc:docMk/>
            <pc:sldMk cId="1956637017" sldId="280"/>
            <ac:spMk id="56" creationId="{448AF256-7E9F-815B-8FAB-E57A03E14912}"/>
          </ac:spMkLst>
        </pc:spChg>
        <pc:spChg chg="add mod">
          <ac:chgData name="Mathilde Annette Nicole Roulleau" userId="4ab294c6-1984-4b16-bc43-8e77deede0e4" providerId="ADAL" clId="{79810BCC-BAA2-4D46-8788-90936CCE2327}" dt="2026-02-11T16:31:28.032" v="4752" actId="14100"/>
          <ac:spMkLst>
            <pc:docMk/>
            <pc:sldMk cId="1956637017" sldId="280"/>
            <ac:spMk id="57" creationId="{2B16AE50-43CE-0C32-8F97-58ED64D0CDC0}"/>
          </ac:spMkLst>
        </pc:spChg>
        <pc:spChg chg="add mod">
          <ac:chgData name="Mathilde Annette Nicole Roulleau" userId="4ab294c6-1984-4b16-bc43-8e77deede0e4" providerId="ADAL" clId="{79810BCC-BAA2-4D46-8788-90936CCE2327}" dt="2026-02-11T16:31:38.319" v="4754" actId="1076"/>
          <ac:spMkLst>
            <pc:docMk/>
            <pc:sldMk cId="1956637017" sldId="280"/>
            <ac:spMk id="58" creationId="{8C6C7332-3AD7-7E99-E4A6-D83FEB2EBAB9}"/>
          </ac:spMkLst>
        </pc:spChg>
        <pc:picChg chg="add mod">
          <ac:chgData name="Mathilde Annette Nicole Roulleau" userId="4ab294c6-1984-4b16-bc43-8e77deede0e4" providerId="ADAL" clId="{79810BCC-BAA2-4D46-8788-90936CCE2327}" dt="2026-02-11T16:25:32.318" v="4690" actId="1076"/>
          <ac:picMkLst>
            <pc:docMk/>
            <pc:sldMk cId="1956637017" sldId="280"/>
            <ac:picMk id="34" creationId="{8E160B36-24DC-78DA-9337-857D7EEAEA07}"/>
          </ac:picMkLst>
        </pc:picChg>
      </pc:sldChg>
      <pc:sldChg chg="addSp delSp modSp add mod">
        <pc:chgData name="Mathilde Annette Nicole Roulleau" userId="4ab294c6-1984-4b16-bc43-8e77deede0e4" providerId="ADAL" clId="{79810BCC-BAA2-4D46-8788-90936CCE2327}" dt="2026-02-18T17:51:51.869" v="6852" actId="1076"/>
        <pc:sldMkLst>
          <pc:docMk/>
          <pc:sldMk cId="1208743826" sldId="281"/>
        </pc:sldMkLst>
        <pc:spChg chg="add mod">
          <ac:chgData name="Mathilde Annette Nicole Roulleau" userId="4ab294c6-1984-4b16-bc43-8e77deede0e4" providerId="ADAL" clId="{79810BCC-BAA2-4D46-8788-90936CCE2327}" dt="2026-02-11T15:06:56.037" v="4493" actId="1076"/>
          <ac:spMkLst>
            <pc:docMk/>
            <pc:sldMk cId="1208743826" sldId="281"/>
            <ac:spMk id="2" creationId="{36BE7903-F741-B34E-04A7-70CF5F7DDFC8}"/>
          </ac:spMkLst>
        </pc:spChg>
        <pc:spChg chg="add mod">
          <ac:chgData name="Mathilde Annette Nicole Roulleau" userId="4ab294c6-1984-4b16-bc43-8e77deede0e4" providerId="ADAL" clId="{79810BCC-BAA2-4D46-8788-90936CCE2327}" dt="2026-02-11T15:07:02.984" v="4495" actId="1076"/>
          <ac:spMkLst>
            <pc:docMk/>
            <pc:sldMk cId="1208743826" sldId="281"/>
            <ac:spMk id="3" creationId="{D3E42266-A94C-8D65-BEAD-9303B505EA62}"/>
          </ac:spMkLst>
        </pc:spChg>
        <pc:spChg chg="add mod">
          <ac:chgData name="Mathilde Annette Nicole Roulleau" userId="4ab294c6-1984-4b16-bc43-8e77deede0e4" providerId="ADAL" clId="{79810BCC-BAA2-4D46-8788-90936CCE2327}" dt="2026-02-11T16:23:21.292" v="4658" actId="1076"/>
          <ac:spMkLst>
            <pc:docMk/>
            <pc:sldMk cId="1208743826" sldId="281"/>
            <ac:spMk id="7" creationId="{45DAAED9-45D7-9E52-93B0-1DBAABAB63F7}"/>
          </ac:spMkLst>
        </pc:spChg>
        <pc:spChg chg="add mod">
          <ac:chgData name="Mathilde Annette Nicole Roulleau" userId="4ab294c6-1984-4b16-bc43-8e77deede0e4" providerId="ADAL" clId="{79810BCC-BAA2-4D46-8788-90936CCE2327}" dt="2026-02-11T16:23:29.060" v="4660" actId="1076"/>
          <ac:spMkLst>
            <pc:docMk/>
            <pc:sldMk cId="1208743826" sldId="281"/>
            <ac:spMk id="8" creationId="{D4AF52B8-ABF2-481A-95CE-68AB59234968}"/>
          </ac:spMkLst>
        </pc:spChg>
        <pc:spChg chg="add mod">
          <ac:chgData name="Mathilde Annette Nicole Roulleau" userId="4ab294c6-1984-4b16-bc43-8e77deede0e4" providerId="ADAL" clId="{79810BCC-BAA2-4D46-8788-90936CCE2327}" dt="2026-02-11T16:30:59.457" v="4747" actId="1037"/>
          <ac:spMkLst>
            <pc:docMk/>
            <pc:sldMk cId="1208743826" sldId="281"/>
            <ac:spMk id="9" creationId="{B74AD5DA-FBBE-C8FD-F90A-1BFE278B9DA4}"/>
          </ac:spMkLst>
        </pc:spChg>
        <pc:spChg chg="mod">
          <ac:chgData name="Mathilde Annette Nicole Roulleau" userId="4ab294c6-1984-4b16-bc43-8e77deede0e4" providerId="ADAL" clId="{79810BCC-BAA2-4D46-8788-90936CCE2327}" dt="2026-02-12T09:26:11.608" v="6155" actId="1076"/>
          <ac:spMkLst>
            <pc:docMk/>
            <pc:sldMk cId="1208743826" sldId="281"/>
            <ac:spMk id="10" creationId="{144FDCBB-57F8-EE86-4698-F1B42D9C0B30}"/>
          </ac:spMkLst>
        </pc:spChg>
        <pc:spChg chg="add mod">
          <ac:chgData name="Mathilde Annette Nicole Roulleau" userId="4ab294c6-1984-4b16-bc43-8e77deede0e4" providerId="ADAL" clId="{79810BCC-BAA2-4D46-8788-90936CCE2327}" dt="2026-02-18T17:51:51.869" v="6852" actId="1076"/>
          <ac:spMkLst>
            <pc:docMk/>
            <pc:sldMk cId="1208743826" sldId="281"/>
            <ac:spMk id="11" creationId="{4867A627-26EF-EBF3-CE88-482E59901734}"/>
          </ac:spMkLst>
        </pc:spChg>
        <pc:spChg chg="add mod">
          <ac:chgData name="Mathilde Annette Nicole Roulleau" userId="4ab294c6-1984-4b16-bc43-8e77deede0e4" providerId="ADAL" clId="{79810BCC-BAA2-4D46-8788-90936CCE2327}" dt="2026-02-11T16:31:09.270" v="4749" actId="1076"/>
          <ac:spMkLst>
            <pc:docMk/>
            <pc:sldMk cId="1208743826" sldId="281"/>
            <ac:spMk id="12" creationId="{2D59EA30-409E-83CF-A978-207AA1E1376D}"/>
          </ac:spMkLst>
        </pc:spChg>
        <pc:spChg chg="add mod">
          <ac:chgData name="Mathilde Annette Nicole Roulleau" userId="4ab294c6-1984-4b16-bc43-8e77deede0e4" providerId="ADAL" clId="{79810BCC-BAA2-4D46-8788-90936CCE2327}" dt="2026-02-18T17:51:51.869" v="6852" actId="1076"/>
          <ac:spMkLst>
            <pc:docMk/>
            <pc:sldMk cId="1208743826" sldId="281"/>
            <ac:spMk id="13" creationId="{016463F0-9D06-E691-8636-2B015B5376DB}"/>
          </ac:spMkLst>
        </pc:spChg>
        <pc:picChg chg="mod">
          <ac:chgData name="Mathilde Annette Nicole Roulleau" userId="4ab294c6-1984-4b16-bc43-8e77deede0e4" providerId="ADAL" clId="{79810BCC-BAA2-4D46-8788-90936CCE2327}" dt="2026-02-11T16:30:56.069" v="4746" actId="1076"/>
          <ac:picMkLst>
            <pc:docMk/>
            <pc:sldMk cId="1208743826" sldId="281"/>
            <ac:picMk id="5" creationId="{77623300-18F6-3E1A-1F70-4E2E4AEBFD6A}"/>
          </ac:picMkLst>
        </pc:picChg>
        <pc:picChg chg="add mod">
          <ac:chgData name="Mathilde Annette Nicole Roulleau" userId="4ab294c6-1984-4b16-bc43-8e77deede0e4" providerId="ADAL" clId="{79810BCC-BAA2-4D46-8788-90936CCE2327}" dt="2026-02-11T16:23:13.442" v="4656" actId="1076"/>
          <ac:picMkLst>
            <pc:docMk/>
            <pc:sldMk cId="1208743826" sldId="281"/>
            <ac:picMk id="6" creationId="{258E5DAE-B67B-9D83-7598-7813BBA40818}"/>
          </ac:picMkLst>
        </pc:picChg>
      </pc:sldChg>
      <pc:sldChg chg="addSp delSp modSp add mod">
        <pc:chgData name="Mathilde Annette Nicole Roulleau" userId="4ab294c6-1984-4b16-bc43-8e77deede0e4" providerId="ADAL" clId="{79810BCC-BAA2-4D46-8788-90936CCE2327}" dt="2026-02-18T17:51:13.782" v="6844"/>
        <pc:sldMkLst>
          <pc:docMk/>
          <pc:sldMk cId="3796169502" sldId="282"/>
        </pc:sldMkLst>
        <pc:spChg chg="add mod">
          <ac:chgData name="Mathilde Annette Nicole Roulleau" userId="4ab294c6-1984-4b16-bc43-8e77deede0e4" providerId="ADAL" clId="{79810BCC-BAA2-4D46-8788-90936CCE2327}" dt="2026-02-11T15:09:55.624" v="4512" actId="1076"/>
          <ac:spMkLst>
            <pc:docMk/>
            <pc:sldMk cId="3796169502" sldId="282"/>
            <ac:spMk id="2" creationId="{845003B5-34CC-5F5C-8C55-6986C8F36D21}"/>
          </ac:spMkLst>
        </pc:spChg>
        <pc:spChg chg="add mod">
          <ac:chgData name="Mathilde Annette Nicole Roulleau" userId="4ab294c6-1984-4b16-bc43-8e77deede0e4" providerId="ADAL" clId="{79810BCC-BAA2-4D46-8788-90936CCE2327}" dt="2026-02-18T17:51:13.782" v="6844"/>
          <ac:spMkLst>
            <pc:docMk/>
            <pc:sldMk cId="3796169502" sldId="282"/>
            <ac:spMk id="3" creationId="{35BA9E88-93D5-CD0B-523E-55B753092D9A}"/>
          </ac:spMkLst>
        </pc:spChg>
        <pc:spChg chg="add mod">
          <ac:chgData name="Mathilde Annette Nicole Roulleau" userId="4ab294c6-1984-4b16-bc43-8e77deede0e4" providerId="ADAL" clId="{79810BCC-BAA2-4D46-8788-90936CCE2327}" dt="2026-02-11T15:11:17.365" v="4523" actId="1076"/>
          <ac:spMkLst>
            <pc:docMk/>
            <pc:sldMk cId="3796169502" sldId="282"/>
            <ac:spMk id="6" creationId="{9CFF429A-3221-1F7A-0FE2-E3285B761DA9}"/>
          </ac:spMkLst>
        </pc:spChg>
        <pc:spChg chg="add mod">
          <ac:chgData name="Mathilde Annette Nicole Roulleau" userId="4ab294c6-1984-4b16-bc43-8e77deede0e4" providerId="ADAL" clId="{79810BCC-BAA2-4D46-8788-90936CCE2327}" dt="2026-02-11T15:11:00.296" v="4522" actId="1076"/>
          <ac:spMkLst>
            <pc:docMk/>
            <pc:sldMk cId="3796169502" sldId="282"/>
            <ac:spMk id="7" creationId="{437E72C6-FAD5-CBA1-648B-8DB8BF2B0FF6}"/>
          </ac:spMkLst>
        </pc:spChg>
        <pc:spChg chg="add mod">
          <ac:chgData name="Mathilde Annette Nicole Roulleau" userId="4ab294c6-1984-4b16-bc43-8e77deede0e4" providerId="ADAL" clId="{79810BCC-BAA2-4D46-8788-90936CCE2327}" dt="2026-02-11T16:05:02.391" v="4559" actId="1076"/>
          <ac:spMkLst>
            <pc:docMk/>
            <pc:sldMk cId="3796169502" sldId="282"/>
            <ac:spMk id="9" creationId="{4F3CADE1-1E6F-D231-392E-DD663F7EE174}"/>
          </ac:spMkLst>
        </pc:spChg>
        <pc:spChg chg="mod">
          <ac:chgData name="Mathilde Annette Nicole Roulleau" userId="4ab294c6-1984-4b16-bc43-8e77deede0e4" providerId="ADAL" clId="{79810BCC-BAA2-4D46-8788-90936CCE2327}" dt="2026-02-12T09:25:51.252" v="6149" actId="1076"/>
          <ac:spMkLst>
            <pc:docMk/>
            <pc:sldMk cId="3796169502" sldId="282"/>
            <ac:spMk id="10" creationId="{10963873-EE2D-590B-8B39-72ED37D67526}"/>
          </ac:spMkLst>
        </pc:spChg>
        <pc:spChg chg="add mod">
          <ac:chgData name="Mathilde Annette Nicole Roulleau" userId="4ab294c6-1984-4b16-bc43-8e77deede0e4" providerId="ADAL" clId="{79810BCC-BAA2-4D46-8788-90936CCE2327}" dt="2026-02-18T17:51:13.782" v="6844"/>
          <ac:spMkLst>
            <pc:docMk/>
            <pc:sldMk cId="3796169502" sldId="282"/>
            <ac:spMk id="11" creationId="{F44F7643-1E66-E837-885F-D3336E157754}"/>
          </ac:spMkLst>
        </pc:spChg>
        <pc:spChg chg="add mod">
          <ac:chgData name="Mathilde Annette Nicole Roulleau" userId="4ab294c6-1984-4b16-bc43-8e77deede0e4" providerId="ADAL" clId="{79810BCC-BAA2-4D46-8788-90936CCE2327}" dt="2026-02-11T16:05:13.999" v="4562" actId="1076"/>
          <ac:spMkLst>
            <pc:docMk/>
            <pc:sldMk cId="3796169502" sldId="282"/>
            <ac:spMk id="12" creationId="{5C3771E6-ECF8-D8A6-3FA6-961248C06F5D}"/>
          </ac:spMkLst>
        </pc:spChg>
        <pc:spChg chg="add mod">
          <ac:chgData name="Mathilde Annette Nicole Roulleau" userId="4ab294c6-1984-4b16-bc43-8e77deede0e4" providerId="ADAL" clId="{79810BCC-BAA2-4D46-8788-90936CCE2327}" dt="2026-02-11T16:05:20.964" v="4564" actId="1076"/>
          <ac:spMkLst>
            <pc:docMk/>
            <pc:sldMk cId="3796169502" sldId="282"/>
            <ac:spMk id="15" creationId="{B9EC21A7-7114-5A38-639E-85A4C19E426E}"/>
          </ac:spMkLst>
        </pc:spChg>
        <pc:spChg chg="add mod">
          <ac:chgData name="Mathilde Annette Nicole Roulleau" userId="4ab294c6-1984-4b16-bc43-8e77deede0e4" providerId="ADAL" clId="{79810BCC-BAA2-4D46-8788-90936CCE2327}" dt="2026-02-11T16:29:34.024" v="4733" actId="14100"/>
          <ac:spMkLst>
            <pc:docMk/>
            <pc:sldMk cId="3796169502" sldId="282"/>
            <ac:spMk id="16" creationId="{5D352042-E0A0-1017-EBC7-AC1C14EDAB98}"/>
          </ac:spMkLst>
        </pc:spChg>
        <pc:spChg chg="add mod">
          <ac:chgData name="Mathilde Annette Nicole Roulleau" userId="4ab294c6-1984-4b16-bc43-8e77deede0e4" providerId="ADAL" clId="{79810BCC-BAA2-4D46-8788-90936CCE2327}" dt="2026-02-11T16:29:58.498" v="4736" actId="1076"/>
          <ac:spMkLst>
            <pc:docMk/>
            <pc:sldMk cId="3796169502" sldId="282"/>
            <ac:spMk id="17" creationId="{78819A8A-4C77-FF59-91B4-33D69A64490E}"/>
          </ac:spMkLst>
        </pc:spChg>
        <pc:picChg chg="add mod">
          <ac:chgData name="Mathilde Annette Nicole Roulleau" userId="4ab294c6-1984-4b16-bc43-8e77deede0e4" providerId="ADAL" clId="{79810BCC-BAA2-4D46-8788-90936CCE2327}" dt="2026-02-11T16:04:13.153" v="4557" actId="1076"/>
          <ac:picMkLst>
            <pc:docMk/>
            <pc:sldMk cId="3796169502" sldId="282"/>
            <ac:picMk id="8" creationId="{7D6DD822-4DEF-0A84-9B35-91498AC71FE3}"/>
          </ac:picMkLst>
        </pc:picChg>
      </pc:sldChg>
      <pc:sldChg chg="addSp delSp modSp add mod">
        <pc:chgData name="Mathilde Annette Nicole Roulleau" userId="4ab294c6-1984-4b16-bc43-8e77deede0e4" providerId="ADAL" clId="{79810BCC-BAA2-4D46-8788-90936CCE2327}" dt="2026-02-18T17:51:07.173" v="6842" actId="1076"/>
        <pc:sldMkLst>
          <pc:docMk/>
          <pc:sldMk cId="551368788" sldId="283"/>
        </pc:sldMkLst>
        <pc:spChg chg="add mod">
          <ac:chgData name="Mathilde Annette Nicole Roulleau" userId="4ab294c6-1984-4b16-bc43-8e77deede0e4" providerId="ADAL" clId="{79810BCC-BAA2-4D46-8788-90936CCE2327}" dt="2026-02-11T16:20:57.920" v="4634" actId="1076"/>
          <ac:spMkLst>
            <pc:docMk/>
            <pc:sldMk cId="551368788" sldId="283"/>
            <ac:spMk id="2" creationId="{E9222011-31C2-A89E-585F-53BF61854684}"/>
          </ac:spMkLst>
        </pc:spChg>
        <pc:spChg chg="add mod">
          <ac:chgData name="Mathilde Annette Nicole Roulleau" userId="4ab294c6-1984-4b16-bc43-8e77deede0e4" providerId="ADAL" clId="{79810BCC-BAA2-4D46-8788-90936CCE2327}" dt="2026-02-18T17:51:07.173" v="6842" actId="1076"/>
          <ac:spMkLst>
            <pc:docMk/>
            <pc:sldMk cId="551368788" sldId="283"/>
            <ac:spMk id="3" creationId="{A0BF57BF-0775-D45F-9141-42690F98A410}"/>
          </ac:spMkLst>
        </pc:spChg>
        <pc:spChg chg="add mod">
          <ac:chgData name="Mathilde Annette Nicole Roulleau" userId="4ab294c6-1984-4b16-bc43-8e77deede0e4" providerId="ADAL" clId="{79810BCC-BAA2-4D46-8788-90936CCE2327}" dt="2026-02-18T17:50:54.421" v="6840" actId="1076"/>
          <ac:spMkLst>
            <pc:docMk/>
            <pc:sldMk cId="551368788" sldId="283"/>
            <ac:spMk id="7" creationId="{8C4A89E6-12ED-2D01-5562-409EA8E521B9}"/>
          </ac:spMkLst>
        </pc:spChg>
        <pc:spChg chg="add mod">
          <ac:chgData name="Mathilde Annette Nicole Roulleau" userId="4ab294c6-1984-4b16-bc43-8e77deede0e4" providerId="ADAL" clId="{79810BCC-BAA2-4D46-8788-90936CCE2327}" dt="2026-02-11T16:21:15.033" v="4641" actId="1035"/>
          <ac:spMkLst>
            <pc:docMk/>
            <pc:sldMk cId="551368788" sldId="283"/>
            <ac:spMk id="8" creationId="{5995D903-3B0C-7605-5E9D-6FF4D313B3DF}"/>
          </ac:spMkLst>
        </pc:spChg>
        <pc:spChg chg="add mod">
          <ac:chgData name="Mathilde Annette Nicole Roulleau" userId="4ab294c6-1984-4b16-bc43-8e77deede0e4" providerId="ADAL" clId="{79810BCC-BAA2-4D46-8788-90936CCE2327}" dt="2026-02-11T16:22:15.734" v="4648" actId="1076"/>
          <ac:spMkLst>
            <pc:docMk/>
            <pc:sldMk cId="551368788" sldId="283"/>
            <ac:spMk id="9" creationId="{B6A8C6AA-2710-7174-8DB7-FD93CA413061}"/>
          </ac:spMkLst>
        </pc:spChg>
        <pc:spChg chg="mod">
          <ac:chgData name="Mathilde Annette Nicole Roulleau" userId="4ab294c6-1984-4b16-bc43-8e77deede0e4" providerId="ADAL" clId="{79810BCC-BAA2-4D46-8788-90936CCE2327}" dt="2026-02-12T09:25:39.983" v="6145" actId="1076"/>
          <ac:spMkLst>
            <pc:docMk/>
            <pc:sldMk cId="551368788" sldId="283"/>
            <ac:spMk id="10" creationId="{550D7BB0-C83E-4AB0-D559-83CF3DC46136}"/>
          </ac:spMkLst>
        </pc:spChg>
        <pc:spChg chg="add mod">
          <ac:chgData name="Mathilde Annette Nicole Roulleau" userId="4ab294c6-1984-4b16-bc43-8e77deede0e4" providerId="ADAL" clId="{79810BCC-BAA2-4D46-8788-90936CCE2327}" dt="2026-02-11T16:22:20.989" v="4650" actId="1076"/>
          <ac:spMkLst>
            <pc:docMk/>
            <pc:sldMk cId="551368788" sldId="283"/>
            <ac:spMk id="12" creationId="{240FBC59-A09A-1B8E-E846-8BEE1393E9E7}"/>
          </ac:spMkLst>
        </pc:spChg>
        <pc:spChg chg="add mod">
          <ac:chgData name="Mathilde Annette Nicole Roulleau" userId="4ab294c6-1984-4b16-bc43-8e77deede0e4" providerId="ADAL" clId="{79810BCC-BAA2-4D46-8788-90936CCE2327}" dt="2026-02-11T16:28:52.242" v="4727" actId="208"/>
          <ac:spMkLst>
            <pc:docMk/>
            <pc:sldMk cId="551368788" sldId="283"/>
            <ac:spMk id="15" creationId="{76440C73-8D0C-364D-C092-7F70B76320F0}"/>
          </ac:spMkLst>
        </pc:spChg>
        <pc:spChg chg="add mod">
          <ac:chgData name="Mathilde Annette Nicole Roulleau" userId="4ab294c6-1984-4b16-bc43-8e77deede0e4" providerId="ADAL" clId="{79810BCC-BAA2-4D46-8788-90936CCE2327}" dt="2026-02-11T16:29:11.236" v="4730" actId="1076"/>
          <ac:spMkLst>
            <pc:docMk/>
            <pc:sldMk cId="551368788" sldId="283"/>
            <ac:spMk id="16" creationId="{724EAF73-753A-7E85-4DC4-23F4CC05FE08}"/>
          </ac:spMkLst>
        </pc:spChg>
        <pc:picChg chg="add mod">
          <ac:chgData name="Mathilde Annette Nicole Roulleau" userId="4ab294c6-1984-4b16-bc43-8e77deede0e4" providerId="ADAL" clId="{79810BCC-BAA2-4D46-8788-90936CCE2327}" dt="2026-02-11T16:19:46.571" v="4628"/>
          <ac:picMkLst>
            <pc:docMk/>
            <pc:sldMk cId="551368788" sldId="283"/>
            <ac:picMk id="6" creationId="{8289987A-C153-4295-7072-65A3C86B0F9C}"/>
          </ac:picMkLst>
        </pc:picChg>
      </pc:sldChg>
      <pc:sldChg chg="addSp delSp modSp add mod">
        <pc:chgData name="Mathilde Annette Nicole Roulleau" userId="4ab294c6-1984-4b16-bc43-8e77deede0e4" providerId="ADAL" clId="{79810BCC-BAA2-4D46-8788-90936CCE2327}" dt="2026-02-18T17:51:20.442" v="6847"/>
        <pc:sldMkLst>
          <pc:docMk/>
          <pc:sldMk cId="4221183311" sldId="284"/>
        </pc:sldMkLst>
        <pc:spChg chg="add mod">
          <ac:chgData name="Mathilde Annette Nicole Roulleau" userId="4ab294c6-1984-4b16-bc43-8e77deede0e4" providerId="ADAL" clId="{79810BCC-BAA2-4D46-8788-90936CCE2327}" dt="2026-02-18T17:51:20.442" v="6847"/>
          <ac:spMkLst>
            <pc:docMk/>
            <pc:sldMk cId="4221183311" sldId="284"/>
            <ac:spMk id="2" creationId="{429F702F-C4E6-B3FE-C85C-F28F52D1D678}"/>
          </ac:spMkLst>
        </pc:spChg>
        <pc:spChg chg="add mod">
          <ac:chgData name="Mathilde Annette Nicole Roulleau" userId="4ab294c6-1984-4b16-bc43-8e77deede0e4" providerId="ADAL" clId="{79810BCC-BAA2-4D46-8788-90936CCE2327}" dt="2026-02-18T17:51:20.442" v="6847"/>
          <ac:spMkLst>
            <pc:docMk/>
            <pc:sldMk cId="4221183311" sldId="284"/>
            <ac:spMk id="3" creationId="{2AD5DE77-7804-6F2D-356C-0583EC120812}"/>
          </ac:spMkLst>
        </pc:spChg>
        <pc:spChg chg="mod">
          <ac:chgData name="Mathilde Annette Nicole Roulleau" userId="4ab294c6-1984-4b16-bc43-8e77deede0e4" providerId="ADAL" clId="{79810BCC-BAA2-4D46-8788-90936CCE2327}" dt="2026-02-11T16:45:53.829" v="4859" actId="20577"/>
          <ac:spMkLst>
            <pc:docMk/>
            <pc:sldMk cId="4221183311" sldId="284"/>
            <ac:spMk id="10" creationId="{B0149B61-A94D-93BB-4E3C-C049B788EBD5}"/>
          </ac:spMkLst>
        </pc:spChg>
        <pc:spChg chg="add mod">
          <ac:chgData name="Mathilde Annette Nicole Roulleau" userId="4ab294c6-1984-4b16-bc43-8e77deede0e4" providerId="ADAL" clId="{79810BCC-BAA2-4D46-8788-90936CCE2327}" dt="2026-02-11T16:12:56.794" v="4582" actId="1076"/>
          <ac:spMkLst>
            <pc:docMk/>
            <pc:sldMk cId="4221183311" sldId="284"/>
            <ac:spMk id="13" creationId="{E97144D5-9527-3D19-CCEC-569314E46D5B}"/>
          </ac:spMkLst>
        </pc:spChg>
        <pc:spChg chg="add mod">
          <ac:chgData name="Mathilde Annette Nicole Roulleau" userId="4ab294c6-1984-4b16-bc43-8e77deede0e4" providerId="ADAL" clId="{79810BCC-BAA2-4D46-8788-90936CCE2327}" dt="2026-02-11T16:13:07.682" v="4584" actId="1076"/>
          <ac:spMkLst>
            <pc:docMk/>
            <pc:sldMk cId="4221183311" sldId="284"/>
            <ac:spMk id="16" creationId="{94F43B0B-E786-3FC6-16AC-9846C63E7EC6}"/>
          </ac:spMkLst>
        </pc:spChg>
        <pc:spChg chg="add mod">
          <ac:chgData name="Mathilde Annette Nicole Roulleau" userId="4ab294c6-1984-4b16-bc43-8e77deede0e4" providerId="ADAL" clId="{79810BCC-BAA2-4D46-8788-90936CCE2327}" dt="2026-02-11T16:13:16.002" v="4586" actId="1076"/>
          <ac:spMkLst>
            <pc:docMk/>
            <pc:sldMk cId="4221183311" sldId="284"/>
            <ac:spMk id="17" creationId="{C4486ACE-3EB8-A644-3DD4-4CD19133E27E}"/>
          </ac:spMkLst>
        </pc:spChg>
        <pc:spChg chg="add mod">
          <ac:chgData name="Mathilde Annette Nicole Roulleau" userId="4ab294c6-1984-4b16-bc43-8e77deede0e4" providerId="ADAL" clId="{79810BCC-BAA2-4D46-8788-90936CCE2327}" dt="2026-02-11T16:13:24.033" v="4588" actId="1076"/>
          <ac:spMkLst>
            <pc:docMk/>
            <pc:sldMk cId="4221183311" sldId="284"/>
            <ac:spMk id="18" creationId="{062BB6E2-15E2-262B-CAEA-14F6A68AC771}"/>
          </ac:spMkLst>
        </pc:spChg>
        <pc:spChg chg="add mod">
          <ac:chgData name="Mathilde Annette Nicole Roulleau" userId="4ab294c6-1984-4b16-bc43-8e77deede0e4" providerId="ADAL" clId="{79810BCC-BAA2-4D46-8788-90936CCE2327}" dt="2026-02-11T16:13:29.234" v="4590" actId="1076"/>
          <ac:spMkLst>
            <pc:docMk/>
            <pc:sldMk cId="4221183311" sldId="284"/>
            <ac:spMk id="19" creationId="{1F35C8CC-52C9-B568-C464-E03689BD86BD}"/>
          </ac:spMkLst>
        </pc:spChg>
        <pc:spChg chg="add mod">
          <ac:chgData name="Mathilde Annette Nicole Roulleau" userId="4ab294c6-1984-4b16-bc43-8e77deede0e4" providerId="ADAL" clId="{79810BCC-BAA2-4D46-8788-90936CCE2327}" dt="2026-02-11T16:13:40.730" v="4592" actId="1076"/>
          <ac:spMkLst>
            <pc:docMk/>
            <pc:sldMk cId="4221183311" sldId="284"/>
            <ac:spMk id="20" creationId="{ED7C2195-9D74-7FD8-BF5C-5D519404B59B}"/>
          </ac:spMkLst>
        </pc:spChg>
        <pc:spChg chg="add mod">
          <ac:chgData name="Mathilde Annette Nicole Roulleau" userId="4ab294c6-1984-4b16-bc43-8e77deede0e4" providerId="ADAL" clId="{79810BCC-BAA2-4D46-8788-90936CCE2327}" dt="2026-02-11T16:13:55.699" v="4594" actId="1076"/>
          <ac:spMkLst>
            <pc:docMk/>
            <pc:sldMk cId="4221183311" sldId="284"/>
            <ac:spMk id="21" creationId="{27E93168-22BE-E9D8-0F7E-60723D488995}"/>
          </ac:spMkLst>
        </pc:spChg>
        <pc:spChg chg="add mod">
          <ac:chgData name="Mathilde Annette Nicole Roulleau" userId="4ab294c6-1984-4b16-bc43-8e77deede0e4" providerId="ADAL" clId="{79810BCC-BAA2-4D46-8788-90936CCE2327}" dt="2026-02-11T16:14:19.602" v="4596" actId="1076"/>
          <ac:spMkLst>
            <pc:docMk/>
            <pc:sldMk cId="4221183311" sldId="284"/>
            <ac:spMk id="22" creationId="{9D97C65B-4098-AECD-43F4-DC069E66107E}"/>
          </ac:spMkLst>
        </pc:spChg>
        <pc:spChg chg="add mod">
          <ac:chgData name="Mathilde Annette Nicole Roulleau" userId="4ab294c6-1984-4b16-bc43-8e77deede0e4" providerId="ADAL" clId="{79810BCC-BAA2-4D46-8788-90936CCE2327}" dt="2026-02-11T16:14:36.300" v="4598" actId="1076"/>
          <ac:spMkLst>
            <pc:docMk/>
            <pc:sldMk cId="4221183311" sldId="284"/>
            <ac:spMk id="23" creationId="{3F18BE90-4E85-830F-3C4A-C31508E9A4CE}"/>
          </ac:spMkLst>
        </pc:spChg>
        <pc:spChg chg="add mod">
          <ac:chgData name="Mathilde Annette Nicole Roulleau" userId="4ab294c6-1984-4b16-bc43-8e77deede0e4" providerId="ADAL" clId="{79810BCC-BAA2-4D46-8788-90936CCE2327}" dt="2026-02-11T16:14:41.521" v="4600" actId="1076"/>
          <ac:spMkLst>
            <pc:docMk/>
            <pc:sldMk cId="4221183311" sldId="284"/>
            <ac:spMk id="24" creationId="{9FE10722-077E-4FF6-014E-852668F2E7ED}"/>
          </ac:spMkLst>
        </pc:spChg>
        <pc:spChg chg="add mod">
          <ac:chgData name="Mathilde Annette Nicole Roulleau" userId="4ab294c6-1984-4b16-bc43-8e77deede0e4" providerId="ADAL" clId="{79810BCC-BAA2-4D46-8788-90936CCE2327}" dt="2026-02-11T16:15:09.456" v="4605" actId="1076"/>
          <ac:spMkLst>
            <pc:docMk/>
            <pc:sldMk cId="4221183311" sldId="284"/>
            <ac:spMk id="25" creationId="{0144A71A-A559-8D55-C7C1-238E5E76132A}"/>
          </ac:spMkLst>
        </pc:spChg>
        <pc:spChg chg="add mod">
          <ac:chgData name="Mathilde Annette Nicole Roulleau" userId="4ab294c6-1984-4b16-bc43-8e77deede0e4" providerId="ADAL" clId="{79810BCC-BAA2-4D46-8788-90936CCE2327}" dt="2026-02-11T16:15:03.482" v="4604" actId="1076"/>
          <ac:spMkLst>
            <pc:docMk/>
            <pc:sldMk cId="4221183311" sldId="284"/>
            <ac:spMk id="26" creationId="{0ACE12A0-54D2-FDEF-53A3-682C701B3CAA}"/>
          </ac:spMkLst>
        </pc:spChg>
        <pc:spChg chg="add mod">
          <ac:chgData name="Mathilde Annette Nicole Roulleau" userId="4ab294c6-1984-4b16-bc43-8e77deede0e4" providerId="ADAL" clId="{79810BCC-BAA2-4D46-8788-90936CCE2327}" dt="2026-02-11T16:15:17.760" v="4607" actId="1076"/>
          <ac:spMkLst>
            <pc:docMk/>
            <pc:sldMk cId="4221183311" sldId="284"/>
            <ac:spMk id="27" creationId="{7AB5DDFF-72FF-00A7-7A76-0E771D1C0904}"/>
          </ac:spMkLst>
        </pc:spChg>
        <pc:spChg chg="add mod">
          <ac:chgData name="Mathilde Annette Nicole Roulleau" userId="4ab294c6-1984-4b16-bc43-8e77deede0e4" providerId="ADAL" clId="{79810BCC-BAA2-4D46-8788-90936CCE2327}" dt="2026-02-11T16:15:33.232" v="4615" actId="1038"/>
          <ac:spMkLst>
            <pc:docMk/>
            <pc:sldMk cId="4221183311" sldId="284"/>
            <ac:spMk id="28" creationId="{EF82AE61-AE74-EA5D-FD1F-9C284088A7B2}"/>
          </ac:spMkLst>
        </pc:spChg>
        <pc:spChg chg="add mod">
          <ac:chgData name="Mathilde Annette Nicole Roulleau" userId="4ab294c6-1984-4b16-bc43-8e77deede0e4" providerId="ADAL" clId="{79810BCC-BAA2-4D46-8788-90936CCE2327}" dt="2026-02-11T16:30:14.811" v="4739" actId="14100"/>
          <ac:spMkLst>
            <pc:docMk/>
            <pc:sldMk cId="4221183311" sldId="284"/>
            <ac:spMk id="29" creationId="{79D2D164-5611-40C0-A9F1-39BC9F3B76C7}"/>
          </ac:spMkLst>
        </pc:spChg>
        <pc:spChg chg="add mod">
          <ac:chgData name="Mathilde Annette Nicole Roulleau" userId="4ab294c6-1984-4b16-bc43-8e77deede0e4" providerId="ADAL" clId="{79810BCC-BAA2-4D46-8788-90936CCE2327}" dt="2026-02-11T17:10:52.724" v="4954" actId="1036"/>
          <ac:spMkLst>
            <pc:docMk/>
            <pc:sldMk cId="4221183311" sldId="284"/>
            <ac:spMk id="30" creationId="{32D3A43F-0171-A625-15C4-104BF09C0E4A}"/>
          </ac:spMkLst>
        </pc:spChg>
      </pc:sldChg>
      <pc:sldChg chg="addSp delSp modSp add mod">
        <pc:chgData name="Mathilde Annette Nicole Roulleau" userId="4ab294c6-1984-4b16-bc43-8e77deede0e4" providerId="ADAL" clId="{79810BCC-BAA2-4D46-8788-90936CCE2327}" dt="2026-02-18T17:51:11.752" v="6843"/>
        <pc:sldMkLst>
          <pc:docMk/>
          <pc:sldMk cId="3943989302" sldId="285"/>
        </pc:sldMkLst>
        <pc:spChg chg="mod">
          <ac:chgData name="Mathilde Annette Nicole Roulleau" userId="4ab294c6-1984-4b16-bc43-8e77deede0e4" providerId="ADAL" clId="{79810BCC-BAA2-4D46-8788-90936CCE2327}" dt="2026-02-11T16:32:57.127" v="4756" actId="1076"/>
          <ac:spMkLst>
            <pc:docMk/>
            <pc:sldMk cId="3943989302" sldId="285"/>
            <ac:spMk id="2" creationId="{F932BC02-AF24-1176-F039-D03DC91348FF}"/>
          </ac:spMkLst>
        </pc:spChg>
        <pc:spChg chg="add mod">
          <ac:chgData name="Mathilde Annette Nicole Roulleau" userId="4ab294c6-1984-4b16-bc43-8e77deede0e4" providerId="ADAL" clId="{79810BCC-BAA2-4D46-8788-90936CCE2327}" dt="2026-02-18T17:51:11.752" v="6843"/>
          <ac:spMkLst>
            <pc:docMk/>
            <pc:sldMk cId="3943989302" sldId="285"/>
            <ac:spMk id="3" creationId="{956B4D9A-9A1F-C11E-E55A-8993491EB7FC}"/>
          </ac:spMkLst>
        </pc:spChg>
        <pc:spChg chg="add mod">
          <ac:chgData name="Mathilde Annette Nicole Roulleau" userId="4ab294c6-1984-4b16-bc43-8e77deede0e4" providerId="ADAL" clId="{79810BCC-BAA2-4D46-8788-90936CCE2327}" dt="2026-02-18T17:51:11.752" v="6843"/>
          <ac:spMkLst>
            <pc:docMk/>
            <pc:sldMk cId="3943989302" sldId="285"/>
            <ac:spMk id="7" creationId="{E1475F3D-0432-6EFF-7F8D-50E15B2FE06D}"/>
          </ac:spMkLst>
        </pc:spChg>
        <pc:spChg chg="mod">
          <ac:chgData name="Mathilde Annette Nicole Roulleau" userId="4ab294c6-1984-4b16-bc43-8e77deede0e4" providerId="ADAL" clId="{79810BCC-BAA2-4D46-8788-90936CCE2327}" dt="2026-02-11T16:33:02.127" v="4757" actId="1076"/>
          <ac:spMkLst>
            <pc:docMk/>
            <pc:sldMk cId="3943989302" sldId="285"/>
            <ac:spMk id="8" creationId="{49AD188D-C911-CBBE-8CEA-C1EB223D5784}"/>
          </ac:spMkLst>
        </pc:spChg>
        <pc:spChg chg="mod">
          <ac:chgData name="Mathilde Annette Nicole Roulleau" userId="4ab294c6-1984-4b16-bc43-8e77deede0e4" providerId="ADAL" clId="{79810BCC-BAA2-4D46-8788-90936CCE2327}" dt="2026-02-11T16:33:38.849" v="4771" actId="1076"/>
          <ac:spMkLst>
            <pc:docMk/>
            <pc:sldMk cId="3943989302" sldId="285"/>
            <ac:spMk id="9" creationId="{FF33C43E-7577-AD08-0D11-EE4485B30537}"/>
          </ac:spMkLst>
        </pc:spChg>
        <pc:spChg chg="mod">
          <ac:chgData name="Mathilde Annette Nicole Roulleau" userId="4ab294c6-1984-4b16-bc43-8e77deede0e4" providerId="ADAL" clId="{79810BCC-BAA2-4D46-8788-90936CCE2327}" dt="2026-02-11T17:41:52.318" v="4982" actId="114"/>
          <ac:spMkLst>
            <pc:docMk/>
            <pc:sldMk cId="3943989302" sldId="285"/>
            <ac:spMk id="10" creationId="{1DB19CDA-C4D0-5AA0-F904-E67E7EC8F307}"/>
          </ac:spMkLst>
        </pc:spChg>
        <pc:spChg chg="mod">
          <ac:chgData name="Mathilde Annette Nicole Roulleau" userId="4ab294c6-1984-4b16-bc43-8e77deede0e4" providerId="ADAL" clId="{79810BCC-BAA2-4D46-8788-90936CCE2327}" dt="2026-02-11T16:33:47.904" v="4772" actId="1076"/>
          <ac:spMkLst>
            <pc:docMk/>
            <pc:sldMk cId="3943989302" sldId="285"/>
            <ac:spMk id="12" creationId="{22997DB8-0BC2-7219-40A2-804BFDDC3C15}"/>
          </ac:spMkLst>
        </pc:spChg>
      </pc:sldChg>
      <pc:sldChg chg="addSp delSp modSp add mod">
        <pc:chgData name="Mathilde Annette Nicole Roulleau" userId="4ab294c6-1984-4b16-bc43-8e77deede0e4" providerId="ADAL" clId="{79810BCC-BAA2-4D46-8788-90936CCE2327}" dt="2026-02-18T17:51:18.555" v="6846"/>
        <pc:sldMkLst>
          <pc:docMk/>
          <pc:sldMk cId="3292262659" sldId="286"/>
        </pc:sldMkLst>
        <pc:spChg chg="mod">
          <ac:chgData name="Mathilde Annette Nicole Roulleau" userId="4ab294c6-1984-4b16-bc43-8e77deede0e4" providerId="ADAL" clId="{79810BCC-BAA2-4D46-8788-90936CCE2327}" dt="2026-02-11T16:52:36.018" v="4864" actId="1076"/>
          <ac:spMkLst>
            <pc:docMk/>
            <pc:sldMk cId="3292262659" sldId="286"/>
            <ac:spMk id="2" creationId="{2647795A-A4A6-0EDC-44DE-74EC5C0F90E6}"/>
          </ac:spMkLst>
        </pc:spChg>
        <pc:spChg chg="add mod">
          <ac:chgData name="Mathilde Annette Nicole Roulleau" userId="4ab294c6-1984-4b16-bc43-8e77deede0e4" providerId="ADAL" clId="{79810BCC-BAA2-4D46-8788-90936CCE2327}" dt="2026-02-18T17:51:18.555" v="6846"/>
          <ac:spMkLst>
            <pc:docMk/>
            <pc:sldMk cId="3292262659" sldId="286"/>
            <ac:spMk id="3" creationId="{0AAF874A-48C5-0F19-45D1-ED23A61024A6}"/>
          </ac:spMkLst>
        </pc:spChg>
        <pc:spChg chg="add mod">
          <ac:chgData name="Mathilde Annette Nicole Roulleau" userId="4ab294c6-1984-4b16-bc43-8e77deede0e4" providerId="ADAL" clId="{79810BCC-BAA2-4D46-8788-90936CCE2327}" dt="2026-02-18T17:51:18.555" v="6846"/>
          <ac:spMkLst>
            <pc:docMk/>
            <pc:sldMk cId="3292262659" sldId="286"/>
            <ac:spMk id="6" creationId="{4DB871C9-CAEE-BFB7-0C89-B129B4100357}"/>
          </ac:spMkLst>
        </pc:spChg>
        <pc:spChg chg="mod">
          <ac:chgData name="Mathilde Annette Nicole Roulleau" userId="4ab294c6-1984-4b16-bc43-8e77deede0e4" providerId="ADAL" clId="{79810BCC-BAA2-4D46-8788-90936CCE2327}" dt="2026-02-11T16:52:42.162" v="4865" actId="1076"/>
          <ac:spMkLst>
            <pc:docMk/>
            <pc:sldMk cId="3292262659" sldId="286"/>
            <ac:spMk id="7" creationId="{31CFF46F-4C5C-BC03-0733-136CADCC946D}"/>
          </ac:spMkLst>
        </pc:spChg>
        <pc:spChg chg="mod">
          <ac:chgData name="Mathilde Annette Nicole Roulleau" userId="4ab294c6-1984-4b16-bc43-8e77deede0e4" providerId="ADAL" clId="{79810BCC-BAA2-4D46-8788-90936CCE2327}" dt="2026-02-11T16:54:51.573" v="4898" actId="1076"/>
          <ac:spMkLst>
            <pc:docMk/>
            <pc:sldMk cId="3292262659" sldId="286"/>
            <ac:spMk id="9" creationId="{11D6D947-D994-A3B7-39F8-2677D9A928E8}"/>
          </ac:spMkLst>
        </pc:spChg>
        <pc:spChg chg="mod ord">
          <ac:chgData name="Mathilde Annette Nicole Roulleau" userId="4ab294c6-1984-4b16-bc43-8e77deede0e4" providerId="ADAL" clId="{79810BCC-BAA2-4D46-8788-90936CCE2327}" dt="2026-02-11T17:41:37.732" v="4976" actId="114"/>
          <ac:spMkLst>
            <pc:docMk/>
            <pc:sldMk cId="3292262659" sldId="286"/>
            <ac:spMk id="10" creationId="{C58369AE-FAF2-A087-DF02-DD35422AF68C}"/>
          </ac:spMkLst>
        </pc:spChg>
        <pc:spChg chg="add mod">
          <ac:chgData name="Mathilde Annette Nicole Roulleau" userId="4ab294c6-1984-4b16-bc43-8e77deede0e4" providerId="ADAL" clId="{79810BCC-BAA2-4D46-8788-90936CCE2327}" dt="2026-02-11T17:01:07.878" v="4935" actId="1037"/>
          <ac:spMkLst>
            <pc:docMk/>
            <pc:sldMk cId="3292262659" sldId="286"/>
            <ac:spMk id="13" creationId="{6C50A755-FB7B-5FAA-749B-44C7099463A2}"/>
          </ac:spMkLst>
        </pc:spChg>
        <pc:spChg chg="mod">
          <ac:chgData name="Mathilde Annette Nicole Roulleau" userId="4ab294c6-1984-4b16-bc43-8e77deede0e4" providerId="ADAL" clId="{79810BCC-BAA2-4D46-8788-90936CCE2327}" dt="2026-02-11T16:55:09.176" v="4899" actId="1076"/>
          <ac:spMkLst>
            <pc:docMk/>
            <pc:sldMk cId="3292262659" sldId="286"/>
            <ac:spMk id="15" creationId="{C5F9FB58-0E38-DD6D-9453-F8D408B0F803}"/>
          </ac:spMkLst>
        </pc:spChg>
        <pc:spChg chg="mod">
          <ac:chgData name="Mathilde Annette Nicole Roulleau" userId="4ab294c6-1984-4b16-bc43-8e77deede0e4" providerId="ADAL" clId="{79810BCC-BAA2-4D46-8788-90936CCE2327}" dt="2026-02-11T16:53:06.218" v="4870" actId="14100"/>
          <ac:spMkLst>
            <pc:docMk/>
            <pc:sldMk cId="3292262659" sldId="286"/>
            <ac:spMk id="16" creationId="{345FCADC-4AD3-1807-EC26-0018C94B3C20}"/>
          </ac:spMkLst>
        </pc:spChg>
        <pc:picChg chg="mod">
          <ac:chgData name="Mathilde Annette Nicole Roulleau" userId="4ab294c6-1984-4b16-bc43-8e77deede0e4" providerId="ADAL" clId="{79810BCC-BAA2-4D46-8788-90936CCE2327}" dt="2026-02-11T17:01:04.217" v="4931" actId="1076"/>
          <ac:picMkLst>
            <pc:docMk/>
            <pc:sldMk cId="3292262659" sldId="286"/>
            <ac:picMk id="8" creationId="{3EFB3662-C3C7-FCC8-D94F-8571A16C7B04}"/>
          </ac:picMkLst>
        </pc:picChg>
      </pc:sldChg>
      <pc:sldChg chg="addSp delSp modSp add mod">
        <pc:chgData name="Mathilde Annette Nicole Roulleau" userId="4ab294c6-1984-4b16-bc43-8e77deede0e4" providerId="ADAL" clId="{79810BCC-BAA2-4D46-8788-90936CCE2327}" dt="2026-02-18T17:51:16.411" v="6845"/>
        <pc:sldMkLst>
          <pc:docMk/>
          <pc:sldMk cId="2405240897" sldId="287"/>
        </pc:sldMkLst>
        <pc:spChg chg="mod">
          <ac:chgData name="Mathilde Annette Nicole Roulleau" userId="4ab294c6-1984-4b16-bc43-8e77deede0e4" providerId="ADAL" clId="{79810BCC-BAA2-4D46-8788-90936CCE2327}" dt="2026-02-11T16:58:33.423" v="4910" actId="1076"/>
          <ac:spMkLst>
            <pc:docMk/>
            <pc:sldMk cId="2405240897" sldId="287"/>
            <ac:spMk id="2" creationId="{74DF3061-5E6B-FE27-72F3-CBB37CEC1C29}"/>
          </ac:spMkLst>
        </pc:spChg>
        <pc:spChg chg="add mod">
          <ac:chgData name="Mathilde Annette Nicole Roulleau" userId="4ab294c6-1984-4b16-bc43-8e77deede0e4" providerId="ADAL" clId="{79810BCC-BAA2-4D46-8788-90936CCE2327}" dt="2026-02-11T16:59:01.070" v="4914" actId="1076"/>
          <ac:spMkLst>
            <pc:docMk/>
            <pc:sldMk cId="2405240897" sldId="287"/>
            <ac:spMk id="3" creationId="{5FD51B4D-D594-3E30-DC7F-1D72A2439F41}"/>
          </ac:spMkLst>
        </pc:spChg>
        <pc:spChg chg="mod">
          <ac:chgData name="Mathilde Annette Nicole Roulleau" userId="4ab294c6-1984-4b16-bc43-8e77deede0e4" providerId="ADAL" clId="{79810BCC-BAA2-4D46-8788-90936CCE2327}" dt="2026-02-11T16:58:56.938" v="4912" actId="1076"/>
          <ac:spMkLst>
            <pc:docMk/>
            <pc:sldMk cId="2405240897" sldId="287"/>
            <ac:spMk id="6" creationId="{1065FB4F-A8B1-E31F-CD42-90B4821A34AA}"/>
          </ac:spMkLst>
        </pc:spChg>
        <pc:spChg chg="mod">
          <ac:chgData name="Mathilde Annette Nicole Roulleau" userId="4ab294c6-1984-4b16-bc43-8e77deede0e4" providerId="ADAL" clId="{79810BCC-BAA2-4D46-8788-90936CCE2327}" dt="2026-02-11T16:58:42.351" v="4911" actId="1076"/>
          <ac:spMkLst>
            <pc:docMk/>
            <pc:sldMk cId="2405240897" sldId="287"/>
            <ac:spMk id="7" creationId="{6395695A-7D19-D65A-6FC0-F2ACDB62A968}"/>
          </ac:spMkLst>
        </pc:spChg>
        <pc:spChg chg="mod">
          <ac:chgData name="Mathilde Annette Nicole Roulleau" userId="4ab294c6-1984-4b16-bc43-8e77deede0e4" providerId="ADAL" clId="{79810BCC-BAA2-4D46-8788-90936CCE2327}" dt="2026-02-11T16:59:57.330" v="4919" actId="1076"/>
          <ac:spMkLst>
            <pc:docMk/>
            <pc:sldMk cId="2405240897" sldId="287"/>
            <ac:spMk id="9" creationId="{E5BD65E7-4AC9-0C2B-8353-BFE162A8D56D}"/>
          </ac:spMkLst>
        </pc:spChg>
        <pc:spChg chg="mod ord">
          <ac:chgData name="Mathilde Annette Nicole Roulleau" userId="4ab294c6-1984-4b16-bc43-8e77deede0e4" providerId="ADAL" clId="{79810BCC-BAA2-4D46-8788-90936CCE2327}" dt="2026-02-12T09:25:58.321" v="6151" actId="1076"/>
          <ac:spMkLst>
            <pc:docMk/>
            <pc:sldMk cId="2405240897" sldId="287"/>
            <ac:spMk id="10" creationId="{7E2AF897-37E0-EB6F-0F60-F166E05E5AB8}"/>
          </ac:spMkLst>
        </pc:spChg>
        <pc:spChg chg="add mod">
          <ac:chgData name="Mathilde Annette Nicole Roulleau" userId="4ab294c6-1984-4b16-bc43-8e77deede0e4" providerId="ADAL" clId="{79810BCC-BAA2-4D46-8788-90936CCE2327}" dt="2026-02-18T17:51:16.411" v="6845"/>
          <ac:spMkLst>
            <pc:docMk/>
            <pc:sldMk cId="2405240897" sldId="287"/>
            <ac:spMk id="11" creationId="{FF4EA03B-75D9-6D66-20AC-9940238CA099}"/>
          </ac:spMkLst>
        </pc:spChg>
        <pc:spChg chg="mod">
          <ac:chgData name="Mathilde Annette Nicole Roulleau" userId="4ab294c6-1984-4b16-bc43-8e77deede0e4" providerId="ADAL" clId="{79810BCC-BAA2-4D46-8788-90936CCE2327}" dt="2026-02-11T16:59:40.688" v="4917" actId="1076"/>
          <ac:spMkLst>
            <pc:docMk/>
            <pc:sldMk cId="2405240897" sldId="287"/>
            <ac:spMk id="12" creationId="{EC810997-FC1A-B27C-F0E0-6F4D57278995}"/>
          </ac:spMkLst>
        </pc:spChg>
        <pc:spChg chg="add mod">
          <ac:chgData name="Mathilde Annette Nicole Roulleau" userId="4ab294c6-1984-4b16-bc43-8e77deede0e4" providerId="ADAL" clId="{79810BCC-BAA2-4D46-8788-90936CCE2327}" dt="2026-02-11T16:59:09.095" v="4916" actId="1076"/>
          <ac:spMkLst>
            <pc:docMk/>
            <pc:sldMk cId="2405240897" sldId="287"/>
            <ac:spMk id="13" creationId="{8519E8C0-23D7-0AD4-44DB-CE692076DDBE}"/>
          </ac:spMkLst>
        </pc:spChg>
        <pc:spChg chg="mod">
          <ac:chgData name="Mathilde Annette Nicole Roulleau" userId="4ab294c6-1984-4b16-bc43-8e77deede0e4" providerId="ADAL" clId="{79810BCC-BAA2-4D46-8788-90936CCE2327}" dt="2026-02-11T16:59:46.843" v="4918" actId="1076"/>
          <ac:spMkLst>
            <pc:docMk/>
            <pc:sldMk cId="2405240897" sldId="287"/>
            <ac:spMk id="15" creationId="{A5AF485B-5DD0-8307-5BCD-871B418FCF1E}"/>
          </ac:spMkLst>
        </pc:spChg>
        <pc:spChg chg="mod">
          <ac:chgData name="Mathilde Annette Nicole Roulleau" userId="4ab294c6-1984-4b16-bc43-8e77deede0e4" providerId="ADAL" clId="{79810BCC-BAA2-4D46-8788-90936CCE2327}" dt="2026-02-11T17:00:18.864" v="4922" actId="14100"/>
          <ac:spMkLst>
            <pc:docMk/>
            <pc:sldMk cId="2405240897" sldId="287"/>
            <ac:spMk id="17" creationId="{5371C4AB-F3AD-EBAE-7D97-F3D429DF84B6}"/>
          </ac:spMkLst>
        </pc:spChg>
        <pc:spChg chg="add mod">
          <ac:chgData name="Mathilde Annette Nicole Roulleau" userId="4ab294c6-1984-4b16-bc43-8e77deede0e4" providerId="ADAL" clId="{79810BCC-BAA2-4D46-8788-90936CCE2327}" dt="2026-02-11T17:00:07.849" v="4921" actId="1076"/>
          <ac:spMkLst>
            <pc:docMk/>
            <pc:sldMk cId="2405240897" sldId="287"/>
            <ac:spMk id="18" creationId="{F80F24B9-8786-EAE1-5E00-252A0C12C5A4}"/>
          </ac:spMkLst>
        </pc:spChg>
        <pc:spChg chg="add mod">
          <ac:chgData name="Mathilde Annette Nicole Roulleau" userId="4ab294c6-1984-4b16-bc43-8e77deede0e4" providerId="ADAL" clId="{79810BCC-BAA2-4D46-8788-90936CCE2327}" dt="2026-02-18T17:51:16.411" v="6845"/>
          <ac:spMkLst>
            <pc:docMk/>
            <pc:sldMk cId="2405240897" sldId="287"/>
            <ac:spMk id="19" creationId="{E879D825-ED01-B04C-DB1C-3711878EE2B7}"/>
          </ac:spMkLst>
        </pc:spChg>
      </pc:sldChg>
      <pc:sldChg chg="addSp delSp modSp add mod">
        <pc:chgData name="Mathilde Annette Nicole Roulleau" userId="4ab294c6-1984-4b16-bc43-8e77deede0e4" providerId="ADAL" clId="{79810BCC-BAA2-4D46-8788-90936CCE2327}" dt="2026-02-18T17:51:35.033" v="6851" actId="1076"/>
        <pc:sldMkLst>
          <pc:docMk/>
          <pc:sldMk cId="3891851261" sldId="288"/>
        </pc:sldMkLst>
        <pc:spChg chg="add mod">
          <ac:chgData name="Mathilde Annette Nicole Roulleau" userId="4ab294c6-1984-4b16-bc43-8e77deede0e4" providerId="ADAL" clId="{79810BCC-BAA2-4D46-8788-90936CCE2327}" dt="2026-02-18T17:51:35.033" v="6851" actId="1076"/>
          <ac:spMkLst>
            <pc:docMk/>
            <pc:sldMk cId="3891851261" sldId="288"/>
            <ac:spMk id="2" creationId="{686B90F0-4C63-BD5A-513A-1B70971EE6A9}"/>
          </ac:spMkLst>
        </pc:spChg>
        <pc:spChg chg="add mod">
          <ac:chgData name="Mathilde Annette Nicole Roulleau" userId="4ab294c6-1984-4b16-bc43-8e77deede0e4" providerId="ADAL" clId="{79810BCC-BAA2-4D46-8788-90936CCE2327}" dt="2026-02-18T17:51:35.033" v="6851" actId="1076"/>
          <ac:spMkLst>
            <pc:docMk/>
            <pc:sldMk cId="3891851261" sldId="288"/>
            <ac:spMk id="3" creationId="{0FE25EC8-606B-C5FB-BDD5-3BC3C89680FE}"/>
          </ac:spMkLst>
        </pc:spChg>
        <pc:spChg chg="mod ord">
          <ac:chgData name="Mathilde Annette Nicole Roulleau" userId="4ab294c6-1984-4b16-bc43-8e77deede0e4" providerId="ADAL" clId="{79810BCC-BAA2-4D46-8788-90936CCE2327}" dt="2026-02-12T09:26:24.664" v="6158" actId="1076"/>
          <ac:spMkLst>
            <pc:docMk/>
            <pc:sldMk cId="3891851261" sldId="288"/>
            <ac:spMk id="10" creationId="{05DA4102-53DB-AF8C-9D62-A5E7963FCBFA}"/>
          </ac:spMkLst>
        </pc:spChg>
        <pc:spChg chg="add mod">
          <ac:chgData name="Mathilde Annette Nicole Roulleau" userId="4ab294c6-1984-4b16-bc43-8e77deede0e4" providerId="ADAL" clId="{79810BCC-BAA2-4D46-8788-90936CCE2327}" dt="2026-02-11T17:42:48.869" v="4990" actId="1076"/>
          <ac:spMkLst>
            <pc:docMk/>
            <pc:sldMk cId="3891851261" sldId="288"/>
            <ac:spMk id="13" creationId="{B8124554-0DE4-BDAD-BB8D-EE98B9BD23A6}"/>
          </ac:spMkLst>
        </pc:spChg>
        <pc:spChg chg="add mod">
          <ac:chgData name="Mathilde Annette Nicole Roulleau" userId="4ab294c6-1984-4b16-bc43-8e77deede0e4" providerId="ADAL" clId="{79810BCC-BAA2-4D46-8788-90936CCE2327}" dt="2026-02-11T17:42:56.274" v="4992" actId="1076"/>
          <ac:spMkLst>
            <pc:docMk/>
            <pc:sldMk cId="3891851261" sldId="288"/>
            <ac:spMk id="32" creationId="{AD37A320-4B50-1704-8FFA-C1E02E9837D8}"/>
          </ac:spMkLst>
        </pc:spChg>
        <pc:spChg chg="add mod">
          <ac:chgData name="Mathilde Annette Nicole Roulleau" userId="4ab294c6-1984-4b16-bc43-8e77deede0e4" providerId="ADAL" clId="{79810BCC-BAA2-4D46-8788-90936CCE2327}" dt="2026-02-11T17:43:05.847" v="4994" actId="1076"/>
          <ac:spMkLst>
            <pc:docMk/>
            <pc:sldMk cId="3891851261" sldId="288"/>
            <ac:spMk id="33" creationId="{FD292513-CBE1-D169-7908-0DFE2FE9DB15}"/>
          </ac:spMkLst>
        </pc:spChg>
        <pc:spChg chg="mod">
          <ac:chgData name="Mathilde Annette Nicole Roulleau" userId="4ab294c6-1984-4b16-bc43-8e77deede0e4" providerId="ADAL" clId="{79810BCC-BAA2-4D46-8788-90936CCE2327}" dt="2026-02-11T17:42:37.851" v="4988"/>
          <ac:spMkLst>
            <pc:docMk/>
            <pc:sldMk cId="3891851261" sldId="288"/>
            <ac:spMk id="45" creationId="{26AD10CB-F71C-2E44-8D97-64434A1BC991}"/>
          </ac:spMkLst>
        </pc:spChg>
        <pc:spChg chg="add mod">
          <ac:chgData name="Mathilde Annette Nicole Roulleau" userId="4ab294c6-1984-4b16-bc43-8e77deede0e4" providerId="ADAL" clId="{79810BCC-BAA2-4D46-8788-90936CCE2327}" dt="2026-02-11T17:43:15.452" v="4996" actId="1076"/>
          <ac:spMkLst>
            <pc:docMk/>
            <pc:sldMk cId="3891851261" sldId="288"/>
            <ac:spMk id="59" creationId="{A83E101D-187D-F91B-63F2-0A6CFEAB6EF1}"/>
          </ac:spMkLst>
        </pc:spChg>
        <pc:spChg chg="add mod">
          <ac:chgData name="Mathilde Annette Nicole Roulleau" userId="4ab294c6-1984-4b16-bc43-8e77deede0e4" providerId="ADAL" clId="{79810BCC-BAA2-4D46-8788-90936CCE2327}" dt="2026-02-11T17:43:19.865" v="4998" actId="1076"/>
          <ac:spMkLst>
            <pc:docMk/>
            <pc:sldMk cId="3891851261" sldId="288"/>
            <ac:spMk id="60" creationId="{F029D37A-0A22-41D8-81FF-E9492000CAB2}"/>
          </ac:spMkLst>
        </pc:spChg>
        <pc:spChg chg="add mod">
          <ac:chgData name="Mathilde Annette Nicole Roulleau" userId="4ab294c6-1984-4b16-bc43-8e77deede0e4" providerId="ADAL" clId="{79810BCC-BAA2-4D46-8788-90936CCE2327}" dt="2026-02-11T17:43:29.083" v="5000" actId="1076"/>
          <ac:spMkLst>
            <pc:docMk/>
            <pc:sldMk cId="3891851261" sldId="288"/>
            <ac:spMk id="61" creationId="{CE474D37-3A2F-33A2-1954-40160CBA84F4}"/>
          </ac:spMkLst>
        </pc:spChg>
        <pc:spChg chg="add mod">
          <ac:chgData name="Mathilde Annette Nicole Roulleau" userId="4ab294c6-1984-4b16-bc43-8e77deede0e4" providerId="ADAL" clId="{79810BCC-BAA2-4D46-8788-90936CCE2327}" dt="2026-02-11T17:43:32.554" v="5002" actId="1076"/>
          <ac:spMkLst>
            <pc:docMk/>
            <pc:sldMk cId="3891851261" sldId="288"/>
            <ac:spMk id="62" creationId="{E312188C-15F6-4A6F-91F2-F0EE09D32D00}"/>
          </ac:spMkLst>
        </pc:spChg>
        <pc:spChg chg="add mod">
          <ac:chgData name="Mathilde Annette Nicole Roulleau" userId="4ab294c6-1984-4b16-bc43-8e77deede0e4" providerId="ADAL" clId="{79810BCC-BAA2-4D46-8788-90936CCE2327}" dt="2026-02-11T17:43:41.884" v="5004" actId="1076"/>
          <ac:spMkLst>
            <pc:docMk/>
            <pc:sldMk cId="3891851261" sldId="288"/>
            <ac:spMk id="63" creationId="{48A79EB9-2EB4-3E2E-2B1F-77B722014952}"/>
          </ac:spMkLst>
        </pc:spChg>
        <pc:spChg chg="add mod">
          <ac:chgData name="Mathilde Annette Nicole Roulleau" userId="4ab294c6-1984-4b16-bc43-8e77deede0e4" providerId="ADAL" clId="{79810BCC-BAA2-4D46-8788-90936CCE2327}" dt="2026-02-11T17:43:46.314" v="5006" actId="1076"/>
          <ac:spMkLst>
            <pc:docMk/>
            <pc:sldMk cId="3891851261" sldId="288"/>
            <ac:spMk id="1024" creationId="{FEBC20FF-0ABD-2DE9-F1DA-E5576B1C7833}"/>
          </ac:spMkLst>
        </pc:spChg>
        <pc:spChg chg="add mod">
          <ac:chgData name="Mathilde Annette Nicole Roulleau" userId="4ab294c6-1984-4b16-bc43-8e77deede0e4" providerId="ADAL" clId="{79810BCC-BAA2-4D46-8788-90936CCE2327}" dt="2026-02-11T17:43:55.859" v="5009" actId="1076"/>
          <ac:spMkLst>
            <pc:docMk/>
            <pc:sldMk cId="3891851261" sldId="288"/>
            <ac:spMk id="1025" creationId="{33B82C46-E5C2-0306-8F50-666823A44419}"/>
          </ac:spMkLst>
        </pc:spChg>
        <pc:spChg chg="add mod">
          <ac:chgData name="Mathilde Annette Nicole Roulleau" userId="4ab294c6-1984-4b16-bc43-8e77deede0e4" providerId="ADAL" clId="{79810BCC-BAA2-4D46-8788-90936CCE2327}" dt="2026-02-11T17:44:27.266" v="5012" actId="1076"/>
          <ac:spMkLst>
            <pc:docMk/>
            <pc:sldMk cId="3891851261" sldId="288"/>
            <ac:spMk id="1027" creationId="{1FF5E0EF-EDBE-EDDD-420C-0ABFA8A486F7}"/>
          </ac:spMkLst>
        </pc:spChg>
        <pc:spChg chg="add mod">
          <ac:chgData name="Mathilde Annette Nicole Roulleau" userId="4ab294c6-1984-4b16-bc43-8e77deede0e4" providerId="ADAL" clId="{79810BCC-BAA2-4D46-8788-90936CCE2327}" dt="2026-02-11T17:44:31.322" v="5014" actId="1076"/>
          <ac:spMkLst>
            <pc:docMk/>
            <pc:sldMk cId="3891851261" sldId="288"/>
            <ac:spMk id="1028" creationId="{3243525D-70F4-0C0F-3FBA-E1BACF20E650}"/>
          </ac:spMkLst>
        </pc:spChg>
        <pc:spChg chg="add mod">
          <ac:chgData name="Mathilde Annette Nicole Roulleau" userId="4ab294c6-1984-4b16-bc43-8e77deede0e4" providerId="ADAL" clId="{79810BCC-BAA2-4D46-8788-90936CCE2327}" dt="2026-02-11T17:44:52.074" v="5017" actId="1076"/>
          <ac:spMkLst>
            <pc:docMk/>
            <pc:sldMk cId="3891851261" sldId="288"/>
            <ac:spMk id="1029" creationId="{24523587-39A2-ED75-D44F-30CFDA40CE14}"/>
          </ac:spMkLst>
        </pc:spChg>
        <pc:spChg chg="add mod">
          <ac:chgData name="Mathilde Annette Nicole Roulleau" userId="4ab294c6-1984-4b16-bc43-8e77deede0e4" providerId="ADAL" clId="{79810BCC-BAA2-4D46-8788-90936CCE2327}" dt="2026-02-11T17:45:41.370" v="5024" actId="1076"/>
          <ac:spMkLst>
            <pc:docMk/>
            <pc:sldMk cId="3891851261" sldId="288"/>
            <ac:spMk id="1030" creationId="{BE3EB3A0-5F51-8CF4-A61B-B5122EBED602}"/>
          </ac:spMkLst>
        </pc:spChg>
        <pc:spChg chg="add mod">
          <ac:chgData name="Mathilde Annette Nicole Roulleau" userId="4ab294c6-1984-4b16-bc43-8e77deede0e4" providerId="ADAL" clId="{79810BCC-BAA2-4D46-8788-90936CCE2327}" dt="2026-02-11T17:45:03.114" v="5021" actId="1076"/>
          <ac:spMkLst>
            <pc:docMk/>
            <pc:sldMk cId="3891851261" sldId="288"/>
            <ac:spMk id="1031" creationId="{B2FCCD33-68A7-9077-2F9C-EFFF8AC3AE35}"/>
          </ac:spMkLst>
        </pc:spChg>
        <pc:spChg chg="add mod">
          <ac:chgData name="Mathilde Annette Nicole Roulleau" userId="4ab294c6-1984-4b16-bc43-8e77deede0e4" providerId="ADAL" clId="{79810BCC-BAA2-4D46-8788-90936CCE2327}" dt="2026-02-11T17:45:38.642" v="5023" actId="1076"/>
          <ac:spMkLst>
            <pc:docMk/>
            <pc:sldMk cId="3891851261" sldId="288"/>
            <ac:spMk id="1032" creationId="{3C879049-1279-4130-54B8-F9E8ABB58CBA}"/>
          </ac:spMkLst>
        </pc:spChg>
        <pc:spChg chg="add mod">
          <ac:chgData name="Mathilde Annette Nicole Roulleau" userId="4ab294c6-1984-4b16-bc43-8e77deede0e4" providerId="ADAL" clId="{79810BCC-BAA2-4D46-8788-90936CCE2327}" dt="2026-02-11T17:45:46.481" v="5026" actId="1076"/>
          <ac:spMkLst>
            <pc:docMk/>
            <pc:sldMk cId="3891851261" sldId="288"/>
            <ac:spMk id="1033" creationId="{F77F5406-9A53-5DD2-CD41-B45186A70EFA}"/>
          </ac:spMkLst>
        </pc:spChg>
        <pc:spChg chg="add mod">
          <ac:chgData name="Mathilde Annette Nicole Roulleau" userId="4ab294c6-1984-4b16-bc43-8e77deede0e4" providerId="ADAL" clId="{79810BCC-BAA2-4D46-8788-90936CCE2327}" dt="2026-02-11T17:45:50.916" v="5028" actId="1076"/>
          <ac:spMkLst>
            <pc:docMk/>
            <pc:sldMk cId="3891851261" sldId="288"/>
            <ac:spMk id="1034" creationId="{399EEB39-0793-FA4D-FD44-9481E6BAC61E}"/>
          </ac:spMkLst>
        </pc:spChg>
        <pc:spChg chg="add mod">
          <ac:chgData name="Mathilde Annette Nicole Roulleau" userId="4ab294c6-1984-4b16-bc43-8e77deede0e4" providerId="ADAL" clId="{79810BCC-BAA2-4D46-8788-90936CCE2327}" dt="2026-02-11T17:45:57.892" v="5030" actId="1076"/>
          <ac:spMkLst>
            <pc:docMk/>
            <pc:sldMk cId="3891851261" sldId="288"/>
            <ac:spMk id="1035" creationId="{F91BF946-0FE8-3ED1-BB64-C81824519805}"/>
          </ac:spMkLst>
        </pc:spChg>
        <pc:spChg chg="add mod">
          <ac:chgData name="Mathilde Annette Nicole Roulleau" userId="4ab294c6-1984-4b16-bc43-8e77deede0e4" providerId="ADAL" clId="{79810BCC-BAA2-4D46-8788-90936CCE2327}" dt="2026-02-11T17:46:11.156" v="5032" actId="1076"/>
          <ac:spMkLst>
            <pc:docMk/>
            <pc:sldMk cId="3891851261" sldId="288"/>
            <ac:spMk id="1036" creationId="{1535282E-B593-995D-9A05-FF6C277A03A6}"/>
          </ac:spMkLst>
        </pc:spChg>
        <pc:spChg chg="add mod">
          <ac:chgData name="Mathilde Annette Nicole Roulleau" userId="4ab294c6-1984-4b16-bc43-8e77deede0e4" providerId="ADAL" clId="{79810BCC-BAA2-4D46-8788-90936CCE2327}" dt="2026-02-11T17:46:15.171" v="5034" actId="1076"/>
          <ac:spMkLst>
            <pc:docMk/>
            <pc:sldMk cId="3891851261" sldId="288"/>
            <ac:spMk id="1037" creationId="{6E409178-2B50-3886-8988-1B856CE102E8}"/>
          </ac:spMkLst>
        </pc:spChg>
        <pc:spChg chg="add mod">
          <ac:chgData name="Mathilde Annette Nicole Roulleau" userId="4ab294c6-1984-4b16-bc43-8e77deede0e4" providerId="ADAL" clId="{79810BCC-BAA2-4D46-8788-90936CCE2327}" dt="2026-02-11T17:46:37.769" v="5037" actId="1076"/>
          <ac:spMkLst>
            <pc:docMk/>
            <pc:sldMk cId="3891851261" sldId="288"/>
            <ac:spMk id="1038" creationId="{E99088CC-19B9-9463-CE42-BE8B5611F2EF}"/>
          </ac:spMkLst>
        </pc:spChg>
      </pc:sldChg>
      <pc:sldChg chg="modSp add mod">
        <pc:chgData name="Mathilde Annette Nicole Roulleau" userId="4ab294c6-1984-4b16-bc43-8e77deede0e4" providerId="ADAL" clId="{79810BCC-BAA2-4D46-8788-90936CCE2327}" dt="2026-02-12T14:29:52.947" v="6367" actId="6549"/>
        <pc:sldMkLst>
          <pc:docMk/>
          <pc:sldMk cId="2251859151" sldId="289"/>
        </pc:sldMkLst>
        <pc:spChg chg="mod">
          <ac:chgData name="Mathilde Annette Nicole Roulleau" userId="4ab294c6-1984-4b16-bc43-8e77deede0e4" providerId="ADAL" clId="{79810BCC-BAA2-4D46-8788-90936CCE2327}" dt="2026-02-12T14:29:52.947" v="6367" actId="6549"/>
          <ac:spMkLst>
            <pc:docMk/>
            <pc:sldMk cId="2251859151" sldId="289"/>
            <ac:spMk id="8" creationId="{5D66D967-1BAE-AE00-4CED-B60143CD5911}"/>
          </ac:spMkLst>
        </pc:spChg>
      </pc:sldChg>
      <pc:sldChg chg="addSp delSp modSp add mod setBg modAnim">
        <pc:chgData name="Mathilde Annette Nicole Roulleau" userId="4ab294c6-1984-4b16-bc43-8e77deede0e4" providerId="ADAL" clId="{79810BCC-BAA2-4D46-8788-90936CCE2327}" dt="2026-02-18T17:54:26.264" v="6856"/>
        <pc:sldMkLst>
          <pc:docMk/>
          <pc:sldMk cId="402488709" sldId="290"/>
        </pc:sldMkLst>
        <pc:spChg chg="add mod">
          <ac:chgData name="Mathilde Annette Nicole Roulleau" userId="4ab294c6-1984-4b16-bc43-8e77deede0e4" providerId="ADAL" clId="{79810BCC-BAA2-4D46-8788-90936CCE2327}" dt="2026-02-12T08:04:59.145" v="5363" actId="14100"/>
          <ac:spMkLst>
            <pc:docMk/>
            <pc:sldMk cId="402488709" sldId="290"/>
            <ac:spMk id="36" creationId="{97245404-C164-74A7-B340-050C259B635F}"/>
          </ac:spMkLst>
        </pc:spChg>
        <pc:spChg chg="add mod">
          <ac:chgData name="Mathilde Annette Nicole Roulleau" userId="4ab294c6-1984-4b16-bc43-8e77deede0e4" providerId="ADAL" clId="{79810BCC-BAA2-4D46-8788-90936CCE2327}" dt="2026-02-12T08:03:28.204" v="5346" actId="1076"/>
          <ac:spMkLst>
            <pc:docMk/>
            <pc:sldMk cId="402488709" sldId="290"/>
            <ac:spMk id="40" creationId="{4F233758-9393-2344-C655-278B3D563830}"/>
          </ac:spMkLst>
        </pc:spChg>
        <pc:spChg chg="add mod">
          <ac:chgData name="Mathilde Annette Nicole Roulleau" userId="4ab294c6-1984-4b16-bc43-8e77deede0e4" providerId="ADAL" clId="{79810BCC-BAA2-4D46-8788-90936CCE2327}" dt="2026-02-12T08:07:33.151" v="5491" actId="6549"/>
          <ac:spMkLst>
            <pc:docMk/>
            <pc:sldMk cId="402488709" sldId="290"/>
            <ac:spMk id="50" creationId="{93A2E5B8-2E0D-699D-3C6E-44433F540F10}"/>
          </ac:spMkLst>
        </pc:spChg>
        <pc:spChg chg="add mod">
          <ac:chgData name="Mathilde Annette Nicole Roulleau" userId="4ab294c6-1984-4b16-bc43-8e77deede0e4" providerId="ADAL" clId="{79810BCC-BAA2-4D46-8788-90936CCE2327}" dt="2026-02-12T08:07:03.602" v="5490" actId="20577"/>
          <ac:spMkLst>
            <pc:docMk/>
            <pc:sldMk cId="402488709" sldId="290"/>
            <ac:spMk id="51" creationId="{3D2F933A-96FC-0AB3-C3EC-D01915879FC0}"/>
          </ac:spMkLst>
        </pc:spChg>
        <pc:picChg chg="add mod ord">
          <ac:chgData name="Mathilde Annette Nicole Roulleau" userId="4ab294c6-1984-4b16-bc43-8e77deede0e4" providerId="ADAL" clId="{79810BCC-BAA2-4D46-8788-90936CCE2327}" dt="2026-02-12T08:03:04.532" v="5342" actId="1076"/>
          <ac:picMkLst>
            <pc:docMk/>
            <pc:sldMk cId="402488709" sldId="290"/>
            <ac:picMk id="2" creationId="{DFD55395-B1F1-9367-E90E-802D50AE0FE7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8" creationId="{AF64AF6C-C091-64F8-AF11-4122B533241E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10" creationId="{B5F5856C-99D0-FE44-6E5C-CB733EFC8CA1}"/>
          </ac:picMkLst>
        </pc:picChg>
        <pc:picChg chg="add mod">
          <ac:chgData name="Mathilde Annette Nicole Roulleau" userId="4ab294c6-1984-4b16-bc43-8e77deede0e4" providerId="ADAL" clId="{79810BCC-BAA2-4D46-8788-90936CCE2327}" dt="2026-02-12T08:04:43.851" v="5361" actId="1076"/>
          <ac:picMkLst>
            <pc:docMk/>
            <pc:sldMk cId="402488709" sldId="290"/>
            <ac:picMk id="12" creationId="{EA1A5654-58BB-31FF-0B6E-582EEF09D4A9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14" creationId="{5A709B5A-CEA4-3557-F1D7-37E617092684}"/>
          </ac:picMkLst>
        </pc:picChg>
        <pc:picChg chg="add mod">
          <ac:chgData name="Mathilde Annette Nicole Roulleau" userId="4ab294c6-1984-4b16-bc43-8e77deede0e4" providerId="ADAL" clId="{79810BCC-BAA2-4D46-8788-90936CCE2327}" dt="2026-02-12T07:53:48.643" v="5229" actId="1076"/>
          <ac:picMkLst>
            <pc:docMk/>
            <pc:sldMk cId="402488709" sldId="290"/>
            <ac:picMk id="16" creationId="{81115988-8003-C449-D0E0-AB9D02752420}"/>
          </ac:picMkLst>
        </pc:picChg>
        <pc:picChg chg="add mod">
          <ac:chgData name="Mathilde Annette Nicole Roulleau" userId="4ab294c6-1984-4b16-bc43-8e77deede0e4" providerId="ADAL" clId="{79810BCC-BAA2-4D46-8788-90936CCE2327}" dt="2026-02-12T07:59:52.371" v="5274" actId="1076"/>
          <ac:picMkLst>
            <pc:docMk/>
            <pc:sldMk cId="402488709" sldId="290"/>
            <ac:picMk id="18" creationId="{866457A1-AD1A-A67B-0212-AE2547D51A28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20" creationId="{368BD165-EF72-513D-969A-D806B2534423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22" creationId="{E78537D1-BDB0-A161-CF46-D1F0F5703CD5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24" creationId="{04FC4311-FFF1-652C-61BA-0DEFD3EAD99C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26" creationId="{261F6CF3-5187-70A8-F047-BD36D8FE4D81}"/>
          </ac:picMkLst>
        </pc:picChg>
        <pc:picChg chg="add mod">
          <ac:chgData name="Mathilde Annette Nicole Roulleau" userId="4ab294c6-1984-4b16-bc43-8e77deede0e4" providerId="ADAL" clId="{79810BCC-BAA2-4D46-8788-90936CCE2327}" dt="2026-02-12T07:57:29.251" v="5259" actId="1076"/>
          <ac:picMkLst>
            <pc:docMk/>
            <pc:sldMk cId="402488709" sldId="290"/>
            <ac:picMk id="28" creationId="{163F6824-697C-C9D6-FFF0-D584F2FE286C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30" creationId="{F4F0DA6E-B6A9-D5E7-CB0D-739B3F749189}"/>
          </ac:picMkLst>
        </pc:picChg>
        <pc:picChg chg="add mod">
          <ac:chgData name="Mathilde Annette Nicole Roulleau" userId="4ab294c6-1984-4b16-bc43-8e77deede0e4" providerId="ADAL" clId="{79810BCC-BAA2-4D46-8788-90936CCE2327}" dt="2026-02-12T08:04:59.145" v="5363" actId="14100"/>
          <ac:picMkLst>
            <pc:docMk/>
            <pc:sldMk cId="402488709" sldId="290"/>
            <ac:picMk id="32" creationId="{FEE8767E-6D2A-F3BF-4BC4-3FAE457B8FDB}"/>
          </ac:picMkLst>
        </pc:picChg>
        <pc:picChg chg="add mod">
          <ac:chgData name="Mathilde Annette Nicole Roulleau" userId="4ab294c6-1984-4b16-bc43-8e77deede0e4" providerId="ADAL" clId="{79810BCC-BAA2-4D46-8788-90936CCE2327}" dt="2026-02-12T07:57:04.191" v="5254" actId="1076"/>
          <ac:picMkLst>
            <pc:docMk/>
            <pc:sldMk cId="402488709" sldId="290"/>
            <ac:picMk id="34" creationId="{A162D5D7-21BC-3226-FD8E-82BDC5604FC5}"/>
          </ac:picMkLst>
        </pc:picChg>
        <pc:picChg chg="add mod">
          <ac:chgData name="Mathilde Annette Nicole Roulleau" userId="4ab294c6-1984-4b16-bc43-8e77deede0e4" providerId="ADAL" clId="{79810BCC-BAA2-4D46-8788-90936CCE2327}" dt="2026-02-12T08:03:10.075" v="5343" actId="1076"/>
          <ac:picMkLst>
            <pc:docMk/>
            <pc:sldMk cId="402488709" sldId="290"/>
            <ac:picMk id="1028" creationId="{33D46D98-6B15-C672-6F05-F207EE153A50}"/>
          </ac:picMkLst>
        </pc:picChg>
        <pc:picChg chg="add mod">
          <ac:chgData name="Mathilde Annette Nicole Roulleau" userId="4ab294c6-1984-4b16-bc43-8e77deede0e4" providerId="ADAL" clId="{79810BCC-BAA2-4D46-8788-90936CCE2327}" dt="2026-02-12T08:03:19.412" v="5344" actId="1076"/>
          <ac:picMkLst>
            <pc:docMk/>
            <pc:sldMk cId="402488709" sldId="290"/>
            <ac:picMk id="1030" creationId="{284CFE8D-E942-2E69-F550-F419EAB5AD62}"/>
          </ac:picMkLst>
        </pc:picChg>
        <pc:cxnChg chg="add mod">
          <ac:chgData name="Mathilde Annette Nicole Roulleau" userId="4ab294c6-1984-4b16-bc43-8e77deede0e4" providerId="ADAL" clId="{79810BCC-BAA2-4D46-8788-90936CCE2327}" dt="2026-02-12T08:03:56.617" v="5349" actId="14100"/>
          <ac:cxnSpMkLst>
            <pc:docMk/>
            <pc:sldMk cId="402488709" sldId="290"/>
            <ac:cxnSpMk id="38" creationId="{192E0E30-DF28-DCAA-F2C2-04FDD1318928}"/>
          </ac:cxnSpMkLst>
        </pc:cxnChg>
        <pc:cxnChg chg="add mod">
          <ac:chgData name="Mathilde Annette Nicole Roulleau" userId="4ab294c6-1984-4b16-bc43-8e77deede0e4" providerId="ADAL" clId="{79810BCC-BAA2-4D46-8788-90936CCE2327}" dt="2026-02-12T08:04:04.592" v="5352" actId="14100"/>
          <ac:cxnSpMkLst>
            <pc:docMk/>
            <pc:sldMk cId="402488709" sldId="290"/>
            <ac:cxnSpMk id="43" creationId="{CC1FB4C9-998C-6FBA-C09F-11B7B4F9CE8E}"/>
          </ac:cxnSpMkLst>
        </pc:cxnChg>
        <pc:cxnChg chg="add mod">
          <ac:chgData name="Mathilde Annette Nicole Roulleau" userId="4ab294c6-1984-4b16-bc43-8e77deede0e4" providerId="ADAL" clId="{79810BCC-BAA2-4D46-8788-90936CCE2327}" dt="2026-02-12T08:04:25.940" v="5356" actId="14100"/>
          <ac:cxnSpMkLst>
            <pc:docMk/>
            <pc:sldMk cId="402488709" sldId="290"/>
            <ac:cxnSpMk id="45" creationId="{135F7A20-01AA-CF14-94CD-5F34C206E9B5}"/>
          </ac:cxnSpMkLst>
        </pc:cxnChg>
      </pc:sldChg>
      <pc:sldChg chg="addSp delSp modSp add mod addAnim delAnim modAnim">
        <pc:chgData name="Mathilde Annette Nicole Roulleau" userId="4ab294c6-1984-4b16-bc43-8e77deede0e4" providerId="ADAL" clId="{79810BCC-BAA2-4D46-8788-90936CCE2327}" dt="2026-02-12T08:24:46.940" v="5597" actId="1076"/>
        <pc:sldMkLst>
          <pc:docMk/>
          <pc:sldMk cId="856483082" sldId="291"/>
        </pc:sldMkLst>
        <pc:spChg chg="add mod">
          <ac:chgData name="Mathilde Annette Nicole Roulleau" userId="4ab294c6-1984-4b16-bc43-8e77deede0e4" providerId="ADAL" clId="{79810BCC-BAA2-4D46-8788-90936CCE2327}" dt="2026-02-12T08:17:27.148" v="5563" actId="1076"/>
          <ac:spMkLst>
            <pc:docMk/>
            <pc:sldMk cId="856483082" sldId="291"/>
            <ac:spMk id="9" creationId="{86DED595-B7A6-B767-44E9-F524AEDCD3CB}"/>
          </ac:spMkLst>
        </pc:spChg>
        <pc:spChg chg="add mod">
          <ac:chgData name="Mathilde Annette Nicole Roulleau" userId="4ab294c6-1984-4b16-bc43-8e77deede0e4" providerId="ADAL" clId="{79810BCC-BAA2-4D46-8788-90936CCE2327}" dt="2026-02-12T08:19:09.183" v="5580" actId="1076"/>
          <ac:spMkLst>
            <pc:docMk/>
            <pc:sldMk cId="856483082" sldId="291"/>
            <ac:spMk id="11" creationId="{8BD81410-6361-871D-C0C4-A8C1C96F1547}"/>
          </ac:spMkLst>
        </pc:spChg>
        <pc:spChg chg="mod">
          <ac:chgData name="Mathilde Annette Nicole Roulleau" userId="4ab294c6-1984-4b16-bc43-8e77deede0e4" providerId="ADAL" clId="{79810BCC-BAA2-4D46-8788-90936CCE2327}" dt="2026-02-12T08:17:24.221" v="5562" actId="1076"/>
          <ac:spMkLst>
            <pc:docMk/>
            <pc:sldMk cId="856483082" sldId="291"/>
            <ac:spMk id="36" creationId="{C20FDE51-43D6-C307-9F8A-E8037589A5FE}"/>
          </ac:spMkLst>
        </pc:spChg>
        <pc:picChg chg="add mod">
          <ac:chgData name="Mathilde Annette Nicole Roulleau" userId="4ab294c6-1984-4b16-bc43-8e77deede0e4" providerId="ADAL" clId="{79810BCC-BAA2-4D46-8788-90936CCE2327}" dt="2026-02-12T08:17:24.221" v="5562" actId="1076"/>
          <ac:picMkLst>
            <pc:docMk/>
            <pc:sldMk cId="856483082" sldId="291"/>
            <ac:picMk id="3" creationId="{532F4D09-2704-7594-519B-1BF133B27799}"/>
          </ac:picMkLst>
        </pc:picChg>
        <pc:picChg chg="add mod">
          <ac:chgData name="Mathilde Annette Nicole Roulleau" userId="4ab294c6-1984-4b16-bc43-8e77deede0e4" providerId="ADAL" clId="{79810BCC-BAA2-4D46-8788-90936CCE2327}" dt="2026-02-12T08:24:46.940" v="5597" actId="1076"/>
          <ac:picMkLst>
            <pc:docMk/>
            <pc:sldMk cId="856483082" sldId="291"/>
            <ac:picMk id="4" creationId="{81A69626-60B8-839D-5D82-62070A42F7A1}"/>
          </ac:picMkLst>
        </pc:picChg>
        <pc:picChg chg="add mod">
          <ac:chgData name="Mathilde Annette Nicole Roulleau" userId="4ab294c6-1984-4b16-bc43-8e77deede0e4" providerId="ADAL" clId="{79810BCC-BAA2-4D46-8788-90936CCE2327}" dt="2026-02-12T08:17:24.221" v="5562" actId="1076"/>
          <ac:picMkLst>
            <pc:docMk/>
            <pc:sldMk cId="856483082" sldId="291"/>
            <ac:picMk id="5" creationId="{A4721627-B816-426A-084E-EE7F61385DBD}"/>
          </ac:picMkLst>
        </pc:picChg>
        <pc:picChg chg="add mod">
          <ac:chgData name="Mathilde Annette Nicole Roulleau" userId="4ab294c6-1984-4b16-bc43-8e77deede0e4" providerId="ADAL" clId="{79810BCC-BAA2-4D46-8788-90936CCE2327}" dt="2026-02-12T08:17:24.221" v="5562" actId="1076"/>
          <ac:picMkLst>
            <pc:docMk/>
            <pc:sldMk cId="856483082" sldId="291"/>
            <ac:picMk id="6" creationId="{F037025F-DC99-670E-C43D-6747AF8F6403}"/>
          </ac:picMkLst>
        </pc:picChg>
        <pc:picChg chg="add mod">
          <ac:chgData name="Mathilde Annette Nicole Roulleau" userId="4ab294c6-1984-4b16-bc43-8e77deede0e4" providerId="ADAL" clId="{79810BCC-BAA2-4D46-8788-90936CCE2327}" dt="2026-02-12T08:21:06.401" v="5591" actId="1076"/>
          <ac:picMkLst>
            <pc:docMk/>
            <pc:sldMk cId="856483082" sldId="291"/>
            <ac:picMk id="7" creationId="{6A10EA58-5865-1024-FAF8-749B72BB3CA5}"/>
          </ac:picMkLst>
        </pc:picChg>
        <pc:picChg chg="mod">
          <ac:chgData name="Mathilde Annette Nicole Roulleau" userId="4ab294c6-1984-4b16-bc43-8e77deede0e4" providerId="ADAL" clId="{79810BCC-BAA2-4D46-8788-90936CCE2327}" dt="2026-02-12T08:17:24.221" v="5562" actId="1076"/>
          <ac:picMkLst>
            <pc:docMk/>
            <pc:sldMk cId="856483082" sldId="291"/>
            <ac:picMk id="8" creationId="{D7E90DEF-1896-7956-7CCE-3A4F7B82D474}"/>
          </ac:picMkLst>
        </pc:picChg>
        <pc:picChg chg="mod">
          <ac:chgData name="Mathilde Annette Nicole Roulleau" userId="4ab294c6-1984-4b16-bc43-8e77deede0e4" providerId="ADAL" clId="{79810BCC-BAA2-4D46-8788-90936CCE2327}" dt="2026-02-12T08:17:24.221" v="5562" actId="1076"/>
          <ac:picMkLst>
            <pc:docMk/>
            <pc:sldMk cId="856483082" sldId="291"/>
            <ac:picMk id="12" creationId="{845D4D6F-3FC9-68E2-44F6-DEB55D717B5F}"/>
          </ac:picMkLst>
        </pc:picChg>
        <pc:picChg chg="mod">
          <ac:chgData name="Mathilde Annette Nicole Roulleau" userId="4ab294c6-1984-4b16-bc43-8e77deede0e4" providerId="ADAL" clId="{79810BCC-BAA2-4D46-8788-90936CCE2327}" dt="2026-02-12T08:17:18.421" v="5561" actId="1076"/>
          <ac:picMkLst>
            <pc:docMk/>
            <pc:sldMk cId="856483082" sldId="291"/>
            <ac:picMk id="14" creationId="{24026B6E-3F8E-4A27-70C7-6CA47D36282B}"/>
          </ac:picMkLst>
        </pc:picChg>
        <pc:picChg chg="mod">
          <ac:chgData name="Mathilde Annette Nicole Roulleau" userId="4ab294c6-1984-4b16-bc43-8e77deede0e4" providerId="ADAL" clId="{79810BCC-BAA2-4D46-8788-90936CCE2327}" dt="2026-02-12T08:17:18.421" v="5561" actId="1076"/>
          <ac:picMkLst>
            <pc:docMk/>
            <pc:sldMk cId="856483082" sldId="291"/>
            <ac:picMk id="16" creationId="{CA3670F6-7CFA-57FF-4C3A-29399398C286}"/>
          </ac:picMkLst>
        </pc:picChg>
        <pc:picChg chg="mod">
          <ac:chgData name="Mathilde Annette Nicole Roulleau" userId="4ab294c6-1984-4b16-bc43-8e77deede0e4" providerId="ADAL" clId="{79810BCC-BAA2-4D46-8788-90936CCE2327}" dt="2026-02-12T08:17:24.221" v="5562" actId="1076"/>
          <ac:picMkLst>
            <pc:docMk/>
            <pc:sldMk cId="856483082" sldId="291"/>
            <ac:picMk id="20" creationId="{4B86FD30-4DB3-881D-5DBC-52DF3A063B40}"/>
          </ac:picMkLst>
        </pc:picChg>
        <pc:picChg chg="mod">
          <ac:chgData name="Mathilde Annette Nicole Roulleau" userId="4ab294c6-1984-4b16-bc43-8e77deede0e4" providerId="ADAL" clId="{79810BCC-BAA2-4D46-8788-90936CCE2327}" dt="2026-02-12T08:17:18.421" v="5561" actId="1076"/>
          <ac:picMkLst>
            <pc:docMk/>
            <pc:sldMk cId="856483082" sldId="291"/>
            <ac:picMk id="22" creationId="{A023C47B-FCAD-4384-2D95-47560167DCD0}"/>
          </ac:picMkLst>
        </pc:picChg>
        <pc:picChg chg="mod">
          <ac:chgData name="Mathilde Annette Nicole Roulleau" userId="4ab294c6-1984-4b16-bc43-8e77deede0e4" providerId="ADAL" clId="{79810BCC-BAA2-4D46-8788-90936CCE2327}" dt="2026-02-12T08:17:18.421" v="5561" actId="1076"/>
          <ac:picMkLst>
            <pc:docMk/>
            <pc:sldMk cId="856483082" sldId="291"/>
            <ac:picMk id="28" creationId="{A91C0DCF-05F2-2774-4B07-77D6659E0A0D}"/>
          </ac:picMkLst>
        </pc:picChg>
        <pc:picChg chg="mod">
          <ac:chgData name="Mathilde Annette Nicole Roulleau" userId="4ab294c6-1984-4b16-bc43-8e77deede0e4" providerId="ADAL" clId="{79810BCC-BAA2-4D46-8788-90936CCE2327}" dt="2026-02-12T08:17:24.221" v="5562" actId="1076"/>
          <ac:picMkLst>
            <pc:docMk/>
            <pc:sldMk cId="856483082" sldId="291"/>
            <ac:picMk id="30" creationId="{322A2D4A-3AD6-418A-EEC1-6406112B3D28}"/>
          </ac:picMkLst>
        </pc:picChg>
        <pc:picChg chg="mod">
          <ac:chgData name="Mathilde Annette Nicole Roulleau" userId="4ab294c6-1984-4b16-bc43-8e77deede0e4" providerId="ADAL" clId="{79810BCC-BAA2-4D46-8788-90936CCE2327}" dt="2026-02-12T08:17:24.221" v="5562" actId="1076"/>
          <ac:picMkLst>
            <pc:docMk/>
            <pc:sldMk cId="856483082" sldId="291"/>
            <ac:picMk id="32" creationId="{A22B5970-8AB9-5F64-27AA-DD06FA5F8674}"/>
          </ac:picMkLst>
        </pc:picChg>
        <pc:picChg chg="add mod">
          <ac:chgData name="Mathilde Annette Nicole Roulleau" userId="4ab294c6-1984-4b16-bc43-8e77deede0e4" providerId="ADAL" clId="{79810BCC-BAA2-4D46-8788-90936CCE2327}" dt="2026-02-12T08:15:14.863" v="5526" actId="1076"/>
          <ac:picMkLst>
            <pc:docMk/>
            <pc:sldMk cId="856483082" sldId="291"/>
            <ac:picMk id="2050" creationId="{89EE426F-F48D-451E-7FC5-5E12CDED168F}"/>
          </ac:picMkLst>
        </pc:picChg>
      </pc:sldChg>
      <pc:sldChg chg="addSp delSp modSp add mod modAnim">
        <pc:chgData name="Mathilde Annette Nicole Roulleau" userId="4ab294c6-1984-4b16-bc43-8e77deede0e4" providerId="ADAL" clId="{79810BCC-BAA2-4D46-8788-90936CCE2327}" dt="2026-02-12T08:35:18.224" v="5780" actId="2711"/>
        <pc:sldMkLst>
          <pc:docMk/>
          <pc:sldMk cId="4092730488" sldId="292"/>
        </pc:sldMkLst>
        <pc:spChg chg="mod">
          <ac:chgData name="Mathilde Annette Nicole Roulleau" userId="4ab294c6-1984-4b16-bc43-8e77deede0e4" providerId="ADAL" clId="{79810BCC-BAA2-4D46-8788-90936CCE2327}" dt="2026-02-12T08:26:01.386" v="5619" actId="20577"/>
          <ac:spMkLst>
            <pc:docMk/>
            <pc:sldMk cId="4092730488" sldId="292"/>
            <ac:spMk id="9" creationId="{901C237D-05DE-DD2B-EBB4-974AD6CAFECE}"/>
          </ac:spMkLst>
        </pc:spChg>
        <pc:spChg chg="mod">
          <ac:chgData name="Mathilde Annette Nicole Roulleau" userId="4ab294c6-1984-4b16-bc43-8e77deede0e4" providerId="ADAL" clId="{79810BCC-BAA2-4D46-8788-90936CCE2327}" dt="2026-02-12T08:26:56.176" v="5623" actId="1076"/>
          <ac:spMkLst>
            <pc:docMk/>
            <pc:sldMk cId="4092730488" sldId="292"/>
            <ac:spMk id="36" creationId="{3A089461-066B-7D63-FB8A-98AE25FE3447}"/>
          </ac:spMkLst>
        </pc:spChg>
        <pc:spChg chg="add mod">
          <ac:chgData name="Mathilde Annette Nicole Roulleau" userId="4ab294c6-1984-4b16-bc43-8e77deede0e4" providerId="ADAL" clId="{79810BCC-BAA2-4D46-8788-90936CCE2327}" dt="2026-02-12T08:31:18.856" v="5714" actId="1076"/>
          <ac:spMkLst>
            <pc:docMk/>
            <pc:sldMk cId="4092730488" sldId="292"/>
            <ac:spMk id="38" creationId="{DBF5DD41-E09D-3B9E-18D2-0C0E67841E6A}"/>
          </ac:spMkLst>
        </pc:spChg>
        <pc:spChg chg="add mod">
          <ac:chgData name="Mathilde Annette Nicole Roulleau" userId="4ab294c6-1984-4b16-bc43-8e77deede0e4" providerId="ADAL" clId="{79810BCC-BAA2-4D46-8788-90936CCE2327}" dt="2026-02-12T08:31:18.856" v="5714" actId="1076"/>
          <ac:spMkLst>
            <pc:docMk/>
            <pc:sldMk cId="4092730488" sldId="292"/>
            <ac:spMk id="48" creationId="{307A9136-AB82-B31D-8799-EC812055E5A9}"/>
          </ac:spMkLst>
        </pc:spChg>
        <pc:spChg chg="add mod">
          <ac:chgData name="Mathilde Annette Nicole Roulleau" userId="4ab294c6-1984-4b16-bc43-8e77deede0e4" providerId="ADAL" clId="{79810BCC-BAA2-4D46-8788-90936CCE2327}" dt="2026-02-12T08:31:18.856" v="5714" actId="1076"/>
          <ac:spMkLst>
            <pc:docMk/>
            <pc:sldMk cId="4092730488" sldId="292"/>
            <ac:spMk id="59" creationId="{0AEEBEE6-E0AE-199E-2D09-A7B00C557706}"/>
          </ac:spMkLst>
        </pc:spChg>
        <pc:spChg chg="add mod">
          <ac:chgData name="Mathilde Annette Nicole Roulleau" userId="4ab294c6-1984-4b16-bc43-8e77deede0e4" providerId="ADAL" clId="{79810BCC-BAA2-4D46-8788-90936CCE2327}" dt="2026-02-12T08:35:18.224" v="5780" actId="2711"/>
          <ac:spMkLst>
            <pc:docMk/>
            <pc:sldMk cId="4092730488" sldId="292"/>
            <ac:spMk id="1032" creationId="{158DADDD-A156-1C0B-8A9D-E88E86525AAC}"/>
          </ac:spMkLst>
        </pc:sp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8" creationId="{C45AD612-0EF0-BCE1-DBED-43040B8F3370}"/>
          </ac:picMkLst>
        </pc:pic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16" creationId="{0C55BB1A-7AB1-46DD-96E0-A385E846E650}"/>
          </ac:picMkLst>
        </pc:picChg>
        <pc:picChg chg="add mod">
          <ac:chgData name="Mathilde Annette Nicole Roulleau" userId="4ab294c6-1984-4b16-bc43-8e77deede0e4" providerId="ADAL" clId="{79810BCC-BAA2-4D46-8788-90936CCE2327}" dt="2026-02-12T08:28:38.631" v="5651" actId="1076"/>
          <ac:picMkLst>
            <pc:docMk/>
            <pc:sldMk cId="4092730488" sldId="292"/>
            <ac:picMk id="17" creationId="{E2E1958E-23D0-D571-C09B-52CB641278F3}"/>
          </ac:picMkLst>
        </pc:pic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18" creationId="{2DC96D01-D9D2-0179-FBBF-9B57840BFE66}"/>
          </ac:picMkLst>
        </pc:pic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20" creationId="{7FBBCD2F-5DC6-4085-BF11-11725232B70E}"/>
          </ac:picMkLst>
        </pc:pic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24" creationId="{E71B120B-921D-8BC8-FC9E-393FAE550BF5}"/>
          </ac:picMkLst>
        </pc:pic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26" creationId="{F084EDD8-91FF-D591-E131-ADE5E1DBAB09}"/>
          </ac:picMkLst>
        </pc:pic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28" creationId="{5DD3B749-6A24-06A5-CE05-A540FF47833F}"/>
          </ac:picMkLst>
        </pc:picChg>
        <pc:picChg chg="add mod">
          <ac:chgData name="Mathilde Annette Nicole Roulleau" userId="4ab294c6-1984-4b16-bc43-8e77deede0e4" providerId="ADAL" clId="{79810BCC-BAA2-4D46-8788-90936CCE2327}" dt="2026-02-12T08:28:28.580" v="5646" actId="14100"/>
          <ac:picMkLst>
            <pc:docMk/>
            <pc:sldMk cId="4092730488" sldId="292"/>
            <ac:picMk id="29" creationId="{8DE3BC73-817C-8E26-3CBE-4F7E17A21BB9}"/>
          </ac:picMkLst>
        </pc:pic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30" creationId="{52B78BF7-E850-A10E-0CFB-9B037D5F94BE}"/>
          </ac:picMkLst>
        </pc:picChg>
        <pc:picChg chg="mod">
          <ac:chgData name="Mathilde Annette Nicole Roulleau" userId="4ab294c6-1984-4b16-bc43-8e77deede0e4" providerId="ADAL" clId="{79810BCC-BAA2-4D46-8788-90936CCE2327}" dt="2026-02-12T08:26:56.176" v="5623" actId="1076"/>
          <ac:picMkLst>
            <pc:docMk/>
            <pc:sldMk cId="4092730488" sldId="292"/>
            <ac:picMk id="34" creationId="{02A567DB-1237-5D09-DDF9-218F7ED97D10}"/>
          </ac:picMkLst>
        </pc:picChg>
        <pc:picChg chg="add mod">
          <ac:chgData name="Mathilde Annette Nicole Roulleau" userId="4ab294c6-1984-4b16-bc43-8e77deede0e4" providerId="ADAL" clId="{79810BCC-BAA2-4D46-8788-90936CCE2327}" dt="2026-02-12T08:28:36.634" v="5650" actId="1076"/>
          <ac:picMkLst>
            <pc:docMk/>
            <pc:sldMk cId="4092730488" sldId="292"/>
            <ac:picMk id="39" creationId="{32C97C6C-489F-28CB-F5BE-406915204F14}"/>
          </ac:picMkLst>
        </pc:picChg>
        <pc:picChg chg="add mod">
          <ac:chgData name="Mathilde Annette Nicole Roulleau" userId="4ab294c6-1984-4b16-bc43-8e77deede0e4" providerId="ADAL" clId="{79810BCC-BAA2-4D46-8788-90936CCE2327}" dt="2026-02-12T08:28:31.777" v="5647" actId="1076"/>
          <ac:picMkLst>
            <pc:docMk/>
            <pc:sldMk cId="4092730488" sldId="292"/>
            <ac:picMk id="40" creationId="{23E98B64-0CE7-0252-C0F3-139375CD7AFE}"/>
          </ac:picMkLst>
        </pc:picChg>
        <pc:picChg chg="add mod">
          <ac:chgData name="Mathilde Annette Nicole Roulleau" userId="4ab294c6-1984-4b16-bc43-8e77deede0e4" providerId="ADAL" clId="{79810BCC-BAA2-4D46-8788-90936CCE2327}" dt="2026-02-12T08:28:45.879" v="5655" actId="1076"/>
          <ac:picMkLst>
            <pc:docMk/>
            <pc:sldMk cId="4092730488" sldId="292"/>
            <ac:picMk id="41" creationId="{6B9EAA28-C4F5-12DC-A18A-C0ABEE8CBC44}"/>
          </ac:picMkLst>
        </pc:picChg>
        <pc:picChg chg="add mod">
          <ac:chgData name="Mathilde Annette Nicole Roulleau" userId="4ab294c6-1984-4b16-bc43-8e77deede0e4" providerId="ADAL" clId="{79810BCC-BAA2-4D46-8788-90936CCE2327}" dt="2026-02-12T08:28:35.011" v="5649" actId="1076"/>
          <ac:picMkLst>
            <pc:docMk/>
            <pc:sldMk cId="4092730488" sldId="292"/>
            <ac:picMk id="42" creationId="{4A44D60F-A51E-4CA1-8324-AD6A8F9264FB}"/>
          </ac:picMkLst>
        </pc:picChg>
        <pc:picChg chg="add mod">
          <ac:chgData name="Mathilde Annette Nicole Roulleau" userId="4ab294c6-1984-4b16-bc43-8e77deede0e4" providerId="ADAL" clId="{79810BCC-BAA2-4D46-8788-90936CCE2327}" dt="2026-02-12T08:28:33.585" v="5648" actId="1076"/>
          <ac:picMkLst>
            <pc:docMk/>
            <pc:sldMk cId="4092730488" sldId="292"/>
            <ac:picMk id="43" creationId="{E453FF41-6551-A331-4B17-71967A884AC3}"/>
          </ac:picMkLst>
        </pc:picChg>
        <pc:picChg chg="add mod">
          <ac:chgData name="Mathilde Annette Nicole Roulleau" userId="4ab294c6-1984-4b16-bc43-8e77deede0e4" providerId="ADAL" clId="{79810BCC-BAA2-4D46-8788-90936CCE2327}" dt="2026-02-12T08:28:40.475" v="5652" actId="1076"/>
          <ac:picMkLst>
            <pc:docMk/>
            <pc:sldMk cId="4092730488" sldId="292"/>
            <ac:picMk id="44" creationId="{C1B7240E-056E-F6C4-3912-37B988CF95DB}"/>
          </ac:picMkLst>
        </pc:picChg>
        <pc:picChg chg="add mod">
          <ac:chgData name="Mathilde Annette Nicole Roulleau" userId="4ab294c6-1984-4b16-bc43-8e77deede0e4" providerId="ADAL" clId="{79810BCC-BAA2-4D46-8788-90936CCE2327}" dt="2026-02-12T08:28:44.284" v="5654" actId="1076"/>
          <ac:picMkLst>
            <pc:docMk/>
            <pc:sldMk cId="4092730488" sldId="292"/>
            <ac:picMk id="45" creationId="{D61A31E4-544E-7A4A-9D77-B2E8610F3B96}"/>
          </ac:picMkLst>
        </pc:picChg>
        <pc:picChg chg="add mod">
          <ac:chgData name="Mathilde Annette Nicole Roulleau" userId="4ab294c6-1984-4b16-bc43-8e77deede0e4" providerId="ADAL" clId="{79810BCC-BAA2-4D46-8788-90936CCE2327}" dt="2026-02-12T08:28:42.514" v="5653" actId="1076"/>
          <ac:picMkLst>
            <pc:docMk/>
            <pc:sldMk cId="4092730488" sldId="292"/>
            <ac:picMk id="46" creationId="{69320DD6-47AC-C797-6702-923863A83ACF}"/>
          </ac:picMkLst>
        </pc:picChg>
        <pc:picChg chg="add mod">
          <ac:chgData name="Mathilde Annette Nicole Roulleau" userId="4ab294c6-1984-4b16-bc43-8e77deede0e4" providerId="ADAL" clId="{79810BCC-BAA2-4D46-8788-90936CCE2327}" dt="2026-02-12T08:28:28.580" v="5646" actId="14100"/>
          <ac:picMkLst>
            <pc:docMk/>
            <pc:sldMk cId="4092730488" sldId="292"/>
            <ac:picMk id="47" creationId="{FA8B9CA8-257D-8AC2-1AB6-7E4B2323BCF9}"/>
          </ac:picMkLst>
        </pc:picChg>
        <pc:picChg chg="add mod">
          <ac:chgData name="Mathilde Annette Nicole Roulleau" userId="4ab294c6-1984-4b16-bc43-8e77deede0e4" providerId="ADAL" clId="{79810BCC-BAA2-4D46-8788-90936CCE2327}" dt="2026-02-12T08:29:32.858" v="5663" actId="1076"/>
          <ac:picMkLst>
            <pc:docMk/>
            <pc:sldMk cId="4092730488" sldId="292"/>
            <ac:picMk id="49" creationId="{04CA9103-7590-DCA2-E9DD-23B8362656AB}"/>
          </ac:picMkLst>
        </pc:picChg>
        <pc:picChg chg="add mod">
          <ac:chgData name="Mathilde Annette Nicole Roulleau" userId="4ab294c6-1984-4b16-bc43-8e77deede0e4" providerId="ADAL" clId="{79810BCC-BAA2-4D46-8788-90936CCE2327}" dt="2026-02-12T08:29:49.096" v="5675" actId="1076"/>
          <ac:picMkLst>
            <pc:docMk/>
            <pc:sldMk cId="4092730488" sldId="292"/>
            <ac:picMk id="50" creationId="{39A2AB61-F3F1-0101-9C7E-023F9D51F3EF}"/>
          </ac:picMkLst>
        </pc:picChg>
        <pc:picChg chg="add mod">
          <ac:chgData name="Mathilde Annette Nicole Roulleau" userId="4ab294c6-1984-4b16-bc43-8e77deede0e4" providerId="ADAL" clId="{79810BCC-BAA2-4D46-8788-90936CCE2327}" dt="2026-02-12T08:31:18.856" v="5714" actId="1076"/>
          <ac:picMkLst>
            <pc:docMk/>
            <pc:sldMk cId="4092730488" sldId="292"/>
            <ac:picMk id="51" creationId="{3DB06141-455A-C355-EA33-179F7E461012}"/>
          </ac:picMkLst>
        </pc:picChg>
        <pc:picChg chg="add mod">
          <ac:chgData name="Mathilde Annette Nicole Roulleau" userId="4ab294c6-1984-4b16-bc43-8e77deede0e4" providerId="ADAL" clId="{79810BCC-BAA2-4D46-8788-90936CCE2327}" dt="2026-02-12T08:31:18.856" v="5714" actId="1076"/>
          <ac:picMkLst>
            <pc:docMk/>
            <pc:sldMk cId="4092730488" sldId="292"/>
            <ac:picMk id="52" creationId="{4E0CDE39-7D42-4721-A0E8-B28DC155390E}"/>
          </ac:picMkLst>
        </pc:picChg>
        <pc:picChg chg="add mod">
          <ac:chgData name="Mathilde Annette Nicole Roulleau" userId="4ab294c6-1984-4b16-bc43-8e77deede0e4" providerId="ADAL" clId="{79810BCC-BAA2-4D46-8788-90936CCE2327}" dt="2026-02-12T08:29:44.938" v="5672" actId="1076"/>
          <ac:picMkLst>
            <pc:docMk/>
            <pc:sldMk cId="4092730488" sldId="292"/>
            <ac:picMk id="53" creationId="{92ED2FC5-DE4D-7DEC-26FB-B4C54EE93F30}"/>
          </ac:picMkLst>
        </pc:picChg>
        <pc:picChg chg="add mod">
          <ac:chgData name="Mathilde Annette Nicole Roulleau" userId="4ab294c6-1984-4b16-bc43-8e77deede0e4" providerId="ADAL" clId="{79810BCC-BAA2-4D46-8788-90936CCE2327}" dt="2026-02-12T08:31:35.864" v="5716" actId="1076"/>
          <ac:picMkLst>
            <pc:docMk/>
            <pc:sldMk cId="4092730488" sldId="292"/>
            <ac:picMk id="54" creationId="{1EE77336-4F71-2D9F-8648-C7F64B469B56}"/>
          </ac:picMkLst>
        </pc:picChg>
        <pc:picChg chg="add mod">
          <ac:chgData name="Mathilde Annette Nicole Roulleau" userId="4ab294c6-1984-4b16-bc43-8e77deede0e4" providerId="ADAL" clId="{79810BCC-BAA2-4D46-8788-90936CCE2327}" dt="2026-02-12T08:29:55.253" v="5682" actId="1076"/>
          <ac:picMkLst>
            <pc:docMk/>
            <pc:sldMk cId="4092730488" sldId="292"/>
            <ac:picMk id="55" creationId="{936EF99C-3AB1-C6DC-97F4-B7E58DD80DC7}"/>
          </ac:picMkLst>
        </pc:picChg>
        <pc:picChg chg="add mod">
          <ac:chgData name="Mathilde Annette Nicole Roulleau" userId="4ab294c6-1984-4b16-bc43-8e77deede0e4" providerId="ADAL" clId="{79810BCC-BAA2-4D46-8788-90936CCE2327}" dt="2026-02-12T08:31:25.937" v="5715" actId="1076"/>
          <ac:picMkLst>
            <pc:docMk/>
            <pc:sldMk cId="4092730488" sldId="292"/>
            <ac:picMk id="56" creationId="{7764EA24-DA87-9FB4-8BD5-2D57FF3E6996}"/>
          </ac:picMkLst>
        </pc:picChg>
        <pc:picChg chg="add mod">
          <ac:chgData name="Mathilde Annette Nicole Roulleau" userId="4ab294c6-1984-4b16-bc43-8e77deede0e4" providerId="ADAL" clId="{79810BCC-BAA2-4D46-8788-90936CCE2327}" dt="2026-02-12T08:29:53.818" v="5681" actId="1076"/>
          <ac:picMkLst>
            <pc:docMk/>
            <pc:sldMk cId="4092730488" sldId="292"/>
            <ac:picMk id="57" creationId="{AB8DE626-E5D3-F5B5-3EFC-CD5519219A72}"/>
          </ac:picMkLst>
        </pc:picChg>
        <pc:picChg chg="add mod">
          <ac:chgData name="Mathilde Annette Nicole Roulleau" userId="4ab294c6-1984-4b16-bc43-8e77deede0e4" providerId="ADAL" clId="{79810BCC-BAA2-4D46-8788-90936CCE2327}" dt="2026-02-12T08:29:52.139" v="5680" actId="1076"/>
          <ac:picMkLst>
            <pc:docMk/>
            <pc:sldMk cId="4092730488" sldId="292"/>
            <ac:picMk id="58" creationId="{811D0DA0-2146-EBB7-7091-062E51EEEEF2}"/>
          </ac:picMkLst>
        </pc:picChg>
        <pc:picChg chg="add mod">
          <ac:chgData name="Mathilde Annette Nicole Roulleau" userId="4ab294c6-1984-4b16-bc43-8e77deede0e4" providerId="ADAL" clId="{79810BCC-BAA2-4D46-8788-90936CCE2327}" dt="2026-02-12T08:30:39.126" v="5697" actId="1076"/>
          <ac:picMkLst>
            <pc:docMk/>
            <pc:sldMk cId="4092730488" sldId="292"/>
            <ac:picMk id="60" creationId="{0FCC1BB3-6D23-6979-826A-7E4246BC23BD}"/>
          </ac:picMkLst>
        </pc:picChg>
        <pc:picChg chg="add mod">
          <ac:chgData name="Mathilde Annette Nicole Roulleau" userId="4ab294c6-1984-4b16-bc43-8e77deede0e4" providerId="ADAL" clId="{79810BCC-BAA2-4D46-8788-90936CCE2327}" dt="2026-02-12T08:31:18.856" v="5714" actId="1076"/>
          <ac:picMkLst>
            <pc:docMk/>
            <pc:sldMk cId="4092730488" sldId="292"/>
            <ac:picMk id="61" creationId="{AEAA41CE-07B5-6A6D-ADCE-6638EB979DED}"/>
          </ac:picMkLst>
        </pc:picChg>
        <pc:picChg chg="add mod">
          <ac:chgData name="Mathilde Annette Nicole Roulleau" userId="4ab294c6-1984-4b16-bc43-8e77deede0e4" providerId="ADAL" clId="{79810BCC-BAA2-4D46-8788-90936CCE2327}" dt="2026-02-12T08:30:39.920" v="5698" actId="1076"/>
          <ac:picMkLst>
            <pc:docMk/>
            <pc:sldMk cId="4092730488" sldId="292"/>
            <ac:picMk id="62" creationId="{7D4060BF-E763-C741-5AA0-A1ADB8915A8F}"/>
          </ac:picMkLst>
        </pc:picChg>
        <pc:picChg chg="add mod">
          <ac:chgData name="Mathilde Annette Nicole Roulleau" userId="4ab294c6-1984-4b16-bc43-8e77deede0e4" providerId="ADAL" clId="{79810BCC-BAA2-4D46-8788-90936CCE2327}" dt="2026-02-12T08:30:40.709" v="5699" actId="1076"/>
          <ac:picMkLst>
            <pc:docMk/>
            <pc:sldMk cId="4092730488" sldId="292"/>
            <ac:picMk id="63" creationId="{8CDDA769-F9F5-A137-D91B-F0BB3645ADDE}"/>
          </ac:picMkLst>
        </pc:picChg>
        <pc:picChg chg="add mod">
          <ac:chgData name="Mathilde Annette Nicole Roulleau" userId="4ab294c6-1984-4b16-bc43-8e77deede0e4" providerId="ADAL" clId="{79810BCC-BAA2-4D46-8788-90936CCE2327}" dt="2026-02-12T08:30:41.789" v="5700" actId="1076"/>
          <ac:picMkLst>
            <pc:docMk/>
            <pc:sldMk cId="4092730488" sldId="292"/>
            <ac:picMk id="1024" creationId="{B75B378D-475B-6634-BB80-7FA730984C4D}"/>
          </ac:picMkLst>
        </pc:picChg>
        <pc:picChg chg="add mod">
          <ac:chgData name="Mathilde Annette Nicole Roulleau" userId="4ab294c6-1984-4b16-bc43-8e77deede0e4" providerId="ADAL" clId="{79810BCC-BAA2-4D46-8788-90936CCE2327}" dt="2026-02-12T08:30:44.125" v="5701" actId="1076"/>
          <ac:picMkLst>
            <pc:docMk/>
            <pc:sldMk cId="4092730488" sldId="292"/>
            <ac:picMk id="1025" creationId="{5811138F-7B3F-9725-A3A7-3C33CC8A7DAD}"/>
          </ac:picMkLst>
        </pc:picChg>
        <pc:picChg chg="add mod">
          <ac:chgData name="Mathilde Annette Nicole Roulleau" userId="4ab294c6-1984-4b16-bc43-8e77deede0e4" providerId="ADAL" clId="{79810BCC-BAA2-4D46-8788-90936CCE2327}" dt="2026-02-12T08:31:18.856" v="5714" actId="1076"/>
          <ac:picMkLst>
            <pc:docMk/>
            <pc:sldMk cId="4092730488" sldId="292"/>
            <ac:picMk id="1027" creationId="{1702434C-4442-F7D6-4871-CDAE3014F051}"/>
          </ac:picMkLst>
        </pc:picChg>
        <pc:picChg chg="add mod">
          <ac:chgData name="Mathilde Annette Nicole Roulleau" userId="4ab294c6-1984-4b16-bc43-8e77deede0e4" providerId="ADAL" clId="{79810BCC-BAA2-4D46-8788-90936CCE2327}" dt="2026-02-12T08:31:18.856" v="5714" actId="1076"/>
          <ac:picMkLst>
            <pc:docMk/>
            <pc:sldMk cId="4092730488" sldId="292"/>
            <ac:picMk id="1028" creationId="{698B80E0-0E18-3CE5-DFC1-A7A10C1DFF69}"/>
          </ac:picMkLst>
        </pc:picChg>
        <pc:picChg chg="add mod">
          <ac:chgData name="Mathilde Annette Nicole Roulleau" userId="4ab294c6-1984-4b16-bc43-8e77deede0e4" providerId="ADAL" clId="{79810BCC-BAA2-4D46-8788-90936CCE2327}" dt="2026-02-12T08:31:18.856" v="5714" actId="1076"/>
          <ac:picMkLst>
            <pc:docMk/>
            <pc:sldMk cId="4092730488" sldId="292"/>
            <ac:picMk id="1029" creationId="{6D65A33D-12B8-8BBA-0BDB-791AA5A8E903}"/>
          </ac:picMkLst>
        </pc:picChg>
        <pc:picChg chg="add mod">
          <ac:chgData name="Mathilde Annette Nicole Roulleau" userId="4ab294c6-1984-4b16-bc43-8e77deede0e4" providerId="ADAL" clId="{79810BCC-BAA2-4D46-8788-90936CCE2327}" dt="2026-02-12T08:30:59.158" v="5711" actId="1076"/>
          <ac:picMkLst>
            <pc:docMk/>
            <pc:sldMk cId="4092730488" sldId="292"/>
            <ac:picMk id="1030" creationId="{E73F8F25-5A5C-54A6-765D-5E0762797AC0}"/>
          </ac:picMkLst>
        </pc:picChg>
        <pc:picChg chg="add mod">
          <ac:chgData name="Mathilde Annette Nicole Roulleau" userId="4ab294c6-1984-4b16-bc43-8e77deede0e4" providerId="ADAL" clId="{79810BCC-BAA2-4D46-8788-90936CCE2327}" dt="2026-02-12T08:30:57.846" v="5710" actId="1076"/>
          <ac:picMkLst>
            <pc:docMk/>
            <pc:sldMk cId="4092730488" sldId="292"/>
            <ac:picMk id="1031" creationId="{7DD8D924-BC1B-F75A-F86D-FD70B9993551}"/>
          </ac:picMkLst>
        </pc:picChg>
      </pc:sldChg>
      <pc:sldChg chg="addSp delSp modSp add mod addAnim delAnim modAnim">
        <pc:chgData name="Mathilde Annette Nicole Roulleau" userId="4ab294c6-1984-4b16-bc43-8e77deede0e4" providerId="ADAL" clId="{79810BCC-BAA2-4D46-8788-90936CCE2327}" dt="2026-02-18T16:53:05.708" v="6657" actId="20577"/>
        <pc:sldMkLst>
          <pc:docMk/>
          <pc:sldMk cId="2412630593" sldId="293"/>
        </pc:sldMkLst>
        <pc:spChg chg="add mod">
          <ac:chgData name="Mathilde Annette Nicole Roulleau" userId="4ab294c6-1984-4b16-bc43-8e77deede0e4" providerId="ADAL" clId="{79810BCC-BAA2-4D46-8788-90936CCE2327}" dt="2026-02-12T09:09:34.003" v="6128" actId="1037"/>
          <ac:spMkLst>
            <pc:docMk/>
            <pc:sldMk cId="2412630593" sldId="293"/>
            <ac:spMk id="2" creationId="{87D9D75B-65B2-E9AF-25C3-68303979C90F}"/>
          </ac:spMkLst>
        </pc:spChg>
        <pc:spChg chg="add mod">
          <ac:chgData name="Mathilde Annette Nicole Roulleau" userId="4ab294c6-1984-4b16-bc43-8e77deede0e4" providerId="ADAL" clId="{79810BCC-BAA2-4D46-8788-90936CCE2327}" dt="2026-02-12T08:40:03.735" v="5823" actId="1076"/>
          <ac:spMkLst>
            <pc:docMk/>
            <pc:sldMk cId="2412630593" sldId="293"/>
            <ac:spMk id="3" creationId="{EA7262B6-BD96-0772-141C-7C42AAA05C14}"/>
          </ac:spMkLst>
        </pc:spChg>
        <pc:spChg chg="add mod">
          <ac:chgData name="Mathilde Annette Nicole Roulleau" userId="4ab294c6-1984-4b16-bc43-8e77deede0e4" providerId="ADAL" clId="{79810BCC-BAA2-4D46-8788-90936CCE2327}" dt="2026-02-12T09:09:23.386" v="6070" actId="1038"/>
          <ac:spMkLst>
            <pc:docMk/>
            <pc:sldMk cId="2412630593" sldId="293"/>
            <ac:spMk id="4" creationId="{42B09E9C-060D-000B-D1B4-A68C5A52DBB7}"/>
          </ac:spMkLst>
        </pc:spChg>
        <pc:spChg chg="add mod">
          <ac:chgData name="Mathilde Annette Nicole Roulleau" userId="4ab294c6-1984-4b16-bc43-8e77deede0e4" providerId="ADAL" clId="{79810BCC-BAA2-4D46-8788-90936CCE2327}" dt="2026-02-12T09:09:34.003" v="6128" actId="1037"/>
          <ac:spMkLst>
            <pc:docMk/>
            <pc:sldMk cId="2412630593" sldId="293"/>
            <ac:spMk id="5" creationId="{89E2E6DE-6D5B-3A56-86E3-4D1AD033BEE2}"/>
          </ac:spMkLst>
        </pc:spChg>
        <pc:spChg chg="add mod">
          <ac:chgData name="Mathilde Annette Nicole Roulleau" userId="4ab294c6-1984-4b16-bc43-8e77deede0e4" providerId="ADAL" clId="{79810BCC-BAA2-4D46-8788-90936CCE2327}" dt="2026-02-18T16:53:05.708" v="6657" actId="20577"/>
          <ac:spMkLst>
            <pc:docMk/>
            <pc:sldMk cId="2412630593" sldId="293"/>
            <ac:spMk id="6" creationId="{129A5E93-17D1-2472-4340-2D8FD376375C}"/>
          </ac:spMkLst>
        </pc:spChg>
        <pc:spChg chg="mod">
          <ac:chgData name="Mathilde Annette Nicole Roulleau" userId="4ab294c6-1984-4b16-bc43-8e77deede0e4" providerId="ADAL" clId="{79810BCC-BAA2-4D46-8788-90936CCE2327}" dt="2026-02-12T08:38:22.127" v="5790" actId="404"/>
          <ac:spMkLst>
            <pc:docMk/>
            <pc:sldMk cId="2412630593" sldId="293"/>
            <ac:spMk id="9" creationId="{934728CC-CC79-45AB-B783-F4FCD1705BEC}"/>
          </ac:spMkLst>
        </pc:spChg>
        <pc:spChg chg="mod">
          <ac:chgData name="Mathilde Annette Nicole Roulleau" userId="4ab294c6-1984-4b16-bc43-8e77deede0e4" providerId="ADAL" clId="{79810BCC-BAA2-4D46-8788-90936CCE2327}" dt="2026-02-12T08:38:38.116" v="5792" actId="1076"/>
          <ac:spMkLst>
            <pc:docMk/>
            <pc:sldMk cId="2412630593" sldId="293"/>
            <ac:spMk id="38" creationId="{A226B3FB-B8E0-2542-747D-0D44F8F3AC9D}"/>
          </ac:spMkLst>
        </pc:spChg>
        <pc:spChg chg="mod">
          <ac:chgData name="Mathilde Annette Nicole Roulleau" userId="4ab294c6-1984-4b16-bc43-8e77deede0e4" providerId="ADAL" clId="{79810BCC-BAA2-4D46-8788-90936CCE2327}" dt="2026-02-12T09:09:23.386" v="6070" actId="1038"/>
          <ac:spMkLst>
            <pc:docMk/>
            <pc:sldMk cId="2412630593" sldId="293"/>
            <ac:spMk id="48" creationId="{1DD0D24F-D5CC-1982-B418-72155126D99B}"/>
          </ac:spMkLst>
        </pc:spChg>
        <pc:spChg chg="mod">
          <ac:chgData name="Mathilde Annette Nicole Roulleau" userId="4ab294c6-1984-4b16-bc43-8e77deede0e4" providerId="ADAL" clId="{79810BCC-BAA2-4D46-8788-90936CCE2327}" dt="2026-02-12T09:09:34.003" v="6128" actId="1037"/>
          <ac:spMkLst>
            <pc:docMk/>
            <pc:sldMk cId="2412630593" sldId="293"/>
            <ac:spMk id="59" creationId="{79F90310-DB63-0F1B-E025-E5C20BB785AC}"/>
          </ac:spMkLst>
        </pc:spChg>
        <pc:spChg chg="add mod">
          <ac:chgData name="Mathilde Annette Nicole Roulleau" userId="4ab294c6-1984-4b16-bc43-8e77deede0e4" providerId="ADAL" clId="{79810BCC-BAA2-4D46-8788-90936CCE2327}" dt="2026-02-12T09:32:24.286" v="6240" actId="1076"/>
          <ac:spMkLst>
            <pc:docMk/>
            <pc:sldMk cId="2412630593" sldId="293"/>
            <ac:spMk id="1057" creationId="{9F5EE80A-1546-DA4B-91FE-F0507F38D0F2}"/>
          </ac:spMkLst>
        </pc:spChg>
        <pc:spChg chg="add mod">
          <ac:chgData name="Mathilde Annette Nicole Roulleau" userId="4ab294c6-1984-4b16-bc43-8e77deede0e4" providerId="ADAL" clId="{79810BCC-BAA2-4D46-8788-90936CCE2327}" dt="2026-02-12T09:32:24.286" v="6240" actId="1076"/>
          <ac:spMkLst>
            <pc:docMk/>
            <pc:sldMk cId="2412630593" sldId="293"/>
            <ac:spMk id="1058" creationId="{1E5AEF48-14B4-FC86-DC5F-B00C8E261436}"/>
          </ac:spMkLst>
        </pc:spChg>
        <pc:spChg chg="add mod">
          <ac:chgData name="Mathilde Annette Nicole Roulleau" userId="4ab294c6-1984-4b16-bc43-8e77deede0e4" providerId="ADAL" clId="{79810BCC-BAA2-4D46-8788-90936CCE2327}" dt="2026-02-12T09:32:24.286" v="6240" actId="1076"/>
          <ac:spMkLst>
            <pc:docMk/>
            <pc:sldMk cId="2412630593" sldId="293"/>
            <ac:spMk id="1059" creationId="{B74A3331-69EF-968C-07C1-09539F888B0E}"/>
          </ac:spMkLst>
        </pc:spChg>
        <pc:spChg chg="add mod">
          <ac:chgData name="Mathilde Annette Nicole Roulleau" userId="4ab294c6-1984-4b16-bc43-8e77deede0e4" providerId="ADAL" clId="{79810BCC-BAA2-4D46-8788-90936CCE2327}" dt="2026-02-12T09:31:49.636" v="6236" actId="1076"/>
          <ac:spMkLst>
            <pc:docMk/>
            <pc:sldMk cId="2412630593" sldId="293"/>
            <ac:spMk id="1072" creationId="{EED46126-7DCC-493B-FE38-C204B1C1BCDE}"/>
          </ac:spMkLst>
        </pc:spChg>
        <pc:spChg chg="add mod">
          <ac:chgData name="Mathilde Annette Nicole Roulleau" userId="4ab294c6-1984-4b16-bc43-8e77deede0e4" providerId="ADAL" clId="{79810BCC-BAA2-4D46-8788-90936CCE2327}" dt="2026-02-12T09:31:49.636" v="6236" actId="1076"/>
          <ac:spMkLst>
            <pc:docMk/>
            <pc:sldMk cId="2412630593" sldId="293"/>
            <ac:spMk id="1073" creationId="{3858846A-2DEC-F2A1-2CAF-0906AA25987B}"/>
          </ac:spMkLst>
        </pc:spChg>
        <pc:spChg chg="add mod">
          <ac:chgData name="Mathilde Annette Nicole Roulleau" userId="4ab294c6-1984-4b16-bc43-8e77deede0e4" providerId="ADAL" clId="{79810BCC-BAA2-4D46-8788-90936CCE2327}" dt="2026-02-12T09:31:49.636" v="6236" actId="1076"/>
          <ac:spMkLst>
            <pc:docMk/>
            <pc:sldMk cId="2412630593" sldId="293"/>
            <ac:spMk id="1074" creationId="{52F6BC9C-1D34-FE7E-EEB7-404AC316C53F}"/>
          </ac:spMkLst>
        </pc:spChg>
        <pc:spChg chg="add mod">
          <ac:chgData name="Mathilde Annette Nicole Roulleau" userId="4ab294c6-1984-4b16-bc43-8e77deede0e4" providerId="ADAL" clId="{79810BCC-BAA2-4D46-8788-90936CCE2327}" dt="2026-02-12T09:31:26.964" v="6235" actId="1076"/>
          <ac:spMkLst>
            <pc:docMk/>
            <pc:sldMk cId="2412630593" sldId="293"/>
            <ac:spMk id="1075" creationId="{BB0CE590-7FFE-46EA-E175-CCAC4112075F}"/>
          </ac:spMkLst>
        </pc:spChg>
        <pc:spChg chg="add mod">
          <ac:chgData name="Mathilde Annette Nicole Roulleau" userId="4ab294c6-1984-4b16-bc43-8e77deede0e4" providerId="ADAL" clId="{79810BCC-BAA2-4D46-8788-90936CCE2327}" dt="2026-02-12T09:31:15.984" v="6234" actId="1076"/>
          <ac:spMkLst>
            <pc:docMk/>
            <pc:sldMk cId="2412630593" sldId="293"/>
            <ac:spMk id="1076" creationId="{C9AABC38-BCC9-8D85-1E47-02E77D6C2294}"/>
          </ac:spMkLst>
        </pc:spChg>
        <pc:spChg chg="add mod">
          <ac:chgData name="Mathilde Annette Nicole Roulleau" userId="4ab294c6-1984-4b16-bc43-8e77deede0e4" providerId="ADAL" clId="{79810BCC-BAA2-4D46-8788-90936CCE2327}" dt="2026-02-12T09:31:26.964" v="6235" actId="1076"/>
          <ac:spMkLst>
            <pc:docMk/>
            <pc:sldMk cId="2412630593" sldId="293"/>
            <ac:spMk id="1077" creationId="{EA9E0793-81E9-E9E7-5287-9A2D77C8CDFB}"/>
          </ac:spMkLst>
        </pc:spChg>
        <pc:spChg chg="add mod">
          <ac:chgData name="Mathilde Annette Nicole Roulleau" userId="4ab294c6-1984-4b16-bc43-8e77deede0e4" providerId="ADAL" clId="{79810BCC-BAA2-4D46-8788-90936CCE2327}" dt="2026-02-12T09:32:11.597" v="6239" actId="1076"/>
          <ac:spMkLst>
            <pc:docMk/>
            <pc:sldMk cId="2412630593" sldId="293"/>
            <ac:spMk id="1078" creationId="{3A39C940-2ACD-74CD-0F38-1C3B090C09D7}"/>
          </ac:spMkLst>
        </pc:spChg>
        <pc:spChg chg="add mod">
          <ac:chgData name="Mathilde Annette Nicole Roulleau" userId="4ab294c6-1984-4b16-bc43-8e77deede0e4" providerId="ADAL" clId="{79810BCC-BAA2-4D46-8788-90936CCE2327}" dt="2026-02-12T09:32:11.597" v="6239" actId="1076"/>
          <ac:spMkLst>
            <pc:docMk/>
            <pc:sldMk cId="2412630593" sldId="293"/>
            <ac:spMk id="1079" creationId="{83A81800-E502-52DF-0EE2-92D01CE36938}"/>
          </ac:spMkLst>
        </pc:spChg>
        <pc:spChg chg="add mod">
          <ac:chgData name="Mathilde Annette Nicole Roulleau" userId="4ab294c6-1984-4b16-bc43-8e77deede0e4" providerId="ADAL" clId="{79810BCC-BAA2-4D46-8788-90936CCE2327}" dt="2026-02-12T09:32:11.597" v="6239" actId="1076"/>
          <ac:spMkLst>
            <pc:docMk/>
            <pc:sldMk cId="2412630593" sldId="293"/>
            <ac:spMk id="1080" creationId="{A0A4531E-A95B-5629-EB27-7CB0FE635690}"/>
          </ac:spMkLst>
        </pc:spChg>
        <pc:spChg chg="add mod">
          <ac:chgData name="Mathilde Annette Nicole Roulleau" userId="4ab294c6-1984-4b16-bc43-8e77deede0e4" providerId="ADAL" clId="{79810BCC-BAA2-4D46-8788-90936CCE2327}" dt="2026-02-12T09:31:26.964" v="6235" actId="1076"/>
          <ac:spMkLst>
            <pc:docMk/>
            <pc:sldMk cId="2412630593" sldId="293"/>
            <ac:spMk id="1081" creationId="{FCF4EF7B-4DBD-CB05-5736-29C8906DA832}"/>
          </ac:spMkLst>
        </pc:spChg>
        <pc:spChg chg="add mod">
          <ac:chgData name="Mathilde Annette Nicole Roulleau" userId="4ab294c6-1984-4b16-bc43-8e77deede0e4" providerId="ADAL" clId="{79810BCC-BAA2-4D46-8788-90936CCE2327}" dt="2026-02-12T09:31:26.964" v="6235" actId="1076"/>
          <ac:spMkLst>
            <pc:docMk/>
            <pc:sldMk cId="2412630593" sldId="293"/>
            <ac:spMk id="1082" creationId="{B8814B18-DE5F-1934-7171-6EF0D9A93F7E}"/>
          </ac:spMkLst>
        </pc:spChg>
        <pc:spChg chg="add mod">
          <ac:chgData name="Mathilde Annette Nicole Roulleau" userId="4ab294c6-1984-4b16-bc43-8e77deede0e4" providerId="ADAL" clId="{79810BCC-BAA2-4D46-8788-90936CCE2327}" dt="2026-02-12T09:32:11.597" v="6239" actId="1076"/>
          <ac:spMkLst>
            <pc:docMk/>
            <pc:sldMk cId="2412630593" sldId="293"/>
            <ac:spMk id="1083" creationId="{CBC4496A-0D8E-5D21-4945-D5C6773B1D57}"/>
          </ac:spMkLst>
        </pc:spChg>
        <pc:spChg chg="add mod">
          <ac:chgData name="Mathilde Annette Nicole Roulleau" userId="4ab294c6-1984-4b16-bc43-8e77deede0e4" providerId="ADAL" clId="{79810BCC-BAA2-4D46-8788-90936CCE2327}" dt="2026-02-12T09:32:01.883" v="6238" actId="1076"/>
          <ac:spMkLst>
            <pc:docMk/>
            <pc:sldMk cId="2412630593" sldId="293"/>
            <ac:spMk id="1085" creationId="{03759811-FAA8-C04E-12A0-27C9069AF2B6}"/>
          </ac:spMkLst>
        </pc:spChg>
        <pc:spChg chg="add mod">
          <ac:chgData name="Mathilde Annette Nicole Roulleau" userId="4ab294c6-1984-4b16-bc43-8e77deede0e4" providerId="ADAL" clId="{79810BCC-BAA2-4D46-8788-90936CCE2327}" dt="2026-02-12T09:35:19.899" v="6265" actId="1076"/>
          <ac:spMkLst>
            <pc:docMk/>
            <pc:sldMk cId="2412630593" sldId="293"/>
            <ac:spMk id="1086" creationId="{FF589C7F-4553-3485-443C-20721CEF77DE}"/>
          </ac:spMkLst>
        </pc:spChg>
        <pc:spChg chg="add mod">
          <ac:chgData name="Mathilde Annette Nicole Roulleau" userId="4ab294c6-1984-4b16-bc43-8e77deede0e4" providerId="ADAL" clId="{79810BCC-BAA2-4D46-8788-90936CCE2327}" dt="2026-02-12T09:36:08.266" v="6288" actId="1076"/>
          <ac:spMkLst>
            <pc:docMk/>
            <pc:sldMk cId="2412630593" sldId="293"/>
            <ac:spMk id="1087" creationId="{8A6C2A4D-6109-2430-FB83-2587DE738F02}"/>
          </ac:spMkLst>
        </pc:sp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17" creationId="{BDCD8AEC-F5A7-7AFD-F091-2220F6AB863D}"/>
          </ac:picMkLst>
        </pc:pic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29" creationId="{1B313FC9-34FC-BAC6-C7F0-E899951E1BE1}"/>
          </ac:picMkLst>
        </pc:pic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40" creationId="{5451B4DD-126F-9C7D-616A-0D3C31ED9AD5}"/>
          </ac:picMkLst>
        </pc:pic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41" creationId="{F3C45C54-0A4B-0FB5-C5EE-51F28C988623}"/>
          </ac:picMkLst>
        </pc:pic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42" creationId="{3F05C8D7-F4F4-ACD7-DD82-14A09BED2303}"/>
          </ac:picMkLst>
        </pc:pic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43" creationId="{226BDA57-8303-5397-77B7-55B10C150FF3}"/>
          </ac:picMkLst>
        </pc:pic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44" creationId="{B4E9B1E2-11E3-08F8-053C-0878A78D33BA}"/>
          </ac:picMkLst>
        </pc:pic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45" creationId="{7B42D8C1-E591-C836-8650-1953B82172B7}"/>
          </ac:picMkLst>
        </pc:picChg>
        <pc:picChg chg="mod">
          <ac:chgData name="Mathilde Annette Nicole Roulleau" userId="4ab294c6-1984-4b16-bc43-8e77deede0e4" providerId="ADAL" clId="{79810BCC-BAA2-4D46-8788-90936CCE2327}" dt="2026-02-12T08:38:38.116" v="5792" actId="1076"/>
          <ac:picMkLst>
            <pc:docMk/>
            <pc:sldMk cId="2412630593" sldId="293"/>
            <ac:picMk id="47" creationId="{C4379855-C102-8E99-BF7F-DF432C7B7AD5}"/>
          </ac:picMkLst>
        </pc:picChg>
        <pc:picChg chg="mod">
          <ac:chgData name="Mathilde Annette Nicole Roulleau" userId="4ab294c6-1984-4b16-bc43-8e77deede0e4" providerId="ADAL" clId="{79810BCC-BAA2-4D46-8788-90936CCE2327}" dt="2026-02-12T09:09:23.386" v="6070" actId="1038"/>
          <ac:picMkLst>
            <pc:docMk/>
            <pc:sldMk cId="2412630593" sldId="293"/>
            <ac:picMk id="49" creationId="{517EBEA9-EBB8-E60F-3558-242AD3829065}"/>
          </ac:picMkLst>
        </pc:picChg>
        <pc:picChg chg="mod">
          <ac:chgData name="Mathilde Annette Nicole Roulleau" userId="4ab294c6-1984-4b16-bc43-8e77deede0e4" providerId="ADAL" clId="{79810BCC-BAA2-4D46-8788-90936CCE2327}" dt="2026-02-12T09:04:29.091" v="5962" actId="1076"/>
          <ac:picMkLst>
            <pc:docMk/>
            <pc:sldMk cId="2412630593" sldId="293"/>
            <ac:picMk id="50" creationId="{411B5712-FAD8-07CB-094F-8EF6398AC406}"/>
          </ac:picMkLst>
        </pc:picChg>
        <pc:picChg chg="mod">
          <ac:chgData name="Mathilde Annette Nicole Roulleau" userId="4ab294c6-1984-4b16-bc43-8e77deede0e4" providerId="ADAL" clId="{79810BCC-BAA2-4D46-8788-90936CCE2327}" dt="2026-02-12T09:04:29.091" v="5962" actId="1076"/>
          <ac:picMkLst>
            <pc:docMk/>
            <pc:sldMk cId="2412630593" sldId="293"/>
            <ac:picMk id="51" creationId="{317D16C7-4A1C-C266-B332-4DE33D8D8F41}"/>
          </ac:picMkLst>
        </pc:picChg>
        <pc:picChg chg="mod">
          <ac:chgData name="Mathilde Annette Nicole Roulleau" userId="4ab294c6-1984-4b16-bc43-8e77deede0e4" providerId="ADAL" clId="{79810BCC-BAA2-4D46-8788-90936CCE2327}" dt="2026-02-12T09:04:29.091" v="5962" actId="1076"/>
          <ac:picMkLst>
            <pc:docMk/>
            <pc:sldMk cId="2412630593" sldId="293"/>
            <ac:picMk id="52" creationId="{C3003186-613F-3C8C-5121-4EC549EA9FCF}"/>
          </ac:picMkLst>
        </pc:picChg>
        <pc:picChg chg="mod">
          <ac:chgData name="Mathilde Annette Nicole Roulleau" userId="4ab294c6-1984-4b16-bc43-8e77deede0e4" providerId="ADAL" clId="{79810BCC-BAA2-4D46-8788-90936CCE2327}" dt="2026-02-12T09:09:23.386" v="6070" actId="1038"/>
          <ac:picMkLst>
            <pc:docMk/>
            <pc:sldMk cId="2412630593" sldId="293"/>
            <ac:picMk id="53" creationId="{B822CE96-1BBE-FA73-CC77-E52A36DD7C91}"/>
          </ac:picMkLst>
        </pc:picChg>
        <pc:picChg chg="mod">
          <ac:chgData name="Mathilde Annette Nicole Roulleau" userId="4ab294c6-1984-4b16-bc43-8e77deede0e4" providerId="ADAL" clId="{79810BCC-BAA2-4D46-8788-90936CCE2327}" dt="2026-02-12T09:09:23.386" v="6070" actId="1038"/>
          <ac:picMkLst>
            <pc:docMk/>
            <pc:sldMk cId="2412630593" sldId="293"/>
            <ac:picMk id="54" creationId="{AB0769A9-444B-4C9C-6FCE-B8DD98E8A172}"/>
          </ac:picMkLst>
        </pc:picChg>
        <pc:picChg chg="mod">
          <ac:chgData name="Mathilde Annette Nicole Roulleau" userId="4ab294c6-1984-4b16-bc43-8e77deede0e4" providerId="ADAL" clId="{79810BCC-BAA2-4D46-8788-90936CCE2327}" dt="2026-02-12T09:04:29.091" v="5962" actId="1076"/>
          <ac:picMkLst>
            <pc:docMk/>
            <pc:sldMk cId="2412630593" sldId="293"/>
            <ac:picMk id="55" creationId="{C9A00CC9-E4EF-7F9E-AFC7-01EC31D1AAD2}"/>
          </ac:picMkLst>
        </pc:picChg>
        <pc:picChg chg="mod">
          <ac:chgData name="Mathilde Annette Nicole Roulleau" userId="4ab294c6-1984-4b16-bc43-8e77deede0e4" providerId="ADAL" clId="{79810BCC-BAA2-4D46-8788-90936CCE2327}" dt="2026-02-12T09:04:29.091" v="5962" actId="1076"/>
          <ac:picMkLst>
            <pc:docMk/>
            <pc:sldMk cId="2412630593" sldId="293"/>
            <ac:picMk id="56" creationId="{5F4C9CAA-6C65-734A-BAE6-769C5510D267}"/>
          </ac:picMkLst>
        </pc:picChg>
        <pc:picChg chg="mod">
          <ac:chgData name="Mathilde Annette Nicole Roulleau" userId="4ab294c6-1984-4b16-bc43-8e77deede0e4" providerId="ADAL" clId="{79810BCC-BAA2-4D46-8788-90936CCE2327}" dt="2026-02-12T09:04:29.091" v="5962" actId="1076"/>
          <ac:picMkLst>
            <pc:docMk/>
            <pc:sldMk cId="2412630593" sldId="293"/>
            <ac:picMk id="57" creationId="{66CCACD7-F82D-21C8-8F82-E221F71AB384}"/>
          </ac:picMkLst>
        </pc:picChg>
        <pc:picChg chg="mod">
          <ac:chgData name="Mathilde Annette Nicole Roulleau" userId="4ab294c6-1984-4b16-bc43-8e77deede0e4" providerId="ADAL" clId="{79810BCC-BAA2-4D46-8788-90936CCE2327}" dt="2026-02-12T08:38:46.188" v="5793" actId="1076"/>
          <ac:picMkLst>
            <pc:docMk/>
            <pc:sldMk cId="2412630593" sldId="293"/>
            <ac:picMk id="58" creationId="{A11C7F05-386E-14F3-F7A4-A7F2B298F3FF}"/>
          </ac:picMkLst>
        </pc:picChg>
        <pc:picChg chg="mod">
          <ac:chgData name="Mathilde Annette Nicole Roulleau" userId="4ab294c6-1984-4b16-bc43-8e77deede0e4" providerId="ADAL" clId="{79810BCC-BAA2-4D46-8788-90936CCE2327}" dt="2026-02-12T09:03:24.627" v="5958" actId="1076"/>
          <ac:picMkLst>
            <pc:docMk/>
            <pc:sldMk cId="2412630593" sldId="293"/>
            <ac:picMk id="60" creationId="{82000E4C-CD9D-A2F9-CFB1-16D09BA5F744}"/>
          </ac:picMkLst>
        </pc:picChg>
        <pc:picChg chg="mod">
          <ac:chgData name="Mathilde Annette Nicole Roulleau" userId="4ab294c6-1984-4b16-bc43-8e77deede0e4" providerId="ADAL" clId="{79810BCC-BAA2-4D46-8788-90936CCE2327}" dt="2026-02-12T09:04:37.289" v="5963" actId="1076"/>
          <ac:picMkLst>
            <pc:docMk/>
            <pc:sldMk cId="2412630593" sldId="293"/>
            <ac:picMk id="61" creationId="{A11F33F6-4074-C906-583F-1D2BF2E95439}"/>
          </ac:picMkLst>
        </pc:picChg>
        <pc:picChg chg="mod">
          <ac:chgData name="Mathilde Annette Nicole Roulleau" userId="4ab294c6-1984-4b16-bc43-8e77deede0e4" providerId="ADAL" clId="{79810BCC-BAA2-4D46-8788-90936CCE2327}" dt="2026-02-12T09:09:34.003" v="6128" actId="1037"/>
          <ac:picMkLst>
            <pc:docMk/>
            <pc:sldMk cId="2412630593" sldId="293"/>
            <ac:picMk id="62" creationId="{060D6C1D-8AC6-C64E-1B2B-DD7A4A6A9603}"/>
          </ac:picMkLst>
        </pc:picChg>
        <pc:picChg chg="mod">
          <ac:chgData name="Mathilde Annette Nicole Roulleau" userId="4ab294c6-1984-4b16-bc43-8e77deede0e4" providerId="ADAL" clId="{79810BCC-BAA2-4D46-8788-90936CCE2327}" dt="2026-02-12T09:04:37.289" v="5963" actId="1076"/>
          <ac:picMkLst>
            <pc:docMk/>
            <pc:sldMk cId="2412630593" sldId="293"/>
            <ac:picMk id="63" creationId="{29D0B811-B3AA-45B8-C672-305131EF5951}"/>
          </ac:picMkLst>
        </pc:picChg>
        <pc:picChg chg="mod">
          <ac:chgData name="Mathilde Annette Nicole Roulleau" userId="4ab294c6-1984-4b16-bc43-8e77deede0e4" providerId="ADAL" clId="{79810BCC-BAA2-4D46-8788-90936CCE2327}" dt="2026-02-12T09:03:24.627" v="5958" actId="1076"/>
          <ac:picMkLst>
            <pc:docMk/>
            <pc:sldMk cId="2412630593" sldId="293"/>
            <ac:picMk id="1024" creationId="{5D81948F-DB49-B310-FF41-FDA6F1D13E08}"/>
          </ac:picMkLst>
        </pc:picChg>
        <pc:picChg chg="mod">
          <ac:chgData name="Mathilde Annette Nicole Roulleau" userId="4ab294c6-1984-4b16-bc43-8e77deede0e4" providerId="ADAL" clId="{79810BCC-BAA2-4D46-8788-90936CCE2327}" dt="2026-02-12T09:04:03.091" v="5959" actId="1076"/>
          <ac:picMkLst>
            <pc:docMk/>
            <pc:sldMk cId="2412630593" sldId="293"/>
            <ac:picMk id="1025" creationId="{C2D1B04C-2063-8D33-97AB-BCBD9436918D}"/>
          </ac:picMkLst>
        </pc:picChg>
        <pc:picChg chg="mod">
          <ac:chgData name="Mathilde Annette Nicole Roulleau" userId="4ab294c6-1984-4b16-bc43-8e77deede0e4" providerId="ADAL" clId="{79810BCC-BAA2-4D46-8788-90936CCE2327}" dt="2026-02-12T08:38:54.236" v="5794" actId="1076"/>
          <ac:picMkLst>
            <pc:docMk/>
            <pc:sldMk cId="2412630593" sldId="293"/>
            <ac:picMk id="1027" creationId="{8E38CD65-CFD2-8990-EEB4-624C77ED46AB}"/>
          </ac:picMkLst>
        </pc:picChg>
        <pc:picChg chg="mod">
          <ac:chgData name="Mathilde Annette Nicole Roulleau" userId="4ab294c6-1984-4b16-bc43-8e77deede0e4" providerId="ADAL" clId="{79810BCC-BAA2-4D46-8788-90936CCE2327}" dt="2026-02-12T09:04:37.289" v="5963" actId="1076"/>
          <ac:picMkLst>
            <pc:docMk/>
            <pc:sldMk cId="2412630593" sldId="293"/>
            <ac:picMk id="1028" creationId="{3146A9A7-9087-E9CC-E73E-559E4ADB6EAC}"/>
          </ac:picMkLst>
        </pc:picChg>
        <pc:picChg chg="mod">
          <ac:chgData name="Mathilde Annette Nicole Roulleau" userId="4ab294c6-1984-4b16-bc43-8e77deede0e4" providerId="ADAL" clId="{79810BCC-BAA2-4D46-8788-90936CCE2327}" dt="2026-02-12T09:09:34.003" v="6128" actId="1037"/>
          <ac:picMkLst>
            <pc:docMk/>
            <pc:sldMk cId="2412630593" sldId="293"/>
            <ac:picMk id="1029" creationId="{71C64DBB-6A22-FC4C-243D-14AA5B7F6635}"/>
          </ac:picMkLst>
        </pc:picChg>
        <pc:picChg chg="mod">
          <ac:chgData name="Mathilde Annette Nicole Roulleau" userId="4ab294c6-1984-4b16-bc43-8e77deede0e4" providerId="ADAL" clId="{79810BCC-BAA2-4D46-8788-90936CCE2327}" dt="2026-02-12T09:09:34.003" v="6128" actId="1037"/>
          <ac:picMkLst>
            <pc:docMk/>
            <pc:sldMk cId="2412630593" sldId="293"/>
            <ac:picMk id="1030" creationId="{35C91D00-312A-C9BF-D20D-47BA4F1FA913}"/>
          </ac:picMkLst>
        </pc:picChg>
        <pc:picChg chg="mod">
          <ac:chgData name="Mathilde Annette Nicole Roulleau" userId="4ab294c6-1984-4b16-bc43-8e77deede0e4" providerId="ADAL" clId="{79810BCC-BAA2-4D46-8788-90936CCE2327}" dt="2026-02-12T09:04:37.289" v="5963" actId="1076"/>
          <ac:picMkLst>
            <pc:docMk/>
            <pc:sldMk cId="2412630593" sldId="293"/>
            <ac:picMk id="1031" creationId="{A91518ED-C43A-5A84-9A68-091AAC419A6B}"/>
          </ac:picMkLst>
        </pc:picChg>
        <pc:picChg chg="add mod">
          <ac:chgData name="Mathilde Annette Nicole Roulleau" userId="4ab294c6-1984-4b16-bc43-8e77deede0e4" providerId="ADAL" clId="{79810BCC-BAA2-4D46-8788-90936CCE2327}" dt="2026-02-12T09:31:49.636" v="6236" actId="1076"/>
          <ac:picMkLst>
            <pc:docMk/>
            <pc:sldMk cId="2412630593" sldId="293"/>
            <ac:picMk id="1061" creationId="{E49FE402-92F9-28DF-7C03-5A32021084E9}"/>
          </ac:picMkLst>
        </pc:picChg>
        <pc:picChg chg="add mod">
          <ac:chgData name="Mathilde Annette Nicole Roulleau" userId="4ab294c6-1984-4b16-bc43-8e77deede0e4" providerId="ADAL" clId="{79810BCC-BAA2-4D46-8788-90936CCE2327}" dt="2026-02-12T09:31:49.636" v="6236" actId="1076"/>
          <ac:picMkLst>
            <pc:docMk/>
            <pc:sldMk cId="2412630593" sldId="293"/>
            <ac:picMk id="1062" creationId="{B8B258AD-D671-0BA2-9E80-100BBA0C011A}"/>
          </ac:picMkLst>
        </pc:picChg>
        <pc:picChg chg="add mod">
          <ac:chgData name="Mathilde Annette Nicole Roulleau" userId="4ab294c6-1984-4b16-bc43-8e77deede0e4" providerId="ADAL" clId="{79810BCC-BAA2-4D46-8788-90936CCE2327}" dt="2026-02-12T09:31:49.636" v="6236" actId="1076"/>
          <ac:picMkLst>
            <pc:docMk/>
            <pc:sldMk cId="2412630593" sldId="293"/>
            <ac:picMk id="1063" creationId="{ED6A98CC-FAD2-E7A2-7A69-40FE390934C4}"/>
          </ac:picMkLst>
        </pc:picChg>
        <pc:picChg chg="add mod">
          <ac:chgData name="Mathilde Annette Nicole Roulleau" userId="4ab294c6-1984-4b16-bc43-8e77deede0e4" providerId="ADAL" clId="{79810BCC-BAA2-4D46-8788-90936CCE2327}" dt="2026-02-12T09:05:45.183" v="5976" actId="1076"/>
          <ac:picMkLst>
            <pc:docMk/>
            <pc:sldMk cId="2412630593" sldId="293"/>
            <ac:picMk id="1065" creationId="{CF8B28CC-A7F9-CA78-CAE9-79EA6001371D}"/>
          </ac:picMkLst>
        </pc:picChg>
        <pc:picChg chg="add mod">
          <ac:chgData name="Mathilde Annette Nicole Roulleau" userId="4ab294c6-1984-4b16-bc43-8e77deede0e4" providerId="ADAL" clId="{79810BCC-BAA2-4D46-8788-90936CCE2327}" dt="2026-02-12T09:05:45.183" v="5976" actId="1076"/>
          <ac:picMkLst>
            <pc:docMk/>
            <pc:sldMk cId="2412630593" sldId="293"/>
            <ac:picMk id="1066" creationId="{D6D9E86E-6399-315F-894D-EF645FDDD55E}"/>
          </ac:picMkLst>
        </pc:picChg>
        <pc:picChg chg="add mod">
          <ac:chgData name="Mathilde Annette Nicole Roulleau" userId="4ab294c6-1984-4b16-bc43-8e77deede0e4" providerId="ADAL" clId="{79810BCC-BAA2-4D46-8788-90936CCE2327}" dt="2026-02-12T09:05:45.183" v="5976" actId="1076"/>
          <ac:picMkLst>
            <pc:docMk/>
            <pc:sldMk cId="2412630593" sldId="293"/>
            <ac:picMk id="1067" creationId="{F39BF436-F47E-D110-64E2-E844A60944C3}"/>
          </ac:picMkLst>
        </pc:picChg>
        <pc:picChg chg="add mod">
          <ac:chgData name="Mathilde Annette Nicole Roulleau" userId="4ab294c6-1984-4b16-bc43-8e77deede0e4" providerId="ADAL" clId="{79810BCC-BAA2-4D46-8788-90936CCE2327}" dt="2026-02-12T09:32:11.597" v="6239" actId="1076"/>
          <ac:picMkLst>
            <pc:docMk/>
            <pc:sldMk cId="2412630593" sldId="293"/>
            <ac:picMk id="1069" creationId="{6B58E4EA-0868-4DD6-AAFE-978E0ADC846A}"/>
          </ac:picMkLst>
        </pc:picChg>
        <pc:picChg chg="add mod">
          <ac:chgData name="Mathilde Annette Nicole Roulleau" userId="4ab294c6-1984-4b16-bc43-8e77deede0e4" providerId="ADAL" clId="{79810BCC-BAA2-4D46-8788-90936CCE2327}" dt="2026-02-12T09:32:11.597" v="6239" actId="1076"/>
          <ac:picMkLst>
            <pc:docMk/>
            <pc:sldMk cId="2412630593" sldId="293"/>
            <ac:picMk id="1070" creationId="{4E8055F9-5B99-35D8-1754-EEF718629BDC}"/>
          </ac:picMkLst>
        </pc:picChg>
        <pc:picChg chg="add mod">
          <ac:chgData name="Mathilde Annette Nicole Roulleau" userId="4ab294c6-1984-4b16-bc43-8e77deede0e4" providerId="ADAL" clId="{79810BCC-BAA2-4D46-8788-90936CCE2327}" dt="2026-02-12T09:32:11.597" v="6239" actId="1076"/>
          <ac:picMkLst>
            <pc:docMk/>
            <pc:sldMk cId="2412630593" sldId="293"/>
            <ac:picMk id="1071" creationId="{76320469-44D0-1CA5-7DC7-A63D0C1CEF9C}"/>
          </ac:picMkLst>
        </pc:picChg>
        <pc:cxnChg chg="add mod">
          <ac:chgData name="Mathilde Annette Nicole Roulleau" userId="4ab294c6-1984-4b16-bc43-8e77deede0e4" providerId="ADAL" clId="{79810BCC-BAA2-4D46-8788-90936CCE2327}" dt="2026-02-12T09:09:06.958" v="6037" actId="1076"/>
          <ac:cxnSpMkLst>
            <pc:docMk/>
            <pc:sldMk cId="2412630593" sldId="293"/>
            <ac:cxnSpMk id="11" creationId="{BEF5576D-4220-FECB-20F4-AEA1A7787CDC}"/>
          </ac:cxnSpMkLst>
        </pc:cxnChg>
        <pc:cxnChg chg="add mod">
          <ac:chgData name="Mathilde Annette Nicole Roulleau" userId="4ab294c6-1984-4b16-bc43-8e77deede0e4" providerId="ADAL" clId="{79810BCC-BAA2-4D46-8788-90936CCE2327}" dt="2026-02-12T08:52:10.761" v="5920" actId="1076"/>
          <ac:cxnSpMkLst>
            <pc:docMk/>
            <pc:sldMk cId="2412630593" sldId="293"/>
            <ac:cxnSpMk id="13" creationId="{FA13F0BA-61A2-4E41-3A7E-C7AD0653C6D5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6.958" v="6037" actId="1076"/>
          <ac:cxnSpMkLst>
            <pc:docMk/>
            <pc:sldMk cId="2412630593" sldId="293"/>
            <ac:cxnSpMk id="15" creationId="{B94A11B5-F6F6-71F4-39A3-8089BE057A77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6.958" v="6037" actId="1076"/>
          <ac:cxnSpMkLst>
            <pc:docMk/>
            <pc:sldMk cId="2412630593" sldId="293"/>
            <ac:cxnSpMk id="19" creationId="{6297F366-0CD9-5EFD-CEE7-1100E3793218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6.958" v="6037" actId="1076"/>
          <ac:cxnSpMkLst>
            <pc:docMk/>
            <pc:sldMk cId="2412630593" sldId="293"/>
            <ac:cxnSpMk id="21" creationId="{7D73E1FC-B7BF-3800-0EA3-75043AA95BCE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6.958" v="6037" actId="1076"/>
          <ac:cxnSpMkLst>
            <pc:docMk/>
            <pc:sldMk cId="2412630593" sldId="293"/>
            <ac:cxnSpMk id="23" creationId="{4F6A5A4D-9E78-3DD8-8859-BA1927DE02A2}"/>
          </ac:cxnSpMkLst>
        </pc:cxnChg>
        <pc:cxnChg chg="add mod">
          <ac:chgData name="Mathilde Annette Nicole Roulleau" userId="4ab294c6-1984-4b16-bc43-8e77deede0e4" providerId="ADAL" clId="{79810BCC-BAA2-4D46-8788-90936CCE2327}" dt="2026-02-12T09:32:24.286" v="6240" actId="1076"/>
          <ac:cxnSpMkLst>
            <pc:docMk/>
            <pc:sldMk cId="2412630593" sldId="293"/>
            <ac:cxnSpMk id="25" creationId="{BACE3350-FEDA-3B05-A303-E98EB6BFCB80}"/>
          </ac:cxnSpMkLst>
        </pc:cxnChg>
        <pc:cxnChg chg="add mod">
          <ac:chgData name="Mathilde Annette Nicole Roulleau" userId="4ab294c6-1984-4b16-bc43-8e77deede0e4" providerId="ADAL" clId="{79810BCC-BAA2-4D46-8788-90936CCE2327}" dt="2026-02-12T09:32:24.286" v="6240" actId="1076"/>
          <ac:cxnSpMkLst>
            <pc:docMk/>
            <pc:sldMk cId="2412630593" sldId="293"/>
            <ac:cxnSpMk id="27" creationId="{DD6FEAA6-ADDC-4E0B-CA57-6E54C6FA0F73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6.958" v="6037" actId="1076"/>
          <ac:cxnSpMkLst>
            <pc:docMk/>
            <pc:sldMk cId="2412630593" sldId="293"/>
            <ac:cxnSpMk id="31" creationId="{0A0FF9DE-6383-9555-41A8-2101E417DF02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6.958" v="6037" actId="1076"/>
          <ac:cxnSpMkLst>
            <pc:docMk/>
            <pc:sldMk cId="2412630593" sldId="293"/>
            <ac:cxnSpMk id="33" creationId="{BD1AE5DB-E8ED-1F2C-AB65-022A394C4564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0.968" v="6036" actId="1076"/>
          <ac:cxnSpMkLst>
            <pc:docMk/>
            <pc:sldMk cId="2412630593" sldId="293"/>
            <ac:cxnSpMk id="1037" creationId="{DEECEB5B-8C17-81BA-624F-935F605F4899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0.968" v="6036" actId="1076"/>
          <ac:cxnSpMkLst>
            <pc:docMk/>
            <pc:sldMk cId="2412630593" sldId="293"/>
            <ac:cxnSpMk id="1038" creationId="{8D9DD206-54E7-8E65-D8C0-32B12E8DE6DB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0.968" v="6036" actId="1076"/>
          <ac:cxnSpMkLst>
            <pc:docMk/>
            <pc:sldMk cId="2412630593" sldId="293"/>
            <ac:cxnSpMk id="1039" creationId="{1F150267-5B62-61C2-475D-64C87BBB31E0}"/>
          </ac:cxnSpMkLst>
        </pc:cxnChg>
        <pc:cxnChg chg="add mod">
          <ac:chgData name="Mathilde Annette Nicole Roulleau" userId="4ab294c6-1984-4b16-bc43-8e77deede0e4" providerId="ADAL" clId="{79810BCC-BAA2-4D46-8788-90936CCE2327}" dt="2026-02-12T08:53:01.167" v="5923" actId="208"/>
          <ac:cxnSpMkLst>
            <pc:docMk/>
            <pc:sldMk cId="2412630593" sldId="293"/>
            <ac:cxnSpMk id="1040" creationId="{3306B22E-7E10-8DC1-C040-8A3D9A0277FD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0.968" v="6036" actId="1076"/>
          <ac:cxnSpMkLst>
            <pc:docMk/>
            <pc:sldMk cId="2412630593" sldId="293"/>
            <ac:cxnSpMk id="1041" creationId="{1B353CDC-201C-66E5-3D8D-8ADE7D92C722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0.968" v="6036" actId="1076"/>
          <ac:cxnSpMkLst>
            <pc:docMk/>
            <pc:sldMk cId="2412630593" sldId="293"/>
            <ac:cxnSpMk id="1042" creationId="{45C3C8D1-7D91-3158-BC8A-39B6F3630E25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0.968" v="6036" actId="1076"/>
          <ac:cxnSpMkLst>
            <pc:docMk/>
            <pc:sldMk cId="2412630593" sldId="293"/>
            <ac:cxnSpMk id="1043" creationId="{29404A05-B1BB-B276-6240-02E4CAD98EFB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0.968" v="6036" actId="1076"/>
          <ac:cxnSpMkLst>
            <pc:docMk/>
            <pc:sldMk cId="2412630593" sldId="293"/>
            <ac:cxnSpMk id="1044" creationId="{A503CD8F-2E51-24E3-974A-E54CE4822B6E}"/>
          </ac:cxnSpMkLst>
        </pc:cxnChg>
        <pc:cxnChg chg="add mod">
          <ac:chgData name="Mathilde Annette Nicole Roulleau" userId="4ab294c6-1984-4b16-bc43-8e77deede0e4" providerId="ADAL" clId="{79810BCC-BAA2-4D46-8788-90936CCE2327}" dt="2026-02-12T09:09:00.968" v="6036" actId="1076"/>
          <ac:cxnSpMkLst>
            <pc:docMk/>
            <pc:sldMk cId="2412630593" sldId="293"/>
            <ac:cxnSpMk id="1045" creationId="{1C735FD7-B2E0-7B10-BA97-BDEF2FA5FC8E}"/>
          </ac:cxnSpMkLst>
        </pc:cxnChg>
        <pc:cxnChg chg="add mod">
          <ac:chgData name="Mathilde Annette Nicole Roulleau" userId="4ab294c6-1984-4b16-bc43-8e77deede0e4" providerId="ADAL" clId="{79810BCC-BAA2-4D46-8788-90936CCE2327}" dt="2026-02-12T09:32:24.286" v="6240" actId="1076"/>
          <ac:cxnSpMkLst>
            <pc:docMk/>
            <pc:sldMk cId="2412630593" sldId="293"/>
            <ac:cxnSpMk id="1046" creationId="{66AF8676-3700-23AA-B4A6-320EDE041C6D}"/>
          </ac:cxnSpMkLst>
        </pc:cxnChg>
        <pc:cxnChg chg="add mod">
          <ac:chgData name="Mathilde Annette Nicole Roulleau" userId="4ab294c6-1984-4b16-bc43-8e77deede0e4" providerId="ADAL" clId="{79810BCC-BAA2-4D46-8788-90936CCE2327}" dt="2026-02-12T09:32:24.286" v="6240" actId="1076"/>
          <ac:cxnSpMkLst>
            <pc:docMk/>
            <pc:sldMk cId="2412630593" sldId="293"/>
            <ac:cxnSpMk id="1047" creationId="{F4018B4F-2DFA-B071-BE51-896D2CD44612}"/>
          </ac:cxnSpMkLst>
        </pc:cxnChg>
        <pc:cxnChg chg="add mod">
          <ac:chgData name="Mathilde Annette Nicole Roulleau" userId="4ab294c6-1984-4b16-bc43-8e77deede0e4" providerId="ADAL" clId="{79810BCC-BAA2-4D46-8788-90936CCE2327}" dt="2026-02-12T09:08:52.302" v="6035" actId="1076"/>
          <ac:cxnSpMkLst>
            <pc:docMk/>
            <pc:sldMk cId="2412630593" sldId="293"/>
            <ac:cxnSpMk id="1048" creationId="{97A73A5D-E73D-58ED-9A01-D8F2AFCCEBC7}"/>
          </ac:cxnSpMkLst>
        </pc:cxnChg>
        <pc:cxnChg chg="add mod">
          <ac:chgData name="Mathilde Annette Nicole Roulleau" userId="4ab294c6-1984-4b16-bc43-8e77deede0e4" providerId="ADAL" clId="{79810BCC-BAA2-4D46-8788-90936CCE2327}" dt="2026-02-12T09:08:52.302" v="6035" actId="1076"/>
          <ac:cxnSpMkLst>
            <pc:docMk/>
            <pc:sldMk cId="2412630593" sldId="293"/>
            <ac:cxnSpMk id="1049" creationId="{B2F79F15-8F7E-7E50-75B7-D21EE69FE981}"/>
          </ac:cxnSpMkLst>
        </pc:cxnChg>
        <pc:cxnChg chg="add mod">
          <ac:chgData name="Mathilde Annette Nicole Roulleau" userId="4ab294c6-1984-4b16-bc43-8e77deede0e4" providerId="ADAL" clId="{79810BCC-BAA2-4D46-8788-90936CCE2327}" dt="2026-02-12T09:32:24.286" v="6240" actId="1076"/>
          <ac:cxnSpMkLst>
            <pc:docMk/>
            <pc:sldMk cId="2412630593" sldId="293"/>
            <ac:cxnSpMk id="1050" creationId="{75749D7E-13A7-5431-0C7E-EDC8CFB3FCC6}"/>
          </ac:cxnSpMkLst>
        </pc:cxnChg>
        <pc:cxnChg chg="add mod">
          <ac:chgData name="Mathilde Annette Nicole Roulleau" userId="4ab294c6-1984-4b16-bc43-8e77deede0e4" providerId="ADAL" clId="{79810BCC-BAA2-4D46-8788-90936CCE2327}" dt="2026-02-12T09:32:24.286" v="6240" actId="1076"/>
          <ac:cxnSpMkLst>
            <pc:docMk/>
            <pc:sldMk cId="2412630593" sldId="293"/>
            <ac:cxnSpMk id="1051" creationId="{E6184C99-7689-F4E7-9BBC-C0D8EF14286F}"/>
          </ac:cxnSpMkLst>
        </pc:cxnChg>
        <pc:cxnChg chg="add mod">
          <ac:chgData name="Mathilde Annette Nicole Roulleau" userId="4ab294c6-1984-4b16-bc43-8e77deede0e4" providerId="ADAL" clId="{79810BCC-BAA2-4D46-8788-90936CCE2327}" dt="2026-02-12T09:08:52.302" v="6035" actId="1076"/>
          <ac:cxnSpMkLst>
            <pc:docMk/>
            <pc:sldMk cId="2412630593" sldId="293"/>
            <ac:cxnSpMk id="1052" creationId="{4A2B2E1D-02C0-EEFB-0CCB-012D2E693A06}"/>
          </ac:cxnSpMkLst>
        </pc:cxnChg>
        <pc:cxnChg chg="add mod">
          <ac:chgData name="Mathilde Annette Nicole Roulleau" userId="4ab294c6-1984-4b16-bc43-8e77deede0e4" providerId="ADAL" clId="{79810BCC-BAA2-4D46-8788-90936CCE2327}" dt="2026-02-12T09:08:52.302" v="6035" actId="1076"/>
          <ac:cxnSpMkLst>
            <pc:docMk/>
            <pc:sldMk cId="2412630593" sldId="293"/>
            <ac:cxnSpMk id="1053" creationId="{792ADAC4-2B1D-723E-4F28-5A9671848FF3}"/>
          </ac:cxnSpMkLst>
        </pc:cxnChg>
        <pc:cxnChg chg="add mod">
          <ac:chgData name="Mathilde Annette Nicole Roulleau" userId="4ab294c6-1984-4b16-bc43-8e77deede0e4" providerId="ADAL" clId="{79810BCC-BAA2-4D46-8788-90936CCE2327}" dt="2026-02-12T09:08:52.302" v="6035" actId="1076"/>
          <ac:cxnSpMkLst>
            <pc:docMk/>
            <pc:sldMk cId="2412630593" sldId="293"/>
            <ac:cxnSpMk id="1054" creationId="{F04536DC-A2EC-FF88-74A2-F8825FC33208}"/>
          </ac:cxnSpMkLst>
        </pc:cxnChg>
        <pc:cxnChg chg="add mod">
          <ac:chgData name="Mathilde Annette Nicole Roulleau" userId="4ab294c6-1984-4b16-bc43-8e77deede0e4" providerId="ADAL" clId="{79810BCC-BAA2-4D46-8788-90936CCE2327}" dt="2026-02-12T09:32:24.286" v="6240" actId="1076"/>
          <ac:cxnSpMkLst>
            <pc:docMk/>
            <pc:sldMk cId="2412630593" sldId="293"/>
            <ac:cxnSpMk id="1055" creationId="{AC83C8C1-E23F-890E-268F-68D406E8F907}"/>
          </ac:cxnSpMkLst>
        </pc:cxnChg>
        <pc:cxnChg chg="add mod">
          <ac:chgData name="Mathilde Annette Nicole Roulleau" userId="4ab294c6-1984-4b16-bc43-8e77deede0e4" providerId="ADAL" clId="{79810BCC-BAA2-4D46-8788-90936CCE2327}" dt="2026-02-12T08:53:16.270" v="5926" actId="208"/>
          <ac:cxnSpMkLst>
            <pc:docMk/>
            <pc:sldMk cId="2412630593" sldId="293"/>
            <ac:cxnSpMk id="1056" creationId="{B7E9544C-80A0-1EEF-87E9-A0CC7865F6C9}"/>
          </ac:cxnSpMkLst>
        </pc:cxnChg>
      </pc:sldChg>
      <pc:sldChg chg="addSp delSp modSp add mod ord">
        <pc:chgData name="Mathilde Annette Nicole Roulleau" userId="4ab294c6-1984-4b16-bc43-8e77deede0e4" providerId="ADAL" clId="{79810BCC-BAA2-4D46-8788-90936CCE2327}" dt="2026-02-19T07:23:02.644" v="6870" actId="14100"/>
        <pc:sldMkLst>
          <pc:docMk/>
          <pc:sldMk cId="2802614682" sldId="294"/>
        </pc:sldMkLst>
        <pc:spChg chg="del">
          <ac:chgData name="Mathilde Annette Nicole Roulleau" userId="4ab294c6-1984-4b16-bc43-8e77deede0e4" providerId="ADAL" clId="{79810BCC-BAA2-4D46-8788-90936CCE2327}" dt="2026-02-18T18:07:45.623" v="6858" actId="478"/>
          <ac:spMkLst>
            <pc:docMk/>
            <pc:sldMk cId="2802614682" sldId="294"/>
            <ac:spMk id="3" creationId="{DB9F6DEB-3155-D9A9-0375-24DF97D434A0}"/>
          </ac:spMkLst>
        </pc:spChg>
        <pc:spChg chg="del">
          <ac:chgData name="Mathilde Annette Nicole Roulleau" userId="4ab294c6-1984-4b16-bc43-8e77deede0e4" providerId="ADAL" clId="{79810BCC-BAA2-4D46-8788-90936CCE2327}" dt="2026-02-18T18:07:45.623" v="6858" actId="478"/>
          <ac:spMkLst>
            <pc:docMk/>
            <pc:sldMk cId="2802614682" sldId="294"/>
            <ac:spMk id="5" creationId="{CD9C4832-BCDB-F4E3-859D-D1E947B718D8}"/>
          </ac:spMkLst>
        </pc:spChg>
        <pc:spChg chg="del">
          <ac:chgData name="Mathilde Annette Nicole Roulleau" userId="4ab294c6-1984-4b16-bc43-8e77deede0e4" providerId="ADAL" clId="{79810BCC-BAA2-4D46-8788-90936CCE2327}" dt="2026-02-18T18:07:45.623" v="6858" actId="478"/>
          <ac:spMkLst>
            <pc:docMk/>
            <pc:sldMk cId="2802614682" sldId="294"/>
            <ac:spMk id="13" creationId="{FE6797B4-C891-A72A-9556-F2BDC18734D9}"/>
          </ac:spMkLst>
        </pc:spChg>
        <pc:spChg chg="del">
          <ac:chgData name="Mathilde Annette Nicole Roulleau" userId="4ab294c6-1984-4b16-bc43-8e77deede0e4" providerId="ADAL" clId="{79810BCC-BAA2-4D46-8788-90936CCE2327}" dt="2026-02-18T18:07:45.623" v="6858" actId="478"/>
          <ac:spMkLst>
            <pc:docMk/>
            <pc:sldMk cId="2802614682" sldId="294"/>
            <ac:spMk id="17" creationId="{2BF8D95E-8650-CF85-BD45-279F1D4EFF60}"/>
          </ac:spMkLst>
        </pc:spChg>
        <pc:spChg chg="del">
          <ac:chgData name="Mathilde Annette Nicole Roulleau" userId="4ab294c6-1984-4b16-bc43-8e77deede0e4" providerId="ADAL" clId="{79810BCC-BAA2-4D46-8788-90936CCE2327}" dt="2026-02-18T18:07:45.623" v="6858" actId="478"/>
          <ac:spMkLst>
            <pc:docMk/>
            <pc:sldMk cId="2802614682" sldId="294"/>
            <ac:spMk id="19" creationId="{F8F37627-5169-878C-BF68-9C1EA8A206A3}"/>
          </ac:spMkLst>
        </pc:spChg>
        <pc:graphicFrameChg chg="del">
          <ac:chgData name="Mathilde Annette Nicole Roulleau" userId="4ab294c6-1984-4b16-bc43-8e77deede0e4" providerId="ADAL" clId="{79810BCC-BAA2-4D46-8788-90936CCE2327}" dt="2026-02-18T18:07:45.623" v="6858" actId="478"/>
          <ac:graphicFrameMkLst>
            <pc:docMk/>
            <pc:sldMk cId="2802614682" sldId="294"/>
            <ac:graphicFrameMk id="21" creationId="{A17CA77A-134B-684D-7429-BCA2DD01C52A}"/>
          </ac:graphicFrameMkLst>
        </pc:graphicFrameChg>
        <pc:picChg chg="add mod">
          <ac:chgData name="Mathilde Annette Nicole Roulleau" userId="4ab294c6-1984-4b16-bc43-8e77deede0e4" providerId="ADAL" clId="{79810BCC-BAA2-4D46-8788-90936CCE2327}" dt="2026-02-19T07:23:02.644" v="6870" actId="14100"/>
          <ac:picMkLst>
            <pc:docMk/>
            <pc:sldMk cId="2802614682" sldId="294"/>
            <ac:picMk id="2" creationId="{BCB1EBC3-D9BE-AF9F-2189-4CF0CDF153EB}"/>
          </ac:picMkLst>
        </pc:picChg>
        <pc:picChg chg="add mod">
          <ac:chgData name="Mathilde Annette Nicole Roulleau" userId="4ab294c6-1984-4b16-bc43-8e77deede0e4" providerId="ADAL" clId="{79810BCC-BAA2-4D46-8788-90936CCE2327}" dt="2026-02-18T18:07:53.223" v="6863" actId="1076"/>
          <ac:picMkLst>
            <pc:docMk/>
            <pc:sldMk cId="2802614682" sldId="294"/>
            <ac:picMk id="8" creationId="{FB132F0E-3950-96BF-A6E9-5659D1A0E7B5}"/>
          </ac:picMkLst>
        </pc:picChg>
        <pc:picChg chg="del">
          <ac:chgData name="Mathilde Annette Nicole Roulleau" userId="4ab294c6-1984-4b16-bc43-8e77deede0e4" providerId="ADAL" clId="{79810BCC-BAA2-4D46-8788-90936CCE2327}" dt="2026-02-18T18:07:45.623" v="6858" actId="478"/>
          <ac:picMkLst>
            <pc:docMk/>
            <pc:sldMk cId="2802614682" sldId="294"/>
            <ac:picMk id="14" creationId="{53A43296-55C2-70EB-6AE8-1C494607D0D4}"/>
          </ac:picMkLst>
        </pc:picChg>
        <pc:cxnChg chg="del">
          <ac:chgData name="Mathilde Annette Nicole Roulleau" userId="4ab294c6-1984-4b16-bc43-8e77deede0e4" providerId="ADAL" clId="{79810BCC-BAA2-4D46-8788-90936CCE2327}" dt="2026-02-18T18:07:45.623" v="6858" actId="478"/>
          <ac:cxnSpMkLst>
            <pc:docMk/>
            <pc:sldMk cId="2802614682" sldId="294"/>
            <ac:cxnSpMk id="6" creationId="{87524D32-EB7F-EFC7-43EB-1A2C1061BE98}"/>
          </ac:cxnSpMkLst>
        </pc:cxnChg>
        <pc:cxnChg chg="del">
          <ac:chgData name="Mathilde Annette Nicole Roulleau" userId="4ab294c6-1984-4b16-bc43-8e77deede0e4" providerId="ADAL" clId="{79810BCC-BAA2-4D46-8788-90936CCE2327}" dt="2026-02-18T18:07:45.623" v="6858" actId="478"/>
          <ac:cxnSpMkLst>
            <pc:docMk/>
            <pc:sldMk cId="2802614682" sldId="294"/>
            <ac:cxnSpMk id="10" creationId="{52F1CABC-9D79-0AEB-D153-B99810FA6963}"/>
          </ac:cxnSpMkLst>
        </pc:cxnChg>
        <pc:cxnChg chg="del">
          <ac:chgData name="Mathilde Annette Nicole Roulleau" userId="4ab294c6-1984-4b16-bc43-8e77deede0e4" providerId="ADAL" clId="{79810BCC-BAA2-4D46-8788-90936CCE2327}" dt="2026-02-18T18:07:45.623" v="6858" actId="478"/>
          <ac:cxnSpMkLst>
            <pc:docMk/>
            <pc:sldMk cId="2802614682" sldId="294"/>
            <ac:cxnSpMk id="15" creationId="{6F275B24-C8D9-90F0-1C21-C94B915219B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81A728-E1E5-4F15-9DCD-66CEAF78F37C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B66DA-37FE-4E64-831A-52059B9D5E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4905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5257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Explain</a:t>
            </a:r>
            <a:r>
              <a:rPr lang="fr-FR" dirty="0"/>
              <a:t> positive and </a:t>
            </a:r>
            <a:r>
              <a:rPr lang="fr-FR" dirty="0" err="1"/>
              <a:t>negative</a:t>
            </a:r>
            <a:r>
              <a:rPr lang="fr-FR" dirty="0"/>
              <a:t> </a:t>
            </a:r>
            <a:r>
              <a:rPr lang="fr-FR" dirty="0" err="1"/>
              <a:t>correlation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biology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07911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8925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63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Limitation -&gt;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bacteria</a:t>
            </a:r>
            <a:r>
              <a:rPr lang="fr-FR" dirty="0"/>
              <a:t> have more </a:t>
            </a:r>
            <a:r>
              <a:rPr lang="fr-FR" dirty="0" err="1"/>
              <a:t>ds</a:t>
            </a:r>
            <a:r>
              <a:rPr lang="fr-FR" dirty="0"/>
              <a:t> </a:t>
            </a:r>
            <a:r>
              <a:rPr lang="fr-FR" dirty="0" err="1"/>
              <a:t>than</a:t>
            </a:r>
            <a:r>
              <a:rPr lang="fr-FR" dirty="0"/>
              <a:t> </a:t>
            </a:r>
            <a:r>
              <a:rPr lang="fr-FR" dirty="0" err="1"/>
              <a:t>other</a:t>
            </a:r>
            <a:r>
              <a:rPr lang="fr-FR" dirty="0"/>
              <a:t> + if </a:t>
            </a:r>
            <a:r>
              <a:rPr lang="fr-FR" dirty="0" err="1"/>
              <a:t>different</a:t>
            </a:r>
            <a:r>
              <a:rPr lang="fr-FR" dirty="0"/>
              <a:t> conditions for one </a:t>
            </a:r>
            <a:r>
              <a:rPr lang="fr-FR" dirty="0" err="1"/>
              <a:t>bacteria</a:t>
            </a:r>
            <a:r>
              <a:rPr lang="fr-FR" dirty="0"/>
              <a:t> of a </a:t>
            </a:r>
            <a:r>
              <a:rPr lang="fr-FR" dirty="0" err="1"/>
              <a:t>project</a:t>
            </a:r>
            <a:r>
              <a:rPr lang="fr-FR" dirty="0"/>
              <a:t> </a:t>
            </a:r>
            <a:r>
              <a:rPr lang="fr-FR" dirty="0" err="1"/>
              <a:t>represented</a:t>
            </a:r>
            <a:r>
              <a:rPr lang="fr-FR" dirty="0"/>
              <a:t> </a:t>
            </a:r>
            <a:r>
              <a:rPr lang="fr-FR" dirty="0" err="1"/>
              <a:t>twice</a:t>
            </a:r>
            <a:r>
              <a:rPr lang="fr-FR" dirty="0"/>
              <a:t> on </a:t>
            </a:r>
            <a:r>
              <a:rPr lang="fr-FR"/>
              <a:t>the graph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9881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3723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D873-4A37-486C-145F-1D13DE66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6451F2F-4860-B515-5F54-B401E65047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80CB3F7-30FB-E0F3-FAC8-6CE855E8BF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536976D-C005-B896-6FB0-26186B53B0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86520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9B72-E943-B85C-E2FC-77D8DBB3D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C3E5CA3-82C9-FD7A-00AB-325AEABDDB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E82C4CE-6EAE-D217-FD5F-05BE6528E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5F5A939-B536-A4CC-5645-C8C10B120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19833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15D44-1B2F-3B01-0570-850921581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70AF60B-4486-7256-CBD7-64270750FE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0D1F8FA-1AAE-192D-ABFF-11C5B83F84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B3C0B29-1B56-B96D-238C-EA37109BAD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0160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11434-1635-3ED3-5819-1313A2CB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05CB1E1-588F-C5E1-55CA-3891575BF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979F565-78B1-424A-A793-CBC45DDA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320D4A-91B6-6151-701D-7178A2C020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0767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7EBA-39C9-B5AA-DB63-DDA4F1756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803324C-3986-00E8-3C73-EE958E04D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891D7E-6C04-A796-9FF3-6DDE8EC65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4C3305-FC4C-2174-D6E0-60F24DCE64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21726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F4C27-8B70-79DD-790D-0CCABBCD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7FD6E83-2CFA-CD3D-B484-F7A59B29A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B8540A8-F00C-6B89-FA6B-B8886B2BD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80366E-9C4A-C3D5-7BDB-3696487B3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82823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459B7-623A-B069-B7E8-EAD9119A2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5594193-A35B-3262-D9E3-F510108F3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7DDEA26-B81A-51DC-2FE3-A96B6A5A96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BE571A-4B93-F457-1150-C44B7AB6A0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8826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618A6-6BD4-FBA7-9F63-6B7EAAA83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FA7BAD7-143F-C526-A5A9-BF2230FBE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B145238-9394-E2D9-B110-46D50C0AB6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63DAAD9-3898-7EBB-C539-EB02C85714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24204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96BA2-7140-4EBB-6CCC-DCB44D49D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BAD76CB-720A-B453-900E-810965F91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3410A5F-E8AA-1A5B-F5A2-2491944A3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Quand il y a le phage -&gt; tendance d’une défense corrélée positivement à la croissance de la bactérie et négativement à l’infection</a:t>
            </a:r>
          </a:p>
          <a:p>
            <a:r>
              <a:rPr lang="fr-FR" dirty="0"/>
              <a:t>Quand il y a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493F829-5FC1-066D-F89B-BAE295576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64606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some defense systems remain positively associated with phage gene expression even after controlling for host growth,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suggests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infection-specific activation rather than indirect effects of growth inhibition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B66DA-37FE-4E64-831A-52059B9D5EC0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8960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B4608A-25AB-39B3-403C-FAA2CD367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3CCDEB-4534-E07F-3832-D5D5AB7248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64B8D2-1242-43E1-AD2C-8F66C23EE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23C1D1-65EC-1635-1EE9-7A446D806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D66A28-92F1-9923-C779-473DF6D0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1440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9788F4-0E33-4298-7A91-EF7BDD710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BC234D-24D5-8041-F807-C8634C9B2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BFD094F-DAB6-64FE-2160-AA0779A78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D8EDEF-7254-07E3-8AF0-605861887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CC1BDF-61C4-2018-A3DE-8E88FD19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9451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086FC9-CDB9-D87C-422E-D4133DD9C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E6C3AA-A95E-E3F1-FB35-1B34ECB91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566E051-71D9-B63E-8A8F-8D22D7E3A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4B595E-9B5C-6733-F893-9BD789631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0BF51-DAF9-0898-A388-A3D6B3D6D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324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5CA9FB-7CD9-1C84-2D98-C0C24C6DD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DF13BF-461C-5ACE-DBD2-9C256B19F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D0B2D1E-F1BF-7C77-6C8D-63560C5E7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FA6324-97D9-A9EC-2A63-E118461BA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EE4828-4419-413B-2B73-BC1FC7491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57942E5-C819-2B42-1E14-E1652264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7266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E52DFA-96C7-F4C6-C88D-850CE4B0F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8DCBE9-6325-B978-42A4-14BEBB9BB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A5E281A-34F9-1B5E-DE8A-095DEA92E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F17CF98-FC4C-5813-BD33-3476224998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E04A78A-1A84-DF39-A8F7-0B13F93F6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4B31B15-19A1-CC1A-9A0A-72C10BB34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79A0A49-8A7C-EBBB-3260-C1BBA1C55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A682B01-008C-2D6C-2743-432333A80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236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08FC1C-9D87-83F9-7333-F55B26338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492B722-185A-C011-B5C4-73A4854A6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83BEDEE-BF40-3BEC-A866-023426304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96C6E91-9990-BDD0-E542-9CFFA873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501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5A298BB-01C6-D5DE-F7D3-120464FF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8F29A0B-2E69-FE15-97D2-152995FEE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0229F51-0213-2861-5D77-6B7F25B68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2831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6B9A4A-B1A6-A50A-A8A4-FD41CFF75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AE3F0AE-F3E9-420D-5532-8161D8F23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42DBF80-8B93-BDF5-F852-560C9EA2F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C701BEF-5F2C-4348-1227-FC1EAB733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9160F44-A618-DA2D-9219-8883383C8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A07A5F-1FD5-270D-36E4-25B59B774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73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BB4D0B-F598-A9F0-6C21-B21C974F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F2EEE50-5C9F-13ED-E394-7E3917496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513F01B-CC54-6D87-58E6-82E3864586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F2372D4-9EE5-C809-E0A0-452A1FBB9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F1BC91E-8482-D8F8-8967-BC469FD5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94E827F-B29E-BF07-EA64-AB2AE4E0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570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4AC44-E60E-9A5B-6439-C83F4828B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7598F78-349D-CF25-6B6F-A0283E9714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617CBA-DE47-4BB6-53FD-185BFEF20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3C6BEE-860A-F328-886E-EE619E384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44736D4-A5F6-7D7A-A829-54EB469A5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4270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F7A07CD-76F8-F0AC-F8EF-4050A6AE35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3D7E8E-1115-1A0E-D53E-8705FCC447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4110FD-6C6D-288C-578F-1080DC0E0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21B36C-5FD2-7DB5-7141-C253EDB49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91EEAC-75C0-BCE5-ECFA-96D1A0C9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9670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367FADF-62CD-14F8-BD55-EC017D2C4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FDB8166-038B-D0F2-8733-BD5CC9DD41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8AE0BFF-A713-8648-F290-644E156689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605AF-44F8-4C57-B945-CB0A72E9DB1D}" type="datetimeFigureOut">
              <a:rPr lang="fr-FR" smtClean="0"/>
              <a:t>19/02/2026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E723FF-F169-4DF2-58E1-A1E584392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43BAB3-8BF8-906F-FB6B-D03424A59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5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1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jpe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jpe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image" Target="../media/image1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0.png"/><Relationship Id="rId10" Type="http://schemas.openxmlformats.org/officeDocument/2006/relationships/image" Target="../media/image22.png"/><Relationship Id="rId4" Type="http://schemas.openxmlformats.org/officeDocument/2006/relationships/image" Target="../media/image15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6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0D4A331-2558-686E-2E09-96E96794A2D1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A48F40B-9B3E-6BDD-DA3E-627F2D529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4363" y="605176"/>
            <a:ext cx="4976733" cy="58477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Project </a:t>
            </a: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defense</a:t>
            </a: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regulation</a:t>
            </a:r>
            <a:endParaRPr kumimoji="0" lang="fr-FR" altLang="fr-FR" sz="6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swald" panose="020F0502020204030204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32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swald" panose="020F0502020204030204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32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09/2025-02/2026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32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Mathilde Roulleau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3200" b="1" dirty="0">
              <a:solidFill>
                <a:schemeClr val="bg2">
                  <a:lumMod val="25000"/>
                </a:schemeClr>
              </a:solidFill>
              <a:latin typeface="Oswald" panose="020F0502020204030204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Teacher – Lucas Paoli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Assistant – Agathe </a:t>
            </a:r>
            <a:r>
              <a:rPr lang="fr-FR" altLang="fr-FR" sz="2400" dirty="0" err="1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Bredel</a:t>
            </a:r>
            <a:r>
              <a:rPr kumimoji="0" lang="fr-FR" altLang="fr-FR" sz="24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sz="240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A93E98-DD0F-BF85-9C73-72EFEA96C9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0F804417-C8BC-28EB-FE95-FFC9E4A6F9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049" y="200107"/>
            <a:ext cx="1869223" cy="1918630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818FE3B1-E45C-A8BC-65B3-892987224A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41834" y="1409032"/>
            <a:ext cx="5204332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4000" b="1" dirty="0">
                <a:solidFill>
                  <a:schemeClr val="bg1"/>
                </a:solidFill>
                <a:latin typeface="Oswald" panose="00000500000000000000" pitchFamily="2" charset="0"/>
              </a:rPr>
              <a:t>How are bacterial defense systems expressed relative to bacterial growth and phage infection? </a:t>
            </a:r>
            <a:endParaRPr lang="fr-FR" sz="4000" b="1" dirty="0">
              <a:solidFill>
                <a:schemeClr val="bg1"/>
              </a:solidFill>
              <a:latin typeface="Oswald" panose="00000500000000000000" pitchFamily="2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701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B8B6B-D704-CBFC-9F39-F810D3C2E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21033C5-CB17-22A2-55A7-4F6B12FF4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sous-marin monde coloration livre main dessiné. océan la vie coloration  page noir et blanc vecteur illustration 36231185 Art vectoriel chez Vecteezy">
            <a:extLst>
              <a:ext uri="{FF2B5EF4-FFF2-40B4-BE49-F238E27FC236}">
                <a16:creationId xmlns:a16="http://schemas.microsoft.com/office/drawing/2014/main" id="{DFD55395-B1F1-9367-E90E-802D50AE0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0081" y="228886"/>
            <a:ext cx="2143125" cy="214312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rganes du système endocrinien Banque d'images noir et blanc - Alamy">
            <a:extLst>
              <a:ext uri="{FF2B5EF4-FFF2-40B4-BE49-F238E27FC236}">
                <a16:creationId xmlns:a16="http://schemas.microsoft.com/office/drawing/2014/main" id="{33D46D98-6B15-C672-6F05-F207EE153A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06"/>
          <a:stretch>
            <a:fillRect/>
          </a:stretch>
        </p:blipFill>
        <p:spPr bwMode="auto">
          <a:xfrm>
            <a:off x="5354171" y="170190"/>
            <a:ext cx="1790700" cy="2312593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ge 2 | Images de Dessin champ – Téléchargement gratuit sur Freepik">
            <a:extLst>
              <a:ext uri="{FF2B5EF4-FFF2-40B4-BE49-F238E27FC236}">
                <a16:creationId xmlns:a16="http://schemas.microsoft.com/office/drawing/2014/main" id="{284CFE8D-E942-2E69-F550-F419EAB5AD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5836" y="276510"/>
            <a:ext cx="2228850" cy="204787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F64AF6C-C091-64F8-AF11-4122B53324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5366502" y="3779796"/>
            <a:ext cx="292325" cy="135039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B5F5856C-99D0-FE44-6E5C-CB733EFC8C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78189" y="3937508"/>
            <a:ext cx="313979" cy="132448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A1A5654-58BB-31FF-0B6E-582EEF09D4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30181" y="4841177"/>
            <a:ext cx="324806" cy="132809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5A709B5A-CEA4-3557-F1D7-37E6170926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824640" y="3886324"/>
            <a:ext cx="274280" cy="1331702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1115988-8003-C449-D0E0-AB9D027524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5005269" y="4812616"/>
            <a:ext cx="274280" cy="1317266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866457A1-AD1A-A67B-0212-AE2547D51A2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flipH="1">
            <a:off x="6437250" y="4719763"/>
            <a:ext cx="292325" cy="133892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368BD165-EF72-513D-969A-D806B253442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flipH="1">
            <a:off x="5602350" y="5066522"/>
            <a:ext cx="277889" cy="1320876"/>
          </a:xfrm>
          <a:prstGeom prst="rect">
            <a:avLst/>
          </a:prstGeom>
        </p:spPr>
      </p:pic>
      <p:pic>
        <p:nvPicPr>
          <p:cNvPr id="22" name="Image 21" descr="Une image contenant croquis, art, conception&#10;&#10;Le contenu généré par l’IA peut être incorrect.">
            <a:extLst>
              <a:ext uri="{FF2B5EF4-FFF2-40B4-BE49-F238E27FC236}">
                <a16:creationId xmlns:a16="http://schemas.microsoft.com/office/drawing/2014/main" id="{E78537D1-BDB0-A161-CF46-D1F0F5703CD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87154" y="4144857"/>
            <a:ext cx="291911" cy="407318"/>
          </a:xfrm>
          <a:prstGeom prst="rect">
            <a:avLst/>
          </a:prstGeom>
        </p:spPr>
      </p:pic>
      <p:pic>
        <p:nvPicPr>
          <p:cNvPr id="24" name="Image 23" descr="Une image contenant conception, art, origami&#10;&#10;Le contenu généré par l’IA peut être incorrect.">
            <a:extLst>
              <a:ext uri="{FF2B5EF4-FFF2-40B4-BE49-F238E27FC236}">
                <a16:creationId xmlns:a16="http://schemas.microsoft.com/office/drawing/2014/main" id="{04FC4311-FFF1-652C-61BA-0DEFD3EAD99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3666" y="5086560"/>
            <a:ext cx="278334" cy="384689"/>
          </a:xfrm>
          <a:prstGeom prst="rect">
            <a:avLst/>
          </a:prstGeom>
        </p:spPr>
      </p:pic>
      <p:pic>
        <p:nvPicPr>
          <p:cNvPr id="26" name="Image 25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261F6CF3-5187-70A8-F047-BD36D8FE4D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91797" y="4006930"/>
            <a:ext cx="282860" cy="393741"/>
          </a:xfrm>
          <a:prstGeom prst="rect">
            <a:avLst/>
          </a:prstGeom>
        </p:spPr>
      </p:pic>
      <p:pic>
        <p:nvPicPr>
          <p:cNvPr id="28" name="Image 27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163F6824-697C-C9D6-FFF0-D584F2FE286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73718" y="5286090"/>
            <a:ext cx="276071" cy="393741"/>
          </a:xfrm>
          <a:prstGeom prst="rect">
            <a:avLst/>
          </a:prstGeom>
        </p:spPr>
      </p:pic>
      <p:pic>
        <p:nvPicPr>
          <p:cNvPr id="30" name="Image 29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F4F0DA6E-B6A9-D5E7-CB0D-739B3F74918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10085" y="6129882"/>
            <a:ext cx="287386" cy="389216"/>
          </a:xfrm>
          <a:prstGeom prst="rect">
            <a:avLst/>
          </a:prstGeom>
        </p:spPr>
      </p:pic>
      <p:pic>
        <p:nvPicPr>
          <p:cNvPr id="32" name="Image 31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FEE8767E-6D2A-F3BF-4BC4-3FAE457B8FD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48843" y="5134588"/>
            <a:ext cx="278334" cy="377900"/>
          </a:xfrm>
          <a:prstGeom prst="rect">
            <a:avLst/>
          </a:prstGeom>
        </p:spPr>
      </p:pic>
      <p:pic>
        <p:nvPicPr>
          <p:cNvPr id="34" name="Image 33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A162D5D7-21BC-3226-FD8E-82BDC5604FC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59831" y="5306092"/>
            <a:ext cx="282860" cy="398267"/>
          </a:xfrm>
          <a:prstGeom prst="rect">
            <a:avLst/>
          </a:prstGeom>
        </p:spPr>
      </p:pic>
      <p:sp>
        <p:nvSpPr>
          <p:cNvPr id="36" name="Ellipse 35">
            <a:extLst>
              <a:ext uri="{FF2B5EF4-FFF2-40B4-BE49-F238E27FC236}">
                <a16:creationId xmlns:a16="http://schemas.microsoft.com/office/drawing/2014/main" id="{97245404-C164-74A7-B340-050C259B635F}"/>
              </a:ext>
            </a:extLst>
          </p:cNvPr>
          <p:cNvSpPr/>
          <p:nvPr/>
        </p:nvSpPr>
        <p:spPr>
          <a:xfrm>
            <a:off x="4615740" y="3572565"/>
            <a:ext cx="3239853" cy="3115245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92E0E30-DF28-DCAA-F2C2-04FDD1318928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6235667" y="3008598"/>
            <a:ext cx="0" cy="563967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4F233758-9393-2344-C655-278B3D563830}"/>
              </a:ext>
            </a:extLst>
          </p:cNvPr>
          <p:cNvSpPr txBox="1"/>
          <p:nvPr/>
        </p:nvSpPr>
        <p:spPr>
          <a:xfrm>
            <a:off x="1959426" y="2334182"/>
            <a:ext cx="253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latin typeface="Oswald" panose="00000500000000000000" pitchFamily="2" charset="0"/>
              </a:rPr>
              <a:t>Regulation</a:t>
            </a:r>
            <a:r>
              <a:rPr lang="fr-FR" dirty="0">
                <a:latin typeface="Oswald" panose="00000500000000000000" pitchFamily="2" charset="0"/>
              </a:rPr>
              <a:t> of </a:t>
            </a:r>
            <a:r>
              <a:rPr lang="fr-FR" dirty="0" err="1">
                <a:latin typeface="Oswald" panose="00000500000000000000" pitchFamily="2" charset="0"/>
              </a:rPr>
              <a:t>microbial</a:t>
            </a:r>
            <a:r>
              <a:rPr lang="fr-FR" dirty="0">
                <a:latin typeface="Oswald" panose="00000500000000000000" pitchFamily="2" charset="0"/>
              </a:rPr>
              <a:t> cycles and </a:t>
            </a:r>
            <a:r>
              <a:rPr lang="fr-FR" dirty="0" err="1">
                <a:latin typeface="Oswald" panose="00000500000000000000" pitchFamily="2" charset="0"/>
              </a:rPr>
              <a:t>biodiversity</a:t>
            </a:r>
            <a:endParaRPr lang="fr-FR" dirty="0">
              <a:latin typeface="Oswald" panose="00000500000000000000" pitchFamily="2" charset="0"/>
            </a:endParaRP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CC1FB4C9-998C-6FBA-C09F-11B7B4F9CE8E}"/>
              </a:ext>
            </a:extLst>
          </p:cNvPr>
          <p:cNvCxnSpPr>
            <a:cxnSpLocks/>
          </p:cNvCxnSpPr>
          <p:nvPr/>
        </p:nvCxnSpPr>
        <p:spPr>
          <a:xfrm flipH="1">
            <a:off x="6235667" y="3086292"/>
            <a:ext cx="431672" cy="486273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135F7A20-01AA-CF14-94CD-5F34C206E9B5}"/>
              </a:ext>
            </a:extLst>
          </p:cNvPr>
          <p:cNvCxnSpPr>
            <a:cxnSpLocks/>
          </p:cNvCxnSpPr>
          <p:nvPr/>
        </p:nvCxnSpPr>
        <p:spPr>
          <a:xfrm>
            <a:off x="5821363" y="3109913"/>
            <a:ext cx="414303" cy="462651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ZoneTexte 49">
            <a:extLst>
              <a:ext uri="{FF2B5EF4-FFF2-40B4-BE49-F238E27FC236}">
                <a16:creationId xmlns:a16="http://schemas.microsoft.com/office/drawing/2014/main" id="{93A2E5B8-2E0D-699D-3C6E-44433F540F10}"/>
              </a:ext>
            </a:extLst>
          </p:cNvPr>
          <p:cNvSpPr txBox="1"/>
          <p:nvPr/>
        </p:nvSpPr>
        <p:spPr>
          <a:xfrm>
            <a:off x="4980037" y="2368306"/>
            <a:ext cx="253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Oswald" panose="00000500000000000000" pitchFamily="2" charset="0"/>
              </a:rPr>
              <a:t>Phage </a:t>
            </a:r>
            <a:r>
              <a:rPr lang="fr-FR" dirty="0" err="1">
                <a:latin typeface="Oswald" panose="00000500000000000000" pitchFamily="2" charset="0"/>
              </a:rPr>
              <a:t>therapy</a:t>
            </a:r>
            <a:r>
              <a:rPr lang="fr-FR" dirty="0">
                <a:latin typeface="Oswald" panose="00000500000000000000" pitchFamily="2" charset="0"/>
              </a:rPr>
              <a:t>, </a:t>
            </a:r>
            <a:r>
              <a:rPr lang="fr-FR" dirty="0" err="1">
                <a:latin typeface="Oswald" panose="00000500000000000000" pitchFamily="2" charset="0"/>
              </a:rPr>
              <a:t>resistance</a:t>
            </a:r>
            <a:r>
              <a:rPr lang="fr-FR" dirty="0">
                <a:latin typeface="Oswald" panose="00000500000000000000" pitchFamily="2" charset="0"/>
              </a:rPr>
              <a:t>, </a:t>
            </a:r>
            <a:r>
              <a:rPr lang="fr-FR" dirty="0" err="1">
                <a:latin typeface="Oswald" panose="00000500000000000000" pitchFamily="2" charset="0"/>
              </a:rPr>
              <a:t>microbiota</a:t>
            </a:r>
            <a:endParaRPr lang="fr-FR" dirty="0">
              <a:latin typeface="Oswald" panose="00000500000000000000" pitchFamily="2" charset="0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D2F933A-96FC-0AB3-C3EC-D01915879FC0}"/>
              </a:ext>
            </a:extLst>
          </p:cNvPr>
          <p:cNvSpPr txBox="1"/>
          <p:nvPr/>
        </p:nvSpPr>
        <p:spPr>
          <a:xfrm>
            <a:off x="8040777" y="2368306"/>
            <a:ext cx="253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latin typeface="Oswald" panose="00000500000000000000" pitchFamily="2" charset="0"/>
              </a:rPr>
              <a:t>Biocontrol</a:t>
            </a:r>
            <a:r>
              <a:rPr lang="fr-FR" dirty="0">
                <a:latin typeface="Oswald" panose="00000500000000000000" pitchFamily="2" charset="0"/>
              </a:rPr>
              <a:t> and </a:t>
            </a:r>
            <a:r>
              <a:rPr lang="fr-FR" dirty="0" err="1">
                <a:latin typeface="Oswald" panose="00000500000000000000" pitchFamily="2" charset="0"/>
              </a:rPr>
              <a:t>ground</a:t>
            </a:r>
            <a:r>
              <a:rPr lang="fr-FR" dirty="0">
                <a:latin typeface="Oswald" panose="00000500000000000000" pitchFamily="2" charset="0"/>
              </a:rPr>
              <a:t> microbiome</a:t>
            </a:r>
          </a:p>
        </p:txBody>
      </p:sp>
    </p:spTree>
    <p:extLst>
      <p:ext uri="{BB962C8B-B14F-4D97-AF65-F5344CB8AC3E}">
        <p14:creationId xmlns:p14="http://schemas.microsoft.com/office/powerpoint/2010/main" val="40248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40" grpId="0"/>
      <p:bldP spid="50" grpId="0"/>
      <p:bldP spid="5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CAA93-D2DD-C04C-48CE-12FD5C6EC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2C08FB7-7E97-A2CB-178B-00A067144C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7E90DEF-1896-7956-7CCE-3A4F7B82D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517809" y="2514876"/>
            <a:ext cx="292325" cy="135039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F26FC29E-836C-2ECB-55D7-DA6F813773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129496" y="2672588"/>
            <a:ext cx="313979" cy="132448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845D4D6F-3FC9-68E2-44F6-DEB55D717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3281488" y="3576257"/>
            <a:ext cx="324806" cy="132809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24026B6E-3F8E-4A27-70C7-6CA47D3628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2975947" y="2621404"/>
            <a:ext cx="274280" cy="1331702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CA3670F6-7CFA-57FF-4C3A-29399398C2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156576" y="3547696"/>
            <a:ext cx="274280" cy="1317266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142D509B-8A45-CEC4-D196-BD730DC743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2588557" y="3454843"/>
            <a:ext cx="292325" cy="133892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B86FD30-4DB3-881D-5DBC-52DF3A063B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1753657" y="3801602"/>
            <a:ext cx="277889" cy="1320876"/>
          </a:xfrm>
          <a:prstGeom prst="rect">
            <a:avLst/>
          </a:prstGeom>
        </p:spPr>
      </p:pic>
      <p:pic>
        <p:nvPicPr>
          <p:cNvPr id="22" name="Image 21" descr="Une image contenant croquis, art, conception&#10;&#10;Le contenu généré par l’IA peut être incorrect.">
            <a:extLst>
              <a:ext uri="{FF2B5EF4-FFF2-40B4-BE49-F238E27FC236}">
                <a16:creationId xmlns:a16="http://schemas.microsoft.com/office/drawing/2014/main" id="{A023C47B-FCAD-4384-2D95-47560167DC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38461" y="2879937"/>
            <a:ext cx="291911" cy="407318"/>
          </a:xfrm>
          <a:prstGeom prst="rect">
            <a:avLst/>
          </a:prstGeom>
        </p:spPr>
      </p:pic>
      <p:pic>
        <p:nvPicPr>
          <p:cNvPr id="24" name="Image 23" descr="Une image contenant conception, art, origami&#10;&#10;Le contenu généré par l’IA peut être incorrect.">
            <a:extLst>
              <a:ext uri="{FF2B5EF4-FFF2-40B4-BE49-F238E27FC236}">
                <a16:creationId xmlns:a16="http://schemas.microsoft.com/office/drawing/2014/main" id="{12D1F60C-9310-DC03-A5C7-54BD12DD35E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74973" y="3821640"/>
            <a:ext cx="278334" cy="384689"/>
          </a:xfrm>
          <a:prstGeom prst="rect">
            <a:avLst/>
          </a:prstGeom>
        </p:spPr>
      </p:pic>
      <p:pic>
        <p:nvPicPr>
          <p:cNvPr id="26" name="Image 25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5B25718C-14EE-171B-6E28-F7A4B2BF41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43104" y="2742010"/>
            <a:ext cx="282860" cy="393741"/>
          </a:xfrm>
          <a:prstGeom prst="rect">
            <a:avLst/>
          </a:prstGeom>
        </p:spPr>
      </p:pic>
      <p:pic>
        <p:nvPicPr>
          <p:cNvPr id="28" name="Image 27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A91C0DCF-05F2-2774-4B07-77D6659E0A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5025" y="4021170"/>
            <a:ext cx="276071" cy="393741"/>
          </a:xfrm>
          <a:prstGeom prst="rect">
            <a:avLst/>
          </a:prstGeom>
        </p:spPr>
      </p:pic>
      <p:pic>
        <p:nvPicPr>
          <p:cNvPr id="30" name="Image 29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322A2D4A-3AD6-418A-EEC1-6406112B3D2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61392" y="4864962"/>
            <a:ext cx="287386" cy="389216"/>
          </a:xfrm>
          <a:prstGeom prst="rect">
            <a:avLst/>
          </a:prstGeom>
        </p:spPr>
      </p:pic>
      <p:pic>
        <p:nvPicPr>
          <p:cNvPr id="32" name="Image 31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A22B5970-8AB9-5F64-27AA-DD06FA5F867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0150" y="3869668"/>
            <a:ext cx="278334" cy="377900"/>
          </a:xfrm>
          <a:prstGeom prst="rect">
            <a:avLst/>
          </a:prstGeom>
        </p:spPr>
      </p:pic>
      <p:pic>
        <p:nvPicPr>
          <p:cNvPr id="34" name="Image 33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4486E39B-4A68-1480-79D6-EC58303E3C0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11138" y="4041172"/>
            <a:ext cx="282860" cy="398267"/>
          </a:xfrm>
          <a:prstGeom prst="rect">
            <a:avLst/>
          </a:prstGeom>
        </p:spPr>
      </p:pic>
      <p:sp>
        <p:nvSpPr>
          <p:cNvPr id="36" name="Ellipse 35">
            <a:extLst>
              <a:ext uri="{FF2B5EF4-FFF2-40B4-BE49-F238E27FC236}">
                <a16:creationId xmlns:a16="http://schemas.microsoft.com/office/drawing/2014/main" id="{C20FDE51-43D6-C307-9F8A-E8037589A5FE}"/>
              </a:ext>
            </a:extLst>
          </p:cNvPr>
          <p:cNvSpPr/>
          <p:nvPr/>
        </p:nvSpPr>
        <p:spPr>
          <a:xfrm>
            <a:off x="767047" y="2307645"/>
            <a:ext cx="3239853" cy="3115245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050" name="Picture 2" descr="Fig. 1">
            <a:extLst>
              <a:ext uri="{FF2B5EF4-FFF2-40B4-BE49-F238E27FC236}">
                <a16:creationId xmlns:a16="http://schemas.microsoft.com/office/drawing/2014/main" id="{89EE426F-F48D-451E-7FC5-5E12CDED16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358" t="51000"/>
          <a:stretch>
            <a:fillRect/>
          </a:stretch>
        </p:blipFill>
        <p:spPr bwMode="auto">
          <a:xfrm>
            <a:off x="9409887" y="3817610"/>
            <a:ext cx="2015066" cy="23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ig. 1">
            <a:extLst>
              <a:ext uri="{FF2B5EF4-FFF2-40B4-BE49-F238E27FC236}">
                <a16:creationId xmlns:a16="http://schemas.microsoft.com/office/drawing/2014/main" id="{532F4D09-2704-7594-519B-1BF133B277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13" t="51000" r="29730"/>
          <a:stretch>
            <a:fillRect/>
          </a:stretch>
        </p:blipFill>
        <p:spPr bwMode="auto">
          <a:xfrm>
            <a:off x="7736693" y="3817611"/>
            <a:ext cx="1676177" cy="236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Fig. 1">
            <a:extLst>
              <a:ext uri="{FF2B5EF4-FFF2-40B4-BE49-F238E27FC236}">
                <a16:creationId xmlns:a16="http://schemas.microsoft.com/office/drawing/2014/main" id="{81A69626-60B8-839D-5D82-62070A42F7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000" r="54475"/>
          <a:stretch>
            <a:fillRect/>
          </a:stretch>
        </p:blipFill>
        <p:spPr bwMode="auto">
          <a:xfrm>
            <a:off x="4672434" y="3817610"/>
            <a:ext cx="3094739" cy="23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Fig. 1">
            <a:extLst>
              <a:ext uri="{FF2B5EF4-FFF2-40B4-BE49-F238E27FC236}">
                <a16:creationId xmlns:a16="http://schemas.microsoft.com/office/drawing/2014/main" id="{A4721627-B816-426A-084E-EE7F61385D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358" b="48889"/>
          <a:stretch>
            <a:fillRect/>
          </a:stretch>
        </p:blipFill>
        <p:spPr bwMode="auto">
          <a:xfrm>
            <a:off x="9409887" y="1348083"/>
            <a:ext cx="2015066" cy="246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ig. 1">
            <a:extLst>
              <a:ext uri="{FF2B5EF4-FFF2-40B4-BE49-F238E27FC236}">
                <a16:creationId xmlns:a16="http://schemas.microsoft.com/office/drawing/2014/main" id="{F037025F-DC99-670E-C43D-6747AF8F64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13" r="29817" b="48889"/>
          <a:stretch>
            <a:fillRect/>
          </a:stretch>
        </p:blipFill>
        <p:spPr bwMode="auto">
          <a:xfrm>
            <a:off x="7739676" y="1348083"/>
            <a:ext cx="1670211" cy="2469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Fig. 1">
            <a:extLst>
              <a:ext uri="{FF2B5EF4-FFF2-40B4-BE49-F238E27FC236}">
                <a16:creationId xmlns:a16="http://schemas.microsoft.com/office/drawing/2014/main" id="{6A10EA58-5865-1024-FAF8-749B72BB3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475" b="48889"/>
          <a:stretch>
            <a:fillRect/>
          </a:stretch>
        </p:blipFill>
        <p:spPr bwMode="auto">
          <a:xfrm>
            <a:off x="4672435" y="1348083"/>
            <a:ext cx="3094738" cy="2469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86DED595-B7A6-B767-44E9-F524AEDCD3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5025" y="278645"/>
            <a:ext cx="975521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Bacterial</a:t>
            </a: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defense</a:t>
            </a: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systems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BD81410-6361-871D-C0C4-A8C1C96F1547}"/>
              </a:ext>
            </a:extLst>
          </p:cNvPr>
          <p:cNvSpPr txBox="1"/>
          <p:nvPr/>
        </p:nvSpPr>
        <p:spPr>
          <a:xfrm>
            <a:off x="9276080" y="6550223"/>
            <a:ext cx="30937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i="1" dirty="0"/>
              <a:t>Bernheim, A., Sorek, R. The pan-immune system of bacteria: antiviral </a:t>
            </a:r>
            <a:r>
              <a:rPr lang="en-US" sz="700" i="1" dirty="0" err="1"/>
              <a:t>defence</a:t>
            </a:r>
            <a:r>
              <a:rPr lang="en-US" sz="700" i="1" dirty="0"/>
              <a:t> as a community resource. Nat Rev </a:t>
            </a:r>
            <a:r>
              <a:rPr lang="en-US" sz="700" i="1" dirty="0" err="1"/>
              <a:t>Microbiol</a:t>
            </a:r>
            <a:r>
              <a:rPr lang="en-US" sz="700" i="1" dirty="0"/>
              <a:t> </a:t>
            </a:r>
            <a:r>
              <a:rPr lang="en-US" sz="700" b="1" i="1" dirty="0"/>
              <a:t>18</a:t>
            </a:r>
            <a:r>
              <a:rPr lang="en-US" sz="700" i="1" dirty="0"/>
              <a:t>, 113–119 (2020).</a:t>
            </a:r>
            <a:endParaRPr lang="fr-FR" sz="700" i="1" dirty="0"/>
          </a:p>
        </p:txBody>
      </p:sp>
    </p:spTree>
    <p:extLst>
      <p:ext uri="{BB962C8B-B14F-4D97-AF65-F5344CB8AC3E}">
        <p14:creationId xmlns:p14="http://schemas.microsoft.com/office/powerpoint/2010/main" val="856483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805A5-3BAA-07A4-3168-8E53A526A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6108596-0D51-9071-E2A2-D4B65385AE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45AD612-0EF0-BCE1-DBED-43040B8F3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412547" y="2514875"/>
            <a:ext cx="292325" cy="135039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6128E2C-141C-03BA-EF51-6C5FB0BCC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024234" y="2672587"/>
            <a:ext cx="313979" cy="132448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07AD152-8728-A2ED-0C55-9E9A4C86DE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176226" y="3576256"/>
            <a:ext cx="324806" cy="132809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2B8B0C2F-8125-9EC7-59D4-C29233A784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3870685" y="2621403"/>
            <a:ext cx="274280" cy="1331702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C55BB1A-7AB1-46DD-96E0-A385E846E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2051314" y="3547695"/>
            <a:ext cx="274280" cy="1317266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2DC96D01-D9D2-0179-FBBF-9B57840BFE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83295" y="3454842"/>
            <a:ext cx="292325" cy="133892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7FBBCD2F-5DC6-4085-BF11-11725232B70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2648395" y="3801601"/>
            <a:ext cx="277889" cy="1320876"/>
          </a:xfrm>
          <a:prstGeom prst="rect">
            <a:avLst/>
          </a:prstGeom>
        </p:spPr>
      </p:pic>
      <p:pic>
        <p:nvPicPr>
          <p:cNvPr id="22" name="Image 21" descr="Une image contenant croquis, art, conception&#10;&#10;Le contenu généré par l’IA peut être incorrect.">
            <a:extLst>
              <a:ext uri="{FF2B5EF4-FFF2-40B4-BE49-F238E27FC236}">
                <a16:creationId xmlns:a16="http://schemas.microsoft.com/office/drawing/2014/main" id="{A3309EF9-C55A-455E-269B-7192E55DE76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33199" y="2879936"/>
            <a:ext cx="291911" cy="407318"/>
          </a:xfrm>
          <a:prstGeom prst="rect">
            <a:avLst/>
          </a:prstGeom>
        </p:spPr>
      </p:pic>
      <p:pic>
        <p:nvPicPr>
          <p:cNvPr id="24" name="Image 23" descr="Une image contenant conception, art, origami&#10;&#10;Le contenu généré par l’IA peut être incorrect.">
            <a:extLst>
              <a:ext uri="{FF2B5EF4-FFF2-40B4-BE49-F238E27FC236}">
                <a16:creationId xmlns:a16="http://schemas.microsoft.com/office/drawing/2014/main" id="{E71B120B-921D-8BC8-FC9E-393FAE550B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69711" y="3821639"/>
            <a:ext cx="278334" cy="384689"/>
          </a:xfrm>
          <a:prstGeom prst="rect">
            <a:avLst/>
          </a:prstGeom>
        </p:spPr>
      </p:pic>
      <p:pic>
        <p:nvPicPr>
          <p:cNvPr id="26" name="Image 25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F084EDD8-91FF-D591-E131-ADE5E1DBAB0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37842" y="2742009"/>
            <a:ext cx="282860" cy="393741"/>
          </a:xfrm>
          <a:prstGeom prst="rect">
            <a:avLst/>
          </a:prstGeom>
        </p:spPr>
      </p:pic>
      <p:pic>
        <p:nvPicPr>
          <p:cNvPr id="28" name="Image 27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5DD3B749-6A24-06A5-CE05-A540FF47833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19763" y="4021169"/>
            <a:ext cx="276071" cy="393741"/>
          </a:xfrm>
          <a:prstGeom prst="rect">
            <a:avLst/>
          </a:prstGeom>
        </p:spPr>
      </p:pic>
      <p:pic>
        <p:nvPicPr>
          <p:cNvPr id="30" name="Image 29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52B78BF7-E850-A10E-0CFB-9B037D5F94B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56130" y="4864961"/>
            <a:ext cx="287386" cy="389216"/>
          </a:xfrm>
          <a:prstGeom prst="rect">
            <a:avLst/>
          </a:prstGeom>
        </p:spPr>
      </p:pic>
      <p:pic>
        <p:nvPicPr>
          <p:cNvPr id="32" name="Image 31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93D315B4-B870-79F7-157E-0D7A826BA84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94888" y="3869667"/>
            <a:ext cx="278334" cy="377900"/>
          </a:xfrm>
          <a:prstGeom prst="rect">
            <a:avLst/>
          </a:prstGeom>
        </p:spPr>
      </p:pic>
      <p:pic>
        <p:nvPicPr>
          <p:cNvPr id="34" name="Image 33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02A567DB-1237-5D09-DDF9-218F7ED97D1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05876" y="4041171"/>
            <a:ext cx="282860" cy="398267"/>
          </a:xfrm>
          <a:prstGeom prst="rect">
            <a:avLst/>
          </a:prstGeom>
        </p:spPr>
      </p:pic>
      <p:sp>
        <p:nvSpPr>
          <p:cNvPr id="36" name="Ellipse 35">
            <a:extLst>
              <a:ext uri="{FF2B5EF4-FFF2-40B4-BE49-F238E27FC236}">
                <a16:creationId xmlns:a16="http://schemas.microsoft.com/office/drawing/2014/main" id="{3A089461-066B-7D63-FB8A-98AE25FE3447}"/>
              </a:ext>
            </a:extLst>
          </p:cNvPr>
          <p:cNvSpPr/>
          <p:nvPr/>
        </p:nvSpPr>
        <p:spPr>
          <a:xfrm>
            <a:off x="1661785" y="2307644"/>
            <a:ext cx="3239853" cy="3115245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901C237D-05DE-DD2B-EBB4-974AD6CAFE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5025" y="278645"/>
            <a:ext cx="975521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In nature VS in vitro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2E1958E-23D0-D571-C09B-52CB641278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111645" y="2608664"/>
            <a:ext cx="160811" cy="780779"/>
          </a:xfrm>
          <a:prstGeom prst="rect">
            <a:avLst/>
          </a:prstGeom>
        </p:spPr>
      </p:pic>
      <p:pic>
        <p:nvPicPr>
          <p:cNvPr id="29" name="Image 28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8DE3BC73-817C-8E26-3CBE-4F7E17A21BB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6602" y="2514044"/>
            <a:ext cx="165841" cy="230851"/>
          </a:xfrm>
          <a:prstGeom prst="rect">
            <a:avLst/>
          </a:prstGeom>
        </p:spPr>
      </p:pic>
      <p:sp>
        <p:nvSpPr>
          <p:cNvPr id="38" name="Ellipse 37">
            <a:extLst>
              <a:ext uri="{FF2B5EF4-FFF2-40B4-BE49-F238E27FC236}">
                <a16:creationId xmlns:a16="http://schemas.microsoft.com/office/drawing/2014/main" id="{DBF5DD41-E09D-3B9E-18D2-0C0E67841E6A}"/>
              </a:ext>
            </a:extLst>
          </p:cNvPr>
          <p:cNvSpPr/>
          <p:nvPr/>
        </p:nvSpPr>
        <p:spPr>
          <a:xfrm>
            <a:off x="5715893" y="1839006"/>
            <a:ext cx="1882642" cy="1826473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32C97C6C-489F-28CB-F5BE-406915204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473687" y="2814797"/>
            <a:ext cx="160811" cy="780779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23E98B64-0CE7-0252-C0F3-139375CD7A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57815" y="1864939"/>
            <a:ext cx="160811" cy="780779"/>
          </a:xfrm>
          <a:prstGeom prst="rect">
            <a:avLst/>
          </a:prstGeom>
        </p:spPr>
      </p:pic>
      <p:pic>
        <p:nvPicPr>
          <p:cNvPr id="41" name="Image 40">
            <a:extLst>
              <a:ext uri="{FF2B5EF4-FFF2-40B4-BE49-F238E27FC236}">
                <a16:creationId xmlns:a16="http://schemas.microsoft.com/office/drawing/2014/main" id="{6B9EAA28-C4F5-12DC-A18A-C0ABEE8CBC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5930505" y="2391166"/>
            <a:ext cx="160811" cy="780779"/>
          </a:xfrm>
          <a:prstGeom prst="rect">
            <a:avLst/>
          </a:prstGeom>
        </p:spPr>
      </p:pic>
      <p:pic>
        <p:nvPicPr>
          <p:cNvPr id="42" name="Image 41">
            <a:extLst>
              <a:ext uri="{FF2B5EF4-FFF2-40B4-BE49-F238E27FC236}">
                <a16:creationId xmlns:a16="http://schemas.microsoft.com/office/drawing/2014/main" id="{4A44D60F-A51E-4CA1-8324-AD6A8F9264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9608" y="2303192"/>
            <a:ext cx="160811" cy="780779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E453FF41-6551-A331-4B17-71967A884A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785633" y="2340386"/>
            <a:ext cx="160811" cy="780779"/>
          </a:xfrm>
          <a:prstGeom prst="rect">
            <a:avLst/>
          </a:prstGeom>
        </p:spPr>
      </p:pic>
      <p:pic>
        <p:nvPicPr>
          <p:cNvPr id="44" name="Image 43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C1B7240E-056E-F6C4-3912-37B988CF95D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4095" y="3162470"/>
            <a:ext cx="165841" cy="230851"/>
          </a:xfrm>
          <a:prstGeom prst="rect">
            <a:avLst/>
          </a:prstGeom>
        </p:spPr>
      </p:pic>
      <p:pic>
        <p:nvPicPr>
          <p:cNvPr id="45" name="Image 44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D61A31E4-544E-7A4A-9D77-B2E8610F3B9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78009" y="2024477"/>
            <a:ext cx="165841" cy="230851"/>
          </a:xfrm>
          <a:prstGeom prst="rect">
            <a:avLst/>
          </a:prstGeom>
        </p:spPr>
      </p:pic>
      <p:pic>
        <p:nvPicPr>
          <p:cNvPr id="46" name="Image 45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69320DD6-47AC-C797-6702-923863A83AC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4094" y="2088522"/>
            <a:ext cx="165841" cy="230851"/>
          </a:xfrm>
          <a:prstGeom prst="rect">
            <a:avLst/>
          </a:prstGeom>
        </p:spPr>
      </p:pic>
      <p:pic>
        <p:nvPicPr>
          <p:cNvPr id="47" name="Image 46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FA8B9CA8-257D-8AC2-1AB6-7E4B2323BCF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52822" y="2377813"/>
            <a:ext cx="165841" cy="230851"/>
          </a:xfrm>
          <a:prstGeom prst="rect">
            <a:avLst/>
          </a:prstGeom>
        </p:spPr>
      </p:pic>
      <p:sp>
        <p:nvSpPr>
          <p:cNvPr id="48" name="Ellipse 47">
            <a:extLst>
              <a:ext uri="{FF2B5EF4-FFF2-40B4-BE49-F238E27FC236}">
                <a16:creationId xmlns:a16="http://schemas.microsoft.com/office/drawing/2014/main" id="{307A9136-AB82-B31D-8799-EC812055E5A9}"/>
              </a:ext>
            </a:extLst>
          </p:cNvPr>
          <p:cNvSpPr/>
          <p:nvPr/>
        </p:nvSpPr>
        <p:spPr>
          <a:xfrm>
            <a:off x="7758132" y="2514875"/>
            <a:ext cx="1882642" cy="1826473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04CA9103-7590-DCA2-E9DD-23B8362656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3163" y="2756123"/>
            <a:ext cx="160810" cy="772311"/>
          </a:xfrm>
          <a:prstGeom prst="rect">
            <a:avLst/>
          </a:prstGeom>
        </p:spPr>
      </p:pic>
      <p:pic>
        <p:nvPicPr>
          <p:cNvPr id="50" name="Image 49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39A2AB61-F3F1-0101-9C7E-023F9D51F3E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8066519" y="3153862"/>
            <a:ext cx="173512" cy="235581"/>
          </a:xfrm>
          <a:prstGeom prst="rect">
            <a:avLst/>
          </a:prstGeom>
        </p:spPr>
      </p:pic>
      <p:pic>
        <p:nvPicPr>
          <p:cNvPr id="51" name="Image 50">
            <a:extLst>
              <a:ext uri="{FF2B5EF4-FFF2-40B4-BE49-F238E27FC236}">
                <a16:creationId xmlns:a16="http://schemas.microsoft.com/office/drawing/2014/main" id="{3DB06141-455A-C355-EA33-179F7E4610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8973" y="2592939"/>
            <a:ext cx="160810" cy="772311"/>
          </a:xfrm>
          <a:prstGeom prst="rect">
            <a:avLst/>
          </a:prstGeom>
        </p:spPr>
      </p:pic>
      <p:pic>
        <p:nvPicPr>
          <p:cNvPr id="52" name="Image 51">
            <a:extLst>
              <a:ext uri="{FF2B5EF4-FFF2-40B4-BE49-F238E27FC236}">
                <a16:creationId xmlns:a16="http://schemas.microsoft.com/office/drawing/2014/main" id="{4E0CDE39-7D42-4721-A0E8-B28DC15539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1324" y="2757895"/>
            <a:ext cx="160810" cy="772311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92ED2FC5-DE4D-7DEC-26FB-B4C54EE93F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962" y="3528434"/>
            <a:ext cx="160810" cy="772311"/>
          </a:xfrm>
          <a:prstGeom prst="rect">
            <a:avLst/>
          </a:prstGeom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1EE77336-4F71-2D9F-8648-C7F64B469B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4502" y="3409519"/>
            <a:ext cx="160810" cy="772311"/>
          </a:xfrm>
          <a:prstGeom prst="rect">
            <a:avLst/>
          </a:prstGeom>
        </p:spPr>
      </p:pic>
      <p:pic>
        <p:nvPicPr>
          <p:cNvPr id="55" name="Image 54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936EF99C-3AB1-C6DC-97F4-B7E58DD80DC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8128920" y="3560094"/>
            <a:ext cx="173512" cy="235581"/>
          </a:xfrm>
          <a:prstGeom prst="rect">
            <a:avLst/>
          </a:prstGeom>
        </p:spPr>
      </p:pic>
      <p:pic>
        <p:nvPicPr>
          <p:cNvPr id="56" name="Image 55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7764EA24-DA87-9FB4-8BD5-2D57FF3E69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8160990" y="2801903"/>
            <a:ext cx="173512" cy="235581"/>
          </a:xfrm>
          <a:prstGeom prst="rect">
            <a:avLst/>
          </a:prstGeom>
        </p:spPr>
      </p:pic>
      <p:pic>
        <p:nvPicPr>
          <p:cNvPr id="57" name="Image 56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AB8DE626-E5D3-F5B5-3EFC-CD5519219A7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8589611" y="2792262"/>
            <a:ext cx="173512" cy="235581"/>
          </a:xfrm>
          <a:prstGeom prst="rect">
            <a:avLst/>
          </a:prstGeom>
        </p:spPr>
      </p:pic>
      <p:pic>
        <p:nvPicPr>
          <p:cNvPr id="58" name="Image 57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811D0DA0-2146-EBB7-7091-062E51EEEEF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9009100" y="3543347"/>
            <a:ext cx="173512" cy="235581"/>
          </a:xfrm>
          <a:prstGeom prst="rect">
            <a:avLst/>
          </a:prstGeom>
        </p:spPr>
      </p:pic>
      <p:sp>
        <p:nvSpPr>
          <p:cNvPr id="59" name="Ellipse 58">
            <a:extLst>
              <a:ext uri="{FF2B5EF4-FFF2-40B4-BE49-F238E27FC236}">
                <a16:creationId xmlns:a16="http://schemas.microsoft.com/office/drawing/2014/main" id="{0AEEBEE6-E0AE-199E-2D09-A7B00C557706}"/>
              </a:ext>
            </a:extLst>
          </p:cNvPr>
          <p:cNvSpPr/>
          <p:nvPr/>
        </p:nvSpPr>
        <p:spPr>
          <a:xfrm>
            <a:off x="6109077" y="3778928"/>
            <a:ext cx="1882642" cy="1826473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0FCC1BB3-6D23-6979-826A-7E4246BC23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915353" y="4300745"/>
            <a:ext cx="160810" cy="764368"/>
          </a:xfrm>
          <a:prstGeom prst="rect">
            <a:avLst/>
          </a:prstGeom>
        </p:spPr>
      </p:pic>
      <p:pic>
        <p:nvPicPr>
          <p:cNvPr id="61" name="Image 60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AEAA41CE-07B5-6A6D-ADCE-6638EB979DE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4856" y="3993400"/>
            <a:ext cx="203022" cy="289557"/>
          </a:xfrm>
          <a:prstGeom prst="rect">
            <a:avLst/>
          </a:prstGeom>
        </p:spPr>
      </p:pic>
      <p:pic>
        <p:nvPicPr>
          <p:cNvPr id="62" name="Image 61">
            <a:extLst>
              <a:ext uri="{FF2B5EF4-FFF2-40B4-BE49-F238E27FC236}">
                <a16:creationId xmlns:a16="http://schemas.microsoft.com/office/drawing/2014/main" id="{7D4060BF-E763-C741-5AA0-A1ADB8915A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078879" y="3889128"/>
            <a:ext cx="160810" cy="764368"/>
          </a:xfrm>
          <a:prstGeom prst="rect">
            <a:avLst/>
          </a:prstGeom>
        </p:spPr>
      </p:pic>
      <p:pic>
        <p:nvPicPr>
          <p:cNvPr id="63" name="Image 62">
            <a:extLst>
              <a:ext uri="{FF2B5EF4-FFF2-40B4-BE49-F238E27FC236}">
                <a16:creationId xmlns:a16="http://schemas.microsoft.com/office/drawing/2014/main" id="{8CDDA769-F9F5-A137-D91B-F0BB3645ADD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235573" y="4566626"/>
            <a:ext cx="160810" cy="764368"/>
          </a:xfrm>
          <a:prstGeom prst="rect">
            <a:avLst/>
          </a:prstGeom>
        </p:spPr>
      </p:pic>
      <p:pic>
        <p:nvPicPr>
          <p:cNvPr id="1024" name="Image 1023">
            <a:extLst>
              <a:ext uri="{FF2B5EF4-FFF2-40B4-BE49-F238E27FC236}">
                <a16:creationId xmlns:a16="http://schemas.microsoft.com/office/drawing/2014/main" id="{B75B378D-475B-6634-BB80-7FA730984C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420310" y="4053528"/>
            <a:ext cx="160810" cy="764368"/>
          </a:xfrm>
          <a:prstGeom prst="rect">
            <a:avLst/>
          </a:prstGeom>
        </p:spPr>
      </p:pic>
      <p:pic>
        <p:nvPicPr>
          <p:cNvPr id="1025" name="Image 1024">
            <a:extLst>
              <a:ext uri="{FF2B5EF4-FFF2-40B4-BE49-F238E27FC236}">
                <a16:creationId xmlns:a16="http://schemas.microsoft.com/office/drawing/2014/main" id="{5811138F-7B3F-9725-A3A7-3C33CC8A7D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373436" y="4105272"/>
            <a:ext cx="160810" cy="764368"/>
          </a:xfrm>
          <a:prstGeom prst="rect">
            <a:avLst/>
          </a:prstGeom>
        </p:spPr>
      </p:pic>
      <p:pic>
        <p:nvPicPr>
          <p:cNvPr id="1027" name="Image 1026">
            <a:extLst>
              <a:ext uri="{FF2B5EF4-FFF2-40B4-BE49-F238E27FC236}">
                <a16:creationId xmlns:a16="http://schemas.microsoft.com/office/drawing/2014/main" id="{1702434C-4442-F7D6-4871-CDAE3014F0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40696" y="4572066"/>
            <a:ext cx="160810" cy="764368"/>
          </a:xfrm>
          <a:prstGeom prst="rect">
            <a:avLst/>
          </a:prstGeom>
        </p:spPr>
      </p:pic>
      <p:pic>
        <p:nvPicPr>
          <p:cNvPr id="1028" name="Image 1027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698B80E0-0E18-3CE5-DFC1-A7A10C1DFF6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28801" y="4296360"/>
            <a:ext cx="203022" cy="289557"/>
          </a:xfrm>
          <a:prstGeom prst="rect">
            <a:avLst/>
          </a:prstGeom>
        </p:spPr>
      </p:pic>
      <p:pic>
        <p:nvPicPr>
          <p:cNvPr id="1029" name="Image 1028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6D65A33D-12B8-8BBA-0BDB-791AA5A8E90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41966" y="3938320"/>
            <a:ext cx="203022" cy="289557"/>
          </a:xfrm>
          <a:prstGeom prst="rect">
            <a:avLst/>
          </a:prstGeom>
        </p:spPr>
      </p:pic>
      <p:pic>
        <p:nvPicPr>
          <p:cNvPr id="1030" name="Image 1029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E73F8F25-5A5C-54A6-765D-5E0762797AC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98395" y="4886349"/>
            <a:ext cx="203022" cy="289557"/>
          </a:xfrm>
          <a:prstGeom prst="rect">
            <a:avLst/>
          </a:prstGeom>
        </p:spPr>
      </p:pic>
      <p:pic>
        <p:nvPicPr>
          <p:cNvPr id="1031" name="Image 1030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7DD8D924-BC1B-F75A-F86D-FD70B999355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15353" y="5203935"/>
            <a:ext cx="203022" cy="289557"/>
          </a:xfrm>
          <a:prstGeom prst="rect">
            <a:avLst/>
          </a:prstGeom>
        </p:spPr>
      </p:pic>
      <p:sp>
        <p:nvSpPr>
          <p:cNvPr id="1032" name="ZoneTexte 1031">
            <a:extLst>
              <a:ext uri="{FF2B5EF4-FFF2-40B4-BE49-F238E27FC236}">
                <a16:creationId xmlns:a16="http://schemas.microsoft.com/office/drawing/2014/main" id="{158DADDD-A156-1C0B-8A9D-E88E86525AAC}"/>
              </a:ext>
            </a:extLst>
          </p:cNvPr>
          <p:cNvSpPr txBox="1"/>
          <p:nvPr/>
        </p:nvSpPr>
        <p:spPr>
          <a:xfrm>
            <a:off x="5798478" y="5764793"/>
            <a:ext cx="4386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dirty="0" err="1">
                <a:latin typeface="Oswald" panose="00000500000000000000" pitchFamily="2" charset="0"/>
              </a:rPr>
              <a:t>Controlled</a:t>
            </a:r>
            <a:r>
              <a:rPr lang="fr-FR" dirty="0">
                <a:latin typeface="Oswald" panose="00000500000000000000" pitchFamily="2" charset="0"/>
              </a:rPr>
              <a:t> conditions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dirty="0">
                <a:latin typeface="Oswald" panose="00000500000000000000" pitchFamily="2" charset="0"/>
              </a:rPr>
              <a:t>Unique </a:t>
            </a:r>
            <a:r>
              <a:rPr lang="fr-FR" dirty="0" err="1">
                <a:latin typeface="Oswald" panose="00000500000000000000" pitchFamily="2" charset="0"/>
              </a:rPr>
              <a:t>bacterial</a:t>
            </a:r>
            <a:r>
              <a:rPr lang="fr-FR" dirty="0">
                <a:latin typeface="Oswald" panose="00000500000000000000" pitchFamily="2" charset="0"/>
              </a:rPr>
              <a:t> </a:t>
            </a:r>
            <a:r>
              <a:rPr lang="fr-FR" dirty="0" err="1">
                <a:latin typeface="Oswald" panose="00000500000000000000" pitchFamily="2" charset="0"/>
              </a:rPr>
              <a:t>strain</a:t>
            </a:r>
            <a:r>
              <a:rPr lang="fr-FR" dirty="0">
                <a:latin typeface="Oswald" panose="00000500000000000000" pitchFamily="2" charset="0"/>
              </a:rPr>
              <a:t> and phage</a:t>
            </a:r>
          </a:p>
        </p:txBody>
      </p:sp>
    </p:spTree>
    <p:extLst>
      <p:ext uri="{BB962C8B-B14F-4D97-AF65-F5344CB8AC3E}">
        <p14:creationId xmlns:p14="http://schemas.microsoft.com/office/powerpoint/2010/main" val="4092730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DDB08-4738-8762-28F3-2FBE4B736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341B7BE-6AE3-C5FF-74DE-F291552B0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934728CC-CC79-45AB-B783-F4FCD1705B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5025" y="294033"/>
            <a:ext cx="9755218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b="1" dirty="0">
                <a:latin typeface="Oswald" panose="00000500000000000000" pitchFamily="2" charset="0"/>
              </a:rPr>
              <a:t>How are bacterial defense systems expressed relative to bacterial growth and phage infection? </a:t>
            </a:r>
            <a:endParaRPr lang="fr-FR" sz="3200" b="1" dirty="0">
              <a:latin typeface="Oswald" panose="00000500000000000000" pitchFamily="2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BDCD8AEC-F5A7-7AFD-F091-2220F6AB8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061042" y="2511206"/>
            <a:ext cx="160811" cy="780779"/>
          </a:xfrm>
          <a:prstGeom prst="rect">
            <a:avLst/>
          </a:prstGeom>
        </p:spPr>
      </p:pic>
      <p:pic>
        <p:nvPicPr>
          <p:cNvPr id="29" name="Image 28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1B313FC9-34FC-BAC6-C7F0-E899951E1B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999" y="2416586"/>
            <a:ext cx="165841" cy="230851"/>
          </a:xfrm>
          <a:prstGeom prst="rect">
            <a:avLst/>
          </a:prstGeom>
        </p:spPr>
      </p:pic>
      <p:sp>
        <p:nvSpPr>
          <p:cNvPr id="38" name="Ellipse 37">
            <a:extLst>
              <a:ext uri="{FF2B5EF4-FFF2-40B4-BE49-F238E27FC236}">
                <a16:creationId xmlns:a16="http://schemas.microsoft.com/office/drawing/2014/main" id="{A226B3FB-B8E0-2542-747D-0D44F8F3AC9D}"/>
              </a:ext>
            </a:extLst>
          </p:cNvPr>
          <p:cNvSpPr/>
          <p:nvPr/>
        </p:nvSpPr>
        <p:spPr>
          <a:xfrm>
            <a:off x="665290" y="1741548"/>
            <a:ext cx="1882642" cy="1826473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013040A-9F23-9CA5-96C8-D5C262C61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423084" y="2717339"/>
            <a:ext cx="160811" cy="780779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5451B4DD-126F-9C7D-616A-0D3C31ED9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507212" y="1767481"/>
            <a:ext cx="160811" cy="780779"/>
          </a:xfrm>
          <a:prstGeom prst="rect">
            <a:avLst/>
          </a:prstGeom>
        </p:spPr>
      </p:pic>
      <p:pic>
        <p:nvPicPr>
          <p:cNvPr id="41" name="Image 40">
            <a:extLst>
              <a:ext uri="{FF2B5EF4-FFF2-40B4-BE49-F238E27FC236}">
                <a16:creationId xmlns:a16="http://schemas.microsoft.com/office/drawing/2014/main" id="{F3C45C54-0A4B-0FB5-C5EE-51F28C988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79902" y="2293708"/>
            <a:ext cx="160811" cy="780779"/>
          </a:xfrm>
          <a:prstGeom prst="rect">
            <a:avLst/>
          </a:prstGeom>
        </p:spPr>
      </p:pic>
      <p:pic>
        <p:nvPicPr>
          <p:cNvPr id="42" name="Image 41">
            <a:extLst>
              <a:ext uri="{FF2B5EF4-FFF2-40B4-BE49-F238E27FC236}">
                <a16:creationId xmlns:a16="http://schemas.microsoft.com/office/drawing/2014/main" id="{3F05C8D7-F4F4-ACD7-DD82-14A09BED2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89005" y="2205734"/>
            <a:ext cx="160811" cy="780779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226BDA57-8303-5397-77B7-55B10C150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735030" y="2242928"/>
            <a:ext cx="160811" cy="780779"/>
          </a:xfrm>
          <a:prstGeom prst="rect">
            <a:avLst/>
          </a:prstGeom>
        </p:spPr>
      </p:pic>
      <p:pic>
        <p:nvPicPr>
          <p:cNvPr id="44" name="Image 43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B4E9B1E2-11E3-08F8-053C-0878A78D3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492" y="3065012"/>
            <a:ext cx="165841" cy="230851"/>
          </a:xfrm>
          <a:prstGeom prst="rect">
            <a:avLst/>
          </a:prstGeom>
        </p:spPr>
      </p:pic>
      <p:pic>
        <p:nvPicPr>
          <p:cNvPr id="45" name="Image 44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7B42D8C1-E591-C836-8650-1953B82172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7406" y="1927019"/>
            <a:ext cx="165841" cy="230851"/>
          </a:xfrm>
          <a:prstGeom prst="rect">
            <a:avLst/>
          </a:prstGeom>
        </p:spPr>
      </p:pic>
      <p:pic>
        <p:nvPicPr>
          <p:cNvPr id="46" name="Image 45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7405DA6E-B2C5-998A-73CE-BAFD213DF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491" y="1991064"/>
            <a:ext cx="165841" cy="230851"/>
          </a:xfrm>
          <a:prstGeom prst="rect">
            <a:avLst/>
          </a:prstGeom>
        </p:spPr>
      </p:pic>
      <p:pic>
        <p:nvPicPr>
          <p:cNvPr id="47" name="Image 46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C4379855-C102-8E99-BF7F-DF432C7B7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19" y="2280355"/>
            <a:ext cx="165841" cy="230851"/>
          </a:xfrm>
          <a:prstGeom prst="rect">
            <a:avLst/>
          </a:prstGeom>
        </p:spPr>
      </p:pic>
      <p:sp>
        <p:nvSpPr>
          <p:cNvPr id="48" name="Ellipse 47">
            <a:extLst>
              <a:ext uri="{FF2B5EF4-FFF2-40B4-BE49-F238E27FC236}">
                <a16:creationId xmlns:a16="http://schemas.microsoft.com/office/drawing/2014/main" id="{1DD0D24F-D5CC-1982-B418-72155126D99B}"/>
              </a:ext>
            </a:extLst>
          </p:cNvPr>
          <p:cNvSpPr/>
          <p:nvPr/>
        </p:nvSpPr>
        <p:spPr>
          <a:xfrm>
            <a:off x="3950517" y="1740560"/>
            <a:ext cx="1882642" cy="1826473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517EBEA9-EBB8-E60F-3558-242AD38290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5548" y="1981808"/>
            <a:ext cx="160810" cy="772311"/>
          </a:xfrm>
          <a:prstGeom prst="rect">
            <a:avLst/>
          </a:prstGeom>
        </p:spPr>
      </p:pic>
      <p:pic>
        <p:nvPicPr>
          <p:cNvPr id="50" name="Image 49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411B5712-FAD8-07CB-094F-8EF6398AC4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4258904" y="2379547"/>
            <a:ext cx="173512" cy="235581"/>
          </a:xfrm>
          <a:prstGeom prst="rect">
            <a:avLst/>
          </a:prstGeom>
        </p:spPr>
      </p:pic>
      <p:pic>
        <p:nvPicPr>
          <p:cNvPr id="51" name="Image 50">
            <a:extLst>
              <a:ext uri="{FF2B5EF4-FFF2-40B4-BE49-F238E27FC236}">
                <a16:creationId xmlns:a16="http://schemas.microsoft.com/office/drawing/2014/main" id="{317D16C7-4A1C-C266-B332-4DE33D8D8F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1358" y="1818624"/>
            <a:ext cx="160810" cy="772311"/>
          </a:xfrm>
          <a:prstGeom prst="rect">
            <a:avLst/>
          </a:prstGeom>
        </p:spPr>
      </p:pic>
      <p:pic>
        <p:nvPicPr>
          <p:cNvPr id="52" name="Image 51">
            <a:extLst>
              <a:ext uri="{FF2B5EF4-FFF2-40B4-BE49-F238E27FC236}">
                <a16:creationId xmlns:a16="http://schemas.microsoft.com/office/drawing/2014/main" id="{C3003186-613F-3C8C-5121-4EC549EA9F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0830" y="1992166"/>
            <a:ext cx="160810" cy="772311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B822CE96-1BBE-FA73-CC77-E52A36DD7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347" y="2754119"/>
            <a:ext cx="160810" cy="772311"/>
          </a:xfrm>
          <a:prstGeom prst="rect">
            <a:avLst/>
          </a:prstGeom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AB0769A9-444B-4C9C-6FCE-B8DD98E8A1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887" y="2635204"/>
            <a:ext cx="160810" cy="772311"/>
          </a:xfrm>
          <a:prstGeom prst="rect">
            <a:avLst/>
          </a:prstGeom>
        </p:spPr>
      </p:pic>
      <p:pic>
        <p:nvPicPr>
          <p:cNvPr id="55" name="Image 54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C9A00CC9-E4EF-7F9E-AFC7-01EC31D1AA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4321305" y="2785779"/>
            <a:ext cx="173512" cy="235581"/>
          </a:xfrm>
          <a:prstGeom prst="rect">
            <a:avLst/>
          </a:prstGeom>
        </p:spPr>
      </p:pic>
      <p:pic>
        <p:nvPicPr>
          <p:cNvPr id="56" name="Image 55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5F4C9CAA-6C65-734A-BAE6-769C5510D2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4353375" y="2027588"/>
            <a:ext cx="173512" cy="235581"/>
          </a:xfrm>
          <a:prstGeom prst="rect">
            <a:avLst/>
          </a:prstGeom>
        </p:spPr>
      </p:pic>
      <p:pic>
        <p:nvPicPr>
          <p:cNvPr id="57" name="Image 56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66CCACD7-F82D-21C8-8F82-E221F71AB3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4781996" y="2017947"/>
            <a:ext cx="173512" cy="235581"/>
          </a:xfrm>
          <a:prstGeom prst="rect">
            <a:avLst/>
          </a:prstGeom>
        </p:spPr>
      </p:pic>
      <p:pic>
        <p:nvPicPr>
          <p:cNvPr id="58" name="Image 57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A11C7F05-386E-14F3-F7A4-A7F2B298F3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5201485" y="2769032"/>
            <a:ext cx="173512" cy="235581"/>
          </a:xfrm>
          <a:prstGeom prst="rect">
            <a:avLst/>
          </a:prstGeom>
        </p:spPr>
      </p:pic>
      <p:sp>
        <p:nvSpPr>
          <p:cNvPr id="59" name="Ellipse 58">
            <a:extLst>
              <a:ext uri="{FF2B5EF4-FFF2-40B4-BE49-F238E27FC236}">
                <a16:creationId xmlns:a16="http://schemas.microsoft.com/office/drawing/2014/main" id="{79F90310-DB63-0F1B-E025-E5C20BB785AC}"/>
              </a:ext>
            </a:extLst>
          </p:cNvPr>
          <p:cNvSpPr/>
          <p:nvPr/>
        </p:nvSpPr>
        <p:spPr>
          <a:xfrm>
            <a:off x="7299032" y="1703621"/>
            <a:ext cx="1882642" cy="1826473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82000E4C-CD9D-A2F9-CFB1-16D09BA5F74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105308" y="2225438"/>
            <a:ext cx="160810" cy="764368"/>
          </a:xfrm>
          <a:prstGeom prst="rect">
            <a:avLst/>
          </a:prstGeom>
        </p:spPr>
      </p:pic>
      <p:pic>
        <p:nvPicPr>
          <p:cNvPr id="61" name="Image 60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A11F33F6-4074-C906-583F-1D2BF2E954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4811" y="1918093"/>
            <a:ext cx="203022" cy="289557"/>
          </a:xfrm>
          <a:prstGeom prst="rect">
            <a:avLst/>
          </a:prstGeom>
        </p:spPr>
      </p:pic>
      <p:pic>
        <p:nvPicPr>
          <p:cNvPr id="62" name="Image 61">
            <a:extLst>
              <a:ext uri="{FF2B5EF4-FFF2-40B4-BE49-F238E27FC236}">
                <a16:creationId xmlns:a16="http://schemas.microsoft.com/office/drawing/2014/main" id="{060D6C1D-8AC6-C64E-1B2B-DD7A4A6A96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268834" y="1813821"/>
            <a:ext cx="160810" cy="764368"/>
          </a:xfrm>
          <a:prstGeom prst="rect">
            <a:avLst/>
          </a:prstGeom>
        </p:spPr>
      </p:pic>
      <p:pic>
        <p:nvPicPr>
          <p:cNvPr id="63" name="Image 62">
            <a:extLst>
              <a:ext uri="{FF2B5EF4-FFF2-40B4-BE49-F238E27FC236}">
                <a16:creationId xmlns:a16="http://schemas.microsoft.com/office/drawing/2014/main" id="{29D0B811-B3AA-45B8-C672-305131EF59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425528" y="2491319"/>
            <a:ext cx="160810" cy="764368"/>
          </a:xfrm>
          <a:prstGeom prst="rect">
            <a:avLst/>
          </a:prstGeom>
        </p:spPr>
      </p:pic>
      <p:pic>
        <p:nvPicPr>
          <p:cNvPr id="1024" name="Image 1023">
            <a:extLst>
              <a:ext uri="{FF2B5EF4-FFF2-40B4-BE49-F238E27FC236}">
                <a16:creationId xmlns:a16="http://schemas.microsoft.com/office/drawing/2014/main" id="{5D81948F-DB49-B310-FF41-FDA6F1D13E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610265" y="1978221"/>
            <a:ext cx="160810" cy="764368"/>
          </a:xfrm>
          <a:prstGeom prst="rect">
            <a:avLst/>
          </a:prstGeom>
        </p:spPr>
      </p:pic>
      <p:pic>
        <p:nvPicPr>
          <p:cNvPr id="1025" name="Image 1024">
            <a:extLst>
              <a:ext uri="{FF2B5EF4-FFF2-40B4-BE49-F238E27FC236}">
                <a16:creationId xmlns:a16="http://schemas.microsoft.com/office/drawing/2014/main" id="{C2D1B04C-2063-8D33-97AB-BCBD943691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7563391" y="2029965"/>
            <a:ext cx="160810" cy="764368"/>
          </a:xfrm>
          <a:prstGeom prst="rect">
            <a:avLst/>
          </a:prstGeom>
        </p:spPr>
      </p:pic>
      <p:pic>
        <p:nvPicPr>
          <p:cNvPr id="1027" name="Image 1026">
            <a:extLst>
              <a:ext uri="{FF2B5EF4-FFF2-40B4-BE49-F238E27FC236}">
                <a16:creationId xmlns:a16="http://schemas.microsoft.com/office/drawing/2014/main" id="{8E38CD65-CFD2-8990-EEB4-624C77ED46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7730651" y="2496759"/>
            <a:ext cx="160810" cy="764368"/>
          </a:xfrm>
          <a:prstGeom prst="rect">
            <a:avLst/>
          </a:prstGeom>
        </p:spPr>
      </p:pic>
      <p:pic>
        <p:nvPicPr>
          <p:cNvPr id="1028" name="Image 1027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3146A9A7-9087-E9CC-E73E-559E4ADB6E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8756" y="2221053"/>
            <a:ext cx="203022" cy="289557"/>
          </a:xfrm>
          <a:prstGeom prst="rect">
            <a:avLst/>
          </a:prstGeom>
        </p:spPr>
      </p:pic>
      <p:pic>
        <p:nvPicPr>
          <p:cNvPr id="1029" name="Image 1028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71C64DBB-6A22-FC4C-243D-14AA5B7F66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1921" y="1863013"/>
            <a:ext cx="203022" cy="289557"/>
          </a:xfrm>
          <a:prstGeom prst="rect">
            <a:avLst/>
          </a:prstGeom>
        </p:spPr>
      </p:pic>
      <p:pic>
        <p:nvPicPr>
          <p:cNvPr id="1030" name="Image 1029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35C91D00-312A-C9BF-D20D-47BA4F1FA9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8350" y="2811042"/>
            <a:ext cx="203022" cy="289557"/>
          </a:xfrm>
          <a:prstGeom prst="rect">
            <a:avLst/>
          </a:prstGeom>
        </p:spPr>
      </p:pic>
      <p:pic>
        <p:nvPicPr>
          <p:cNvPr id="1031" name="Image 1030" descr="Une image contenant conception, art&#10;&#10;Le contenu généré par l’IA peut être incorrect.">
            <a:extLst>
              <a:ext uri="{FF2B5EF4-FFF2-40B4-BE49-F238E27FC236}">
                <a16:creationId xmlns:a16="http://schemas.microsoft.com/office/drawing/2014/main" id="{A91518ED-C43A-5A84-9A68-091AAC419A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5308" y="3128628"/>
            <a:ext cx="203022" cy="28955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7D9D75B-65B2-E9AF-25C3-68303979C90F}"/>
              </a:ext>
            </a:extLst>
          </p:cNvPr>
          <p:cNvSpPr txBox="1"/>
          <p:nvPr/>
        </p:nvSpPr>
        <p:spPr>
          <a:xfrm>
            <a:off x="9368226" y="2407715"/>
            <a:ext cx="584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Oswald" panose="00000500000000000000" pitchFamily="2" charset="0"/>
              </a:rPr>
              <a:t>…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A7262B6-BD96-0772-141C-7C42AAA05C14}"/>
              </a:ext>
            </a:extLst>
          </p:cNvPr>
          <p:cNvSpPr txBox="1"/>
          <p:nvPr/>
        </p:nvSpPr>
        <p:spPr>
          <a:xfrm>
            <a:off x="1142125" y="3642071"/>
            <a:ext cx="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Project 1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2B09E9C-060D-000B-D1B4-A68C5A52DBB7}"/>
              </a:ext>
            </a:extLst>
          </p:cNvPr>
          <p:cNvSpPr txBox="1"/>
          <p:nvPr/>
        </p:nvSpPr>
        <p:spPr>
          <a:xfrm>
            <a:off x="4461945" y="3641083"/>
            <a:ext cx="975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Project 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9E2E6DE-6D5B-3A56-86E3-4D1AD033BEE2}"/>
              </a:ext>
            </a:extLst>
          </p:cNvPr>
          <p:cNvSpPr txBox="1"/>
          <p:nvPr/>
        </p:nvSpPr>
        <p:spPr>
          <a:xfrm>
            <a:off x="7778542" y="3577577"/>
            <a:ext cx="975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Project 3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29A5E93-17D1-2472-4340-2D8FD376375C}"/>
              </a:ext>
            </a:extLst>
          </p:cNvPr>
          <p:cNvSpPr txBox="1"/>
          <p:nvPr/>
        </p:nvSpPr>
        <p:spPr>
          <a:xfrm>
            <a:off x="10272740" y="2222901"/>
            <a:ext cx="222774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>
                <a:latin typeface="Oswald" panose="00000500000000000000" pitchFamily="2" charset="0"/>
              </a:rPr>
              <a:t>29 </a:t>
            </a:r>
            <a:r>
              <a:rPr lang="fr-FR" sz="1100" dirty="0" err="1">
                <a:latin typeface="Oswald" panose="00000500000000000000" pitchFamily="2" charset="0"/>
              </a:rPr>
              <a:t>projects</a:t>
            </a:r>
            <a:endParaRPr lang="fr-FR" sz="1100" dirty="0">
              <a:latin typeface="Oswald" panose="00000500000000000000" pitchFamily="2" charset="0"/>
            </a:endParaRP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>
                <a:latin typeface="Oswald" panose="00000500000000000000" pitchFamily="2" charset="0"/>
              </a:rPr>
              <a:t>20 </a:t>
            </a:r>
            <a:r>
              <a:rPr lang="fr-FR" sz="1100" dirty="0" err="1">
                <a:latin typeface="Oswald" panose="00000500000000000000" pitchFamily="2" charset="0"/>
              </a:rPr>
              <a:t>strains</a:t>
            </a:r>
            <a:endParaRPr lang="fr-FR" sz="1100" dirty="0">
              <a:latin typeface="Oswald" panose="00000500000000000000" pitchFamily="2" charset="0"/>
            </a:endParaRP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>
                <a:latin typeface="Oswald" panose="00000500000000000000" pitchFamily="2" charset="0"/>
              </a:rPr>
              <a:t>24 phages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>
                <a:latin typeface="Oswald" panose="00000500000000000000" pitchFamily="2" charset="0"/>
              </a:rPr>
              <a:t>59 </a:t>
            </a:r>
            <a:r>
              <a:rPr lang="fr-FR" sz="1100" dirty="0" err="1">
                <a:latin typeface="Oswald" panose="00000500000000000000" pitchFamily="2" charset="0"/>
              </a:rPr>
              <a:t>defense</a:t>
            </a:r>
            <a:r>
              <a:rPr lang="fr-FR" sz="1100" dirty="0">
                <a:latin typeface="Oswald" panose="00000500000000000000" pitchFamily="2" charset="0"/>
              </a:rPr>
              <a:t> </a:t>
            </a:r>
            <a:r>
              <a:rPr lang="fr-FR" sz="1100" dirty="0" err="1">
                <a:latin typeface="Oswald" panose="00000500000000000000" pitchFamily="2" charset="0"/>
              </a:rPr>
              <a:t>systems</a:t>
            </a:r>
            <a:endParaRPr lang="fr-FR" sz="1100" dirty="0">
              <a:latin typeface="Oswald" panose="00000500000000000000" pitchFamily="2" charset="0"/>
            </a:endParaRP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BEF5576D-4220-FECB-20F4-AEA1A7787CDC}"/>
              </a:ext>
            </a:extLst>
          </p:cNvPr>
          <p:cNvCxnSpPr/>
          <p:nvPr/>
        </p:nvCxnSpPr>
        <p:spPr>
          <a:xfrm>
            <a:off x="1057690" y="5340327"/>
            <a:ext cx="218156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FA13F0BA-61A2-4E41-3A7E-C7AD0653C6D5}"/>
              </a:ext>
            </a:extLst>
          </p:cNvPr>
          <p:cNvCxnSpPr/>
          <p:nvPr/>
        </p:nvCxnSpPr>
        <p:spPr>
          <a:xfrm>
            <a:off x="1181007" y="5427744"/>
            <a:ext cx="218156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94A11B5-F6F6-71F4-39A3-8089BE057A77}"/>
              </a:ext>
            </a:extLst>
          </p:cNvPr>
          <p:cNvCxnSpPr/>
          <p:nvPr/>
        </p:nvCxnSpPr>
        <p:spPr>
          <a:xfrm>
            <a:off x="1210090" y="5492727"/>
            <a:ext cx="218156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6297F366-0CD9-5EFD-CEE7-1100E3793218}"/>
              </a:ext>
            </a:extLst>
          </p:cNvPr>
          <p:cNvCxnSpPr/>
          <p:nvPr/>
        </p:nvCxnSpPr>
        <p:spPr>
          <a:xfrm>
            <a:off x="1362490" y="5645127"/>
            <a:ext cx="218156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7D73E1FC-B7BF-3800-0EA3-75043AA95BCE}"/>
              </a:ext>
            </a:extLst>
          </p:cNvPr>
          <p:cNvCxnSpPr/>
          <p:nvPr/>
        </p:nvCxnSpPr>
        <p:spPr>
          <a:xfrm>
            <a:off x="1514890" y="5797527"/>
            <a:ext cx="218156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4F6A5A4D-9E78-3DD8-8859-BA1927DE02A2}"/>
              </a:ext>
            </a:extLst>
          </p:cNvPr>
          <p:cNvCxnSpPr>
            <a:cxnSpLocks/>
          </p:cNvCxnSpPr>
          <p:nvPr/>
        </p:nvCxnSpPr>
        <p:spPr>
          <a:xfrm>
            <a:off x="1675751" y="5680712"/>
            <a:ext cx="36884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BACE3350-FEDA-3B05-A303-E98EB6BFCB80}"/>
              </a:ext>
            </a:extLst>
          </p:cNvPr>
          <p:cNvCxnSpPr>
            <a:cxnSpLocks/>
          </p:cNvCxnSpPr>
          <p:nvPr/>
        </p:nvCxnSpPr>
        <p:spPr>
          <a:xfrm>
            <a:off x="1557690" y="5502784"/>
            <a:ext cx="149438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DD6FEAA6-ADDC-4E0B-CA57-6E54C6FA0F73}"/>
              </a:ext>
            </a:extLst>
          </p:cNvPr>
          <p:cNvCxnSpPr>
            <a:cxnSpLocks/>
          </p:cNvCxnSpPr>
          <p:nvPr/>
        </p:nvCxnSpPr>
        <p:spPr>
          <a:xfrm>
            <a:off x="1733046" y="5446311"/>
            <a:ext cx="33123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0A0FF9DE-6383-9555-41A8-2101E417DF02}"/>
              </a:ext>
            </a:extLst>
          </p:cNvPr>
          <p:cNvCxnSpPr>
            <a:cxnSpLocks/>
          </p:cNvCxnSpPr>
          <p:nvPr/>
        </p:nvCxnSpPr>
        <p:spPr>
          <a:xfrm>
            <a:off x="1540325" y="5344196"/>
            <a:ext cx="34467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BD1AE5DB-E8ED-1F2C-AB65-022A394C4564}"/>
              </a:ext>
            </a:extLst>
          </p:cNvPr>
          <p:cNvCxnSpPr/>
          <p:nvPr/>
        </p:nvCxnSpPr>
        <p:spPr>
          <a:xfrm>
            <a:off x="1607974" y="5204172"/>
            <a:ext cx="218156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eur droit 1036">
            <a:extLst>
              <a:ext uri="{FF2B5EF4-FFF2-40B4-BE49-F238E27FC236}">
                <a16:creationId xmlns:a16="http://schemas.microsoft.com/office/drawing/2014/main" id="{DEECEB5B-8C17-81BA-624F-935F605F4899}"/>
              </a:ext>
            </a:extLst>
          </p:cNvPr>
          <p:cNvCxnSpPr/>
          <p:nvPr/>
        </p:nvCxnSpPr>
        <p:spPr>
          <a:xfrm>
            <a:off x="4442231" y="5342778"/>
            <a:ext cx="218156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eur droit 1037">
            <a:extLst>
              <a:ext uri="{FF2B5EF4-FFF2-40B4-BE49-F238E27FC236}">
                <a16:creationId xmlns:a16="http://schemas.microsoft.com/office/drawing/2014/main" id="{8D9DD206-54E7-8E65-D8C0-32B12E8DE6DB}"/>
              </a:ext>
            </a:extLst>
          </p:cNvPr>
          <p:cNvCxnSpPr/>
          <p:nvPr/>
        </p:nvCxnSpPr>
        <p:spPr>
          <a:xfrm>
            <a:off x="4565548" y="5430195"/>
            <a:ext cx="218156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eur droit 1038">
            <a:extLst>
              <a:ext uri="{FF2B5EF4-FFF2-40B4-BE49-F238E27FC236}">
                <a16:creationId xmlns:a16="http://schemas.microsoft.com/office/drawing/2014/main" id="{1F150267-5B62-61C2-475D-64C87BBB31E0}"/>
              </a:ext>
            </a:extLst>
          </p:cNvPr>
          <p:cNvCxnSpPr/>
          <p:nvPr/>
        </p:nvCxnSpPr>
        <p:spPr>
          <a:xfrm>
            <a:off x="4594631" y="5495178"/>
            <a:ext cx="218156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eur droit 1039">
            <a:extLst>
              <a:ext uri="{FF2B5EF4-FFF2-40B4-BE49-F238E27FC236}">
                <a16:creationId xmlns:a16="http://schemas.microsoft.com/office/drawing/2014/main" id="{3306B22E-7E10-8DC1-C040-8A3D9A0277FD}"/>
              </a:ext>
            </a:extLst>
          </p:cNvPr>
          <p:cNvCxnSpPr/>
          <p:nvPr/>
        </p:nvCxnSpPr>
        <p:spPr>
          <a:xfrm>
            <a:off x="4747031" y="5647578"/>
            <a:ext cx="218156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eur droit 1040">
            <a:extLst>
              <a:ext uri="{FF2B5EF4-FFF2-40B4-BE49-F238E27FC236}">
                <a16:creationId xmlns:a16="http://schemas.microsoft.com/office/drawing/2014/main" id="{1B353CDC-201C-66E5-3D8D-8ADE7D92C722}"/>
              </a:ext>
            </a:extLst>
          </p:cNvPr>
          <p:cNvCxnSpPr/>
          <p:nvPr/>
        </p:nvCxnSpPr>
        <p:spPr>
          <a:xfrm>
            <a:off x="4899431" y="5799978"/>
            <a:ext cx="218156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eur droit 1041">
            <a:extLst>
              <a:ext uri="{FF2B5EF4-FFF2-40B4-BE49-F238E27FC236}">
                <a16:creationId xmlns:a16="http://schemas.microsoft.com/office/drawing/2014/main" id="{45C3C8D1-7D91-3158-BC8A-39B6F3630E25}"/>
              </a:ext>
            </a:extLst>
          </p:cNvPr>
          <p:cNvCxnSpPr>
            <a:cxnSpLocks/>
          </p:cNvCxnSpPr>
          <p:nvPr/>
        </p:nvCxnSpPr>
        <p:spPr>
          <a:xfrm>
            <a:off x="5060292" y="5683163"/>
            <a:ext cx="368845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eur droit 1042">
            <a:extLst>
              <a:ext uri="{FF2B5EF4-FFF2-40B4-BE49-F238E27FC236}">
                <a16:creationId xmlns:a16="http://schemas.microsoft.com/office/drawing/2014/main" id="{29404A05-B1BB-B276-6240-02E4CAD98EFB}"/>
              </a:ext>
            </a:extLst>
          </p:cNvPr>
          <p:cNvCxnSpPr>
            <a:cxnSpLocks/>
          </p:cNvCxnSpPr>
          <p:nvPr/>
        </p:nvCxnSpPr>
        <p:spPr>
          <a:xfrm>
            <a:off x="4942231" y="5505235"/>
            <a:ext cx="149438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eur droit 1043">
            <a:extLst>
              <a:ext uri="{FF2B5EF4-FFF2-40B4-BE49-F238E27FC236}">
                <a16:creationId xmlns:a16="http://schemas.microsoft.com/office/drawing/2014/main" id="{A503CD8F-2E51-24E3-974A-E54CE4822B6E}"/>
              </a:ext>
            </a:extLst>
          </p:cNvPr>
          <p:cNvCxnSpPr>
            <a:cxnSpLocks/>
          </p:cNvCxnSpPr>
          <p:nvPr/>
        </p:nvCxnSpPr>
        <p:spPr>
          <a:xfrm>
            <a:off x="5117587" y="5448762"/>
            <a:ext cx="331234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eur droit 1044">
            <a:extLst>
              <a:ext uri="{FF2B5EF4-FFF2-40B4-BE49-F238E27FC236}">
                <a16:creationId xmlns:a16="http://schemas.microsoft.com/office/drawing/2014/main" id="{1C735FD7-B2E0-7B10-BA97-BDEF2FA5FC8E}"/>
              </a:ext>
            </a:extLst>
          </p:cNvPr>
          <p:cNvCxnSpPr>
            <a:cxnSpLocks/>
          </p:cNvCxnSpPr>
          <p:nvPr/>
        </p:nvCxnSpPr>
        <p:spPr>
          <a:xfrm>
            <a:off x="4924866" y="5346647"/>
            <a:ext cx="344675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1045">
            <a:extLst>
              <a:ext uri="{FF2B5EF4-FFF2-40B4-BE49-F238E27FC236}">
                <a16:creationId xmlns:a16="http://schemas.microsoft.com/office/drawing/2014/main" id="{66AF8676-3700-23AA-B4A6-320EDE041C6D}"/>
              </a:ext>
            </a:extLst>
          </p:cNvPr>
          <p:cNvCxnSpPr/>
          <p:nvPr/>
        </p:nvCxnSpPr>
        <p:spPr>
          <a:xfrm>
            <a:off x="5510730" y="5168696"/>
            <a:ext cx="218156" cy="0"/>
          </a:xfrm>
          <a:prstGeom prst="line">
            <a:avLst/>
          </a:prstGeom>
          <a:ln>
            <a:solidFill>
              <a:srgbClr val="E599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eur droit 1046">
            <a:extLst>
              <a:ext uri="{FF2B5EF4-FFF2-40B4-BE49-F238E27FC236}">
                <a16:creationId xmlns:a16="http://schemas.microsoft.com/office/drawing/2014/main" id="{F4018B4F-2DFA-B071-BE51-896D2CD44612}"/>
              </a:ext>
            </a:extLst>
          </p:cNvPr>
          <p:cNvCxnSpPr/>
          <p:nvPr/>
        </p:nvCxnSpPr>
        <p:spPr>
          <a:xfrm>
            <a:off x="7770953" y="5340327"/>
            <a:ext cx="218156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eur droit 1047">
            <a:extLst>
              <a:ext uri="{FF2B5EF4-FFF2-40B4-BE49-F238E27FC236}">
                <a16:creationId xmlns:a16="http://schemas.microsoft.com/office/drawing/2014/main" id="{97A73A5D-E73D-58ED-9A01-D8F2AFCCEBC7}"/>
              </a:ext>
            </a:extLst>
          </p:cNvPr>
          <p:cNvCxnSpPr/>
          <p:nvPr/>
        </p:nvCxnSpPr>
        <p:spPr>
          <a:xfrm>
            <a:off x="7894270" y="5427744"/>
            <a:ext cx="218156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eur droit 1048">
            <a:extLst>
              <a:ext uri="{FF2B5EF4-FFF2-40B4-BE49-F238E27FC236}">
                <a16:creationId xmlns:a16="http://schemas.microsoft.com/office/drawing/2014/main" id="{B2F79F15-8F7E-7E50-75B7-D21EE69FE981}"/>
              </a:ext>
            </a:extLst>
          </p:cNvPr>
          <p:cNvCxnSpPr/>
          <p:nvPr/>
        </p:nvCxnSpPr>
        <p:spPr>
          <a:xfrm>
            <a:off x="7923353" y="5492727"/>
            <a:ext cx="218156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eur droit 1049">
            <a:extLst>
              <a:ext uri="{FF2B5EF4-FFF2-40B4-BE49-F238E27FC236}">
                <a16:creationId xmlns:a16="http://schemas.microsoft.com/office/drawing/2014/main" id="{75749D7E-13A7-5431-0C7E-EDC8CFB3FCC6}"/>
              </a:ext>
            </a:extLst>
          </p:cNvPr>
          <p:cNvCxnSpPr/>
          <p:nvPr/>
        </p:nvCxnSpPr>
        <p:spPr>
          <a:xfrm>
            <a:off x="8075753" y="5645127"/>
            <a:ext cx="218156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eur droit 1050">
            <a:extLst>
              <a:ext uri="{FF2B5EF4-FFF2-40B4-BE49-F238E27FC236}">
                <a16:creationId xmlns:a16="http://schemas.microsoft.com/office/drawing/2014/main" id="{E6184C99-7689-F4E7-9BBC-C0D8EF14286F}"/>
              </a:ext>
            </a:extLst>
          </p:cNvPr>
          <p:cNvCxnSpPr/>
          <p:nvPr/>
        </p:nvCxnSpPr>
        <p:spPr>
          <a:xfrm>
            <a:off x="8228153" y="5797527"/>
            <a:ext cx="218156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eur droit 1051">
            <a:extLst>
              <a:ext uri="{FF2B5EF4-FFF2-40B4-BE49-F238E27FC236}">
                <a16:creationId xmlns:a16="http://schemas.microsoft.com/office/drawing/2014/main" id="{4A2B2E1D-02C0-EEFB-0CCB-012D2E693A06}"/>
              </a:ext>
            </a:extLst>
          </p:cNvPr>
          <p:cNvCxnSpPr>
            <a:cxnSpLocks/>
          </p:cNvCxnSpPr>
          <p:nvPr/>
        </p:nvCxnSpPr>
        <p:spPr>
          <a:xfrm>
            <a:off x="8389014" y="5680712"/>
            <a:ext cx="36884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eur droit 1052">
            <a:extLst>
              <a:ext uri="{FF2B5EF4-FFF2-40B4-BE49-F238E27FC236}">
                <a16:creationId xmlns:a16="http://schemas.microsoft.com/office/drawing/2014/main" id="{792ADAC4-2B1D-723E-4F28-5A9671848FF3}"/>
              </a:ext>
            </a:extLst>
          </p:cNvPr>
          <p:cNvCxnSpPr>
            <a:cxnSpLocks/>
          </p:cNvCxnSpPr>
          <p:nvPr/>
        </p:nvCxnSpPr>
        <p:spPr>
          <a:xfrm>
            <a:off x="8270953" y="5502784"/>
            <a:ext cx="149438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eur droit 1053">
            <a:extLst>
              <a:ext uri="{FF2B5EF4-FFF2-40B4-BE49-F238E27FC236}">
                <a16:creationId xmlns:a16="http://schemas.microsoft.com/office/drawing/2014/main" id="{F04536DC-A2EC-FF88-74A2-F8825FC33208}"/>
              </a:ext>
            </a:extLst>
          </p:cNvPr>
          <p:cNvCxnSpPr>
            <a:cxnSpLocks/>
          </p:cNvCxnSpPr>
          <p:nvPr/>
        </p:nvCxnSpPr>
        <p:spPr>
          <a:xfrm>
            <a:off x="8446309" y="5446311"/>
            <a:ext cx="331234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eur droit 1054">
            <a:extLst>
              <a:ext uri="{FF2B5EF4-FFF2-40B4-BE49-F238E27FC236}">
                <a16:creationId xmlns:a16="http://schemas.microsoft.com/office/drawing/2014/main" id="{AC83C8C1-E23F-890E-268F-68D406E8F907}"/>
              </a:ext>
            </a:extLst>
          </p:cNvPr>
          <p:cNvCxnSpPr>
            <a:cxnSpLocks/>
          </p:cNvCxnSpPr>
          <p:nvPr/>
        </p:nvCxnSpPr>
        <p:spPr>
          <a:xfrm>
            <a:off x="8253588" y="5344196"/>
            <a:ext cx="34467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eur droit 1055">
            <a:extLst>
              <a:ext uri="{FF2B5EF4-FFF2-40B4-BE49-F238E27FC236}">
                <a16:creationId xmlns:a16="http://schemas.microsoft.com/office/drawing/2014/main" id="{B7E9544C-80A0-1EEF-87E9-A0CC7865F6C9}"/>
              </a:ext>
            </a:extLst>
          </p:cNvPr>
          <p:cNvCxnSpPr/>
          <p:nvPr/>
        </p:nvCxnSpPr>
        <p:spPr>
          <a:xfrm>
            <a:off x="8839452" y="5166245"/>
            <a:ext cx="218156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7" name="ZoneTexte 1056">
            <a:extLst>
              <a:ext uri="{FF2B5EF4-FFF2-40B4-BE49-F238E27FC236}">
                <a16:creationId xmlns:a16="http://schemas.microsoft.com/office/drawing/2014/main" id="{9F5EE80A-1546-DA4B-91FE-F0507F38D0F2}"/>
              </a:ext>
            </a:extLst>
          </p:cNvPr>
          <p:cNvSpPr txBox="1"/>
          <p:nvPr/>
        </p:nvSpPr>
        <p:spPr>
          <a:xfrm>
            <a:off x="716061" y="5460461"/>
            <a:ext cx="584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Oswald" panose="00000500000000000000" pitchFamily="2" charset="0"/>
              </a:rPr>
              <a:t>RNA</a:t>
            </a:r>
          </a:p>
        </p:txBody>
      </p:sp>
      <p:sp>
        <p:nvSpPr>
          <p:cNvPr id="1058" name="ZoneTexte 1057">
            <a:extLst>
              <a:ext uri="{FF2B5EF4-FFF2-40B4-BE49-F238E27FC236}">
                <a16:creationId xmlns:a16="http://schemas.microsoft.com/office/drawing/2014/main" id="{1E5AEF48-14B4-FC86-DC5F-B00C8E261436}"/>
              </a:ext>
            </a:extLst>
          </p:cNvPr>
          <p:cNvSpPr txBox="1"/>
          <p:nvPr/>
        </p:nvSpPr>
        <p:spPr>
          <a:xfrm>
            <a:off x="4216016" y="5495178"/>
            <a:ext cx="584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Oswald" panose="00000500000000000000" pitchFamily="2" charset="0"/>
              </a:rPr>
              <a:t>RNA</a:t>
            </a:r>
          </a:p>
        </p:txBody>
      </p:sp>
      <p:sp>
        <p:nvSpPr>
          <p:cNvPr id="1059" name="ZoneTexte 1058">
            <a:extLst>
              <a:ext uri="{FF2B5EF4-FFF2-40B4-BE49-F238E27FC236}">
                <a16:creationId xmlns:a16="http://schemas.microsoft.com/office/drawing/2014/main" id="{B74A3331-69EF-968C-07C1-09539F888B0E}"/>
              </a:ext>
            </a:extLst>
          </p:cNvPr>
          <p:cNvSpPr txBox="1"/>
          <p:nvPr/>
        </p:nvSpPr>
        <p:spPr>
          <a:xfrm>
            <a:off x="7534302" y="5557710"/>
            <a:ext cx="584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Oswald" panose="00000500000000000000" pitchFamily="2" charset="0"/>
              </a:rPr>
              <a:t>RNA</a:t>
            </a:r>
          </a:p>
        </p:txBody>
      </p:sp>
      <p:pic>
        <p:nvPicPr>
          <p:cNvPr id="1061" name="Image 1060" descr="Une image contenant rouge, cercle, Carmin, conception&#10;&#10;Le contenu généré par l’IA peut être incorrect.">
            <a:extLst>
              <a:ext uri="{FF2B5EF4-FFF2-40B4-BE49-F238E27FC236}">
                <a16:creationId xmlns:a16="http://schemas.microsoft.com/office/drawing/2014/main" id="{E49FE402-92F9-28DF-7C03-5A32021084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8067" y="3952462"/>
            <a:ext cx="912741" cy="912741"/>
          </a:xfrm>
          <a:prstGeom prst="rect">
            <a:avLst/>
          </a:prstGeom>
        </p:spPr>
      </p:pic>
      <p:pic>
        <p:nvPicPr>
          <p:cNvPr id="1062" name="Image 1061" descr="Une image contenant rouge, cercle, Carmin, conception&#10;&#10;Le contenu généré par l’IA peut être incorrect.">
            <a:extLst>
              <a:ext uri="{FF2B5EF4-FFF2-40B4-BE49-F238E27FC236}">
                <a16:creationId xmlns:a16="http://schemas.microsoft.com/office/drawing/2014/main" id="{B8B258AD-D671-0BA2-9E80-100BBA0C011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993" y="3956083"/>
            <a:ext cx="912741" cy="912741"/>
          </a:xfrm>
          <a:prstGeom prst="rect">
            <a:avLst/>
          </a:prstGeom>
        </p:spPr>
      </p:pic>
      <p:pic>
        <p:nvPicPr>
          <p:cNvPr id="1063" name="Image 1062" descr="Une image contenant rouge, cercle, Carmin, conception&#10;&#10;Le contenu généré par l’IA peut être incorrect.">
            <a:extLst>
              <a:ext uri="{FF2B5EF4-FFF2-40B4-BE49-F238E27FC236}">
                <a16:creationId xmlns:a16="http://schemas.microsoft.com/office/drawing/2014/main" id="{ED6A98CC-FAD2-E7A2-7A69-40FE390934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62845" y="3952461"/>
            <a:ext cx="912741" cy="912741"/>
          </a:xfrm>
          <a:prstGeom prst="rect">
            <a:avLst/>
          </a:prstGeom>
        </p:spPr>
      </p:pic>
      <p:pic>
        <p:nvPicPr>
          <p:cNvPr id="1065" name="Image 1064" descr="Une image contenant dessin humoristique, cercle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CF8B28CC-A7F9-CA78-CAE9-79EA6001371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6157" y="3973771"/>
            <a:ext cx="953108" cy="912741"/>
          </a:xfrm>
          <a:prstGeom prst="rect">
            <a:avLst/>
          </a:prstGeom>
        </p:spPr>
      </p:pic>
      <p:pic>
        <p:nvPicPr>
          <p:cNvPr id="1066" name="Image 1065" descr="Une image contenant dessin humoristique, cercle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D6D9E86E-6399-315F-894D-EF645FDDD55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40841" y="3973770"/>
            <a:ext cx="953108" cy="912741"/>
          </a:xfrm>
          <a:prstGeom prst="rect">
            <a:avLst/>
          </a:prstGeom>
        </p:spPr>
      </p:pic>
      <p:pic>
        <p:nvPicPr>
          <p:cNvPr id="1067" name="Image 1066" descr="Une image contenant dessin humoristique, cercle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F39BF436-F47E-D110-64E2-E844A60944C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00744" y="3973770"/>
            <a:ext cx="953108" cy="912741"/>
          </a:xfrm>
          <a:prstGeom prst="rect">
            <a:avLst/>
          </a:prstGeom>
        </p:spPr>
      </p:pic>
      <p:pic>
        <p:nvPicPr>
          <p:cNvPr id="1069" name="Image 1068" descr="Une image contenant cercle, dessin humoristique, clipart, illustration&#10;&#10;Le contenu généré par l’IA peut être incorrect.">
            <a:extLst>
              <a:ext uri="{FF2B5EF4-FFF2-40B4-BE49-F238E27FC236}">
                <a16:creationId xmlns:a16="http://schemas.microsoft.com/office/drawing/2014/main" id="{6B58E4EA-0868-4DD6-AAFE-978E0ADC8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6388" y="3956083"/>
            <a:ext cx="964484" cy="912741"/>
          </a:xfrm>
          <a:prstGeom prst="rect">
            <a:avLst/>
          </a:prstGeom>
        </p:spPr>
      </p:pic>
      <p:pic>
        <p:nvPicPr>
          <p:cNvPr id="1070" name="Image 1069" descr="Une image contenant cercle, dessin humoristique, clipart, illustration&#10;&#10;Le contenu généré par l’IA peut être incorrect.">
            <a:extLst>
              <a:ext uri="{FF2B5EF4-FFF2-40B4-BE49-F238E27FC236}">
                <a16:creationId xmlns:a16="http://schemas.microsoft.com/office/drawing/2014/main" id="{4E8055F9-5B99-35D8-1754-EEF718629BD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29819" y="3956083"/>
            <a:ext cx="964484" cy="912741"/>
          </a:xfrm>
          <a:prstGeom prst="rect">
            <a:avLst/>
          </a:prstGeom>
        </p:spPr>
      </p:pic>
      <p:pic>
        <p:nvPicPr>
          <p:cNvPr id="1071" name="Image 1070" descr="Une image contenant cercle, dessin humoristique, clipart, illustration&#10;&#10;Le contenu généré par l’IA peut être incorrect.">
            <a:extLst>
              <a:ext uri="{FF2B5EF4-FFF2-40B4-BE49-F238E27FC236}">
                <a16:creationId xmlns:a16="http://schemas.microsoft.com/office/drawing/2014/main" id="{76320469-44D0-1CA5-7DC7-A63D0C1CEF9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94303" y="3956083"/>
            <a:ext cx="964484" cy="912741"/>
          </a:xfrm>
          <a:prstGeom prst="rect">
            <a:avLst/>
          </a:prstGeom>
        </p:spPr>
      </p:pic>
      <p:sp>
        <p:nvSpPr>
          <p:cNvPr id="1072" name="ZoneTexte 1071">
            <a:extLst>
              <a:ext uri="{FF2B5EF4-FFF2-40B4-BE49-F238E27FC236}">
                <a16:creationId xmlns:a16="http://schemas.microsoft.com/office/drawing/2014/main" id="{EED46126-7DCC-493B-FE38-C204B1C1BCDE}"/>
              </a:ext>
            </a:extLst>
          </p:cNvPr>
          <p:cNvSpPr txBox="1"/>
          <p:nvPr/>
        </p:nvSpPr>
        <p:spPr>
          <a:xfrm>
            <a:off x="201034" y="4865203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1</a:t>
            </a:r>
          </a:p>
        </p:txBody>
      </p:sp>
      <p:sp>
        <p:nvSpPr>
          <p:cNvPr id="1073" name="ZoneTexte 1072">
            <a:extLst>
              <a:ext uri="{FF2B5EF4-FFF2-40B4-BE49-F238E27FC236}">
                <a16:creationId xmlns:a16="http://schemas.microsoft.com/office/drawing/2014/main" id="{3858846A-2DEC-F2A1-2CAF-0906AA25987B}"/>
              </a:ext>
            </a:extLst>
          </p:cNvPr>
          <p:cNvSpPr txBox="1"/>
          <p:nvPr/>
        </p:nvSpPr>
        <p:spPr>
          <a:xfrm>
            <a:off x="1191942" y="4860074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2</a:t>
            </a:r>
          </a:p>
        </p:txBody>
      </p:sp>
      <p:sp>
        <p:nvSpPr>
          <p:cNvPr id="1074" name="ZoneTexte 1073">
            <a:extLst>
              <a:ext uri="{FF2B5EF4-FFF2-40B4-BE49-F238E27FC236}">
                <a16:creationId xmlns:a16="http://schemas.microsoft.com/office/drawing/2014/main" id="{52F6BC9C-1D34-FE7E-EEB7-404AC316C53F}"/>
              </a:ext>
            </a:extLst>
          </p:cNvPr>
          <p:cNvSpPr txBox="1"/>
          <p:nvPr/>
        </p:nvSpPr>
        <p:spPr>
          <a:xfrm>
            <a:off x="2168060" y="4865203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3</a:t>
            </a:r>
          </a:p>
        </p:txBody>
      </p:sp>
      <p:sp>
        <p:nvSpPr>
          <p:cNvPr id="1075" name="ZoneTexte 1074">
            <a:extLst>
              <a:ext uri="{FF2B5EF4-FFF2-40B4-BE49-F238E27FC236}">
                <a16:creationId xmlns:a16="http://schemas.microsoft.com/office/drawing/2014/main" id="{BB0CE590-7FFE-46EA-E175-CCAC4112075F}"/>
              </a:ext>
            </a:extLst>
          </p:cNvPr>
          <p:cNvSpPr txBox="1"/>
          <p:nvPr/>
        </p:nvSpPr>
        <p:spPr>
          <a:xfrm>
            <a:off x="3557397" y="4882890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1</a:t>
            </a:r>
          </a:p>
        </p:txBody>
      </p:sp>
      <p:sp>
        <p:nvSpPr>
          <p:cNvPr id="1076" name="ZoneTexte 1075">
            <a:extLst>
              <a:ext uri="{FF2B5EF4-FFF2-40B4-BE49-F238E27FC236}">
                <a16:creationId xmlns:a16="http://schemas.microsoft.com/office/drawing/2014/main" id="{C9AABC38-BCC9-8D85-1E47-02E77D6C2294}"/>
              </a:ext>
            </a:extLst>
          </p:cNvPr>
          <p:cNvSpPr txBox="1"/>
          <p:nvPr/>
        </p:nvSpPr>
        <p:spPr>
          <a:xfrm>
            <a:off x="4548305" y="4877761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2</a:t>
            </a:r>
          </a:p>
        </p:txBody>
      </p:sp>
      <p:sp>
        <p:nvSpPr>
          <p:cNvPr id="1077" name="ZoneTexte 1076">
            <a:extLst>
              <a:ext uri="{FF2B5EF4-FFF2-40B4-BE49-F238E27FC236}">
                <a16:creationId xmlns:a16="http://schemas.microsoft.com/office/drawing/2014/main" id="{EA9E0793-81E9-E9E7-5287-9A2D77C8CDFB}"/>
              </a:ext>
            </a:extLst>
          </p:cNvPr>
          <p:cNvSpPr txBox="1"/>
          <p:nvPr/>
        </p:nvSpPr>
        <p:spPr>
          <a:xfrm>
            <a:off x="5524423" y="4882890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3</a:t>
            </a:r>
          </a:p>
        </p:txBody>
      </p:sp>
      <p:sp>
        <p:nvSpPr>
          <p:cNvPr id="1078" name="ZoneTexte 1077">
            <a:extLst>
              <a:ext uri="{FF2B5EF4-FFF2-40B4-BE49-F238E27FC236}">
                <a16:creationId xmlns:a16="http://schemas.microsoft.com/office/drawing/2014/main" id="{3A39C940-2ACD-74CD-0F38-1C3B090C09D7}"/>
              </a:ext>
            </a:extLst>
          </p:cNvPr>
          <p:cNvSpPr txBox="1"/>
          <p:nvPr/>
        </p:nvSpPr>
        <p:spPr>
          <a:xfrm>
            <a:off x="6975390" y="4868824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1</a:t>
            </a:r>
          </a:p>
        </p:txBody>
      </p:sp>
      <p:sp>
        <p:nvSpPr>
          <p:cNvPr id="1079" name="ZoneTexte 1078">
            <a:extLst>
              <a:ext uri="{FF2B5EF4-FFF2-40B4-BE49-F238E27FC236}">
                <a16:creationId xmlns:a16="http://schemas.microsoft.com/office/drawing/2014/main" id="{83A81800-E502-52DF-0EE2-92D01CE36938}"/>
              </a:ext>
            </a:extLst>
          </p:cNvPr>
          <p:cNvSpPr txBox="1"/>
          <p:nvPr/>
        </p:nvSpPr>
        <p:spPr>
          <a:xfrm>
            <a:off x="7966298" y="4863695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2</a:t>
            </a:r>
          </a:p>
        </p:txBody>
      </p:sp>
      <p:sp>
        <p:nvSpPr>
          <p:cNvPr id="1080" name="ZoneTexte 1079">
            <a:extLst>
              <a:ext uri="{FF2B5EF4-FFF2-40B4-BE49-F238E27FC236}">
                <a16:creationId xmlns:a16="http://schemas.microsoft.com/office/drawing/2014/main" id="{A0A4531E-A95B-5629-EB27-7CB0FE635690}"/>
              </a:ext>
            </a:extLst>
          </p:cNvPr>
          <p:cNvSpPr txBox="1"/>
          <p:nvPr/>
        </p:nvSpPr>
        <p:spPr>
          <a:xfrm>
            <a:off x="8942416" y="4868824"/>
            <a:ext cx="92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 3</a:t>
            </a:r>
          </a:p>
        </p:txBody>
      </p:sp>
      <p:sp>
        <p:nvSpPr>
          <p:cNvPr id="1081" name="ZoneTexte 1080">
            <a:extLst>
              <a:ext uri="{FF2B5EF4-FFF2-40B4-BE49-F238E27FC236}">
                <a16:creationId xmlns:a16="http://schemas.microsoft.com/office/drawing/2014/main" id="{FCF4EF7B-4DBD-CB05-5736-29C8906DA832}"/>
              </a:ext>
            </a:extLst>
          </p:cNvPr>
          <p:cNvSpPr txBox="1"/>
          <p:nvPr/>
        </p:nvSpPr>
        <p:spPr>
          <a:xfrm>
            <a:off x="2940183" y="4279780"/>
            <a:ext cx="584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Oswald" panose="00000500000000000000" pitchFamily="2" charset="0"/>
              </a:rPr>
              <a:t>…</a:t>
            </a:r>
          </a:p>
        </p:txBody>
      </p:sp>
      <p:sp>
        <p:nvSpPr>
          <p:cNvPr id="1082" name="ZoneTexte 1081">
            <a:extLst>
              <a:ext uri="{FF2B5EF4-FFF2-40B4-BE49-F238E27FC236}">
                <a16:creationId xmlns:a16="http://schemas.microsoft.com/office/drawing/2014/main" id="{B8814B18-DE5F-1934-7171-6EF0D9A93F7E}"/>
              </a:ext>
            </a:extLst>
          </p:cNvPr>
          <p:cNvSpPr txBox="1"/>
          <p:nvPr/>
        </p:nvSpPr>
        <p:spPr>
          <a:xfrm>
            <a:off x="6307014" y="4241853"/>
            <a:ext cx="584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Oswald" panose="00000500000000000000" pitchFamily="2" charset="0"/>
              </a:rPr>
              <a:t>…</a:t>
            </a:r>
          </a:p>
        </p:txBody>
      </p:sp>
      <p:sp>
        <p:nvSpPr>
          <p:cNvPr id="1083" name="ZoneTexte 1082">
            <a:extLst>
              <a:ext uri="{FF2B5EF4-FFF2-40B4-BE49-F238E27FC236}">
                <a16:creationId xmlns:a16="http://schemas.microsoft.com/office/drawing/2014/main" id="{CBC4496A-0D8E-5D21-4945-D5C6773B1D57}"/>
              </a:ext>
            </a:extLst>
          </p:cNvPr>
          <p:cNvSpPr txBox="1"/>
          <p:nvPr/>
        </p:nvSpPr>
        <p:spPr>
          <a:xfrm>
            <a:off x="9736522" y="4176987"/>
            <a:ext cx="584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Oswald" panose="00000500000000000000" pitchFamily="2" charset="0"/>
              </a:rPr>
              <a:t>…</a:t>
            </a:r>
          </a:p>
        </p:txBody>
      </p:sp>
      <p:sp>
        <p:nvSpPr>
          <p:cNvPr id="1085" name="ZoneTexte 1084">
            <a:extLst>
              <a:ext uri="{FF2B5EF4-FFF2-40B4-BE49-F238E27FC236}">
                <a16:creationId xmlns:a16="http://schemas.microsoft.com/office/drawing/2014/main" id="{03759811-FAA8-C04E-12A0-27C9069AF2B6}"/>
              </a:ext>
            </a:extLst>
          </p:cNvPr>
          <p:cNvSpPr txBox="1"/>
          <p:nvPr/>
        </p:nvSpPr>
        <p:spPr>
          <a:xfrm>
            <a:off x="10294529" y="3736586"/>
            <a:ext cx="1582932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Condition: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infected</a:t>
            </a:r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/ </a:t>
            </a:r>
            <a:r>
              <a:rPr lang="fr-FR" sz="11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uninfected</a:t>
            </a:r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, 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time </a:t>
            </a:r>
            <a:r>
              <a:rPr lang="fr-FR" sz="11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after</a:t>
            </a:r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infection, 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medium composition, 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growth</a:t>
            </a:r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stage, 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light, 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temperature</a:t>
            </a:r>
            <a:endParaRPr lang="fr-FR" sz="11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sz="11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…</a:t>
            </a:r>
          </a:p>
        </p:txBody>
      </p:sp>
      <p:sp>
        <p:nvSpPr>
          <p:cNvPr id="1086" name="Accolade fermante 1085">
            <a:extLst>
              <a:ext uri="{FF2B5EF4-FFF2-40B4-BE49-F238E27FC236}">
                <a16:creationId xmlns:a16="http://schemas.microsoft.com/office/drawing/2014/main" id="{FF589C7F-4553-3485-443C-20721CEF77DE}"/>
              </a:ext>
            </a:extLst>
          </p:cNvPr>
          <p:cNvSpPr/>
          <p:nvPr/>
        </p:nvSpPr>
        <p:spPr>
          <a:xfrm rot="5400000">
            <a:off x="4806087" y="1824146"/>
            <a:ext cx="193526" cy="8435235"/>
          </a:xfrm>
          <a:prstGeom prst="rightBrac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7" name="ZoneTexte 1086">
            <a:extLst>
              <a:ext uri="{FF2B5EF4-FFF2-40B4-BE49-F238E27FC236}">
                <a16:creationId xmlns:a16="http://schemas.microsoft.com/office/drawing/2014/main" id="{8A6C2A4D-6109-2430-FB83-2587DE738F02}"/>
              </a:ext>
            </a:extLst>
          </p:cNvPr>
          <p:cNvSpPr txBox="1"/>
          <p:nvPr/>
        </p:nvSpPr>
        <p:spPr>
          <a:xfrm>
            <a:off x="4047587" y="6159252"/>
            <a:ext cx="2802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Illumina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sequencing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2630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48" grpId="0" animBg="1"/>
      <p:bldP spid="59" grpId="0" animBg="1"/>
      <p:bldP spid="2" grpId="0"/>
      <p:bldP spid="3" grpId="0"/>
      <p:bldP spid="4" grpId="0"/>
      <p:bldP spid="5" grpId="0"/>
      <p:bldP spid="6" grpId="0"/>
      <p:bldP spid="1057" grpId="0"/>
      <p:bldP spid="1058" grpId="0"/>
      <p:bldP spid="1059" grpId="0"/>
      <p:bldP spid="1072" grpId="0"/>
      <p:bldP spid="1073" grpId="0"/>
      <p:bldP spid="1074" grpId="0"/>
      <p:bldP spid="1075" grpId="0"/>
      <p:bldP spid="1076" grpId="0"/>
      <p:bldP spid="1077" grpId="0"/>
      <p:bldP spid="1078" grpId="0"/>
      <p:bldP spid="1079" grpId="0"/>
      <p:bldP spid="1080" grpId="0"/>
      <p:bldP spid="1081" grpId="0"/>
      <p:bldP spid="1082" grpId="0"/>
      <p:bldP spid="1083" grpId="0"/>
      <p:bldP spid="1085" grpId="0"/>
      <p:bldP spid="1086" grpId="0" animBg="1"/>
      <p:bldP spid="108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DBCB0-8604-724E-0662-33AADDDA7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09FA4AB-5E6C-5785-2AB8-DEEBF97B6C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582" y="278290"/>
            <a:ext cx="497673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The data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1CDD00-DCDD-73C0-107E-E4AC4AF99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C2AD98F7-9F31-7CD9-F44B-80FAB0C986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555747"/>
              </p:ext>
            </p:extLst>
          </p:nvPr>
        </p:nvGraphicFramePr>
        <p:xfrm>
          <a:off x="395784" y="3532275"/>
          <a:ext cx="11400432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72">
                  <a:extLst>
                    <a:ext uri="{9D8B030D-6E8A-4147-A177-3AD203B41FA5}">
                      <a16:colId xmlns:a16="http://schemas.microsoft.com/office/drawing/2014/main" val="2499718628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2605615202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624793688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3449220282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4240036390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34721184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Sample</a:t>
                      </a:r>
                      <a:r>
                        <a:rPr lang="fr-FR" dirty="0"/>
                        <a:t> 1</a:t>
                      </a:r>
                    </a:p>
                    <a:p>
                      <a:r>
                        <a:rPr lang="fr-FR" dirty="0"/>
                        <a:t>Condition1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Sample</a:t>
                      </a:r>
                      <a:r>
                        <a:rPr lang="fr-FR" dirty="0"/>
                        <a:t> 2</a:t>
                      </a:r>
                    </a:p>
                    <a:p>
                      <a:r>
                        <a:rPr lang="fr-FR" dirty="0"/>
                        <a:t>Condition1 rep 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Sample</a:t>
                      </a:r>
                      <a:r>
                        <a:rPr lang="fr-FR" dirty="0"/>
                        <a:t> 3</a:t>
                      </a:r>
                    </a:p>
                    <a:p>
                      <a:r>
                        <a:rPr lang="fr-FR" dirty="0"/>
                        <a:t>Condition2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Sample</a:t>
                      </a:r>
                      <a:r>
                        <a:rPr lang="fr-FR" dirty="0"/>
                        <a:t> 4</a:t>
                      </a:r>
                    </a:p>
                    <a:p>
                      <a:r>
                        <a:rPr lang="fr-FR" dirty="0"/>
                        <a:t>Condition2 rep2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…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5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26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59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3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81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4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73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…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9417077"/>
                  </a:ext>
                </a:extLst>
              </a:tr>
            </a:tbl>
          </a:graphicData>
        </a:graphic>
      </p:graphicFrame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C602F555-7EF0-5718-DB1D-E8B092A23808}"/>
              </a:ext>
            </a:extLst>
          </p:cNvPr>
          <p:cNvCxnSpPr>
            <a:cxnSpLocks/>
          </p:cNvCxnSpPr>
          <p:nvPr/>
        </p:nvCxnSpPr>
        <p:spPr>
          <a:xfrm flipH="1">
            <a:off x="3249996" y="1738103"/>
            <a:ext cx="1" cy="36933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5BCF3795-CC11-B6B6-2372-6207742CD238}"/>
              </a:ext>
            </a:extLst>
          </p:cNvPr>
          <p:cNvSpPr txBox="1"/>
          <p:nvPr/>
        </p:nvSpPr>
        <p:spPr>
          <a:xfrm>
            <a:off x="3249996" y="1738103"/>
            <a:ext cx="25616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Illumina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RNAseq</a:t>
            </a:r>
            <a:endParaRPr lang="fr-FR" dirty="0"/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B158616D-E38F-3802-67DA-DC95E12F8E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1665" y="118551"/>
            <a:ext cx="873335" cy="89641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5E8CAE8A-3BB1-B17E-2524-268DDB11AF60}"/>
              </a:ext>
            </a:extLst>
          </p:cNvPr>
          <p:cNvSpPr txBox="1"/>
          <p:nvPr/>
        </p:nvSpPr>
        <p:spPr>
          <a:xfrm>
            <a:off x="3249996" y="2302306"/>
            <a:ext cx="1782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Quality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control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B1588D5-2B57-848B-1582-96EB94821F14}"/>
              </a:ext>
            </a:extLst>
          </p:cNvPr>
          <p:cNvSpPr txBox="1"/>
          <p:nvPr/>
        </p:nvSpPr>
        <p:spPr>
          <a:xfrm>
            <a:off x="3249996" y="2872173"/>
            <a:ext cx="471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Alignment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counting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, annotation</a:t>
            </a:r>
            <a:endParaRPr lang="fr-FR" dirty="0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BAC0F6DB-D77F-7E1D-9DE6-56018E2C9CD6}"/>
              </a:ext>
            </a:extLst>
          </p:cNvPr>
          <p:cNvCxnSpPr>
            <a:cxnSpLocks/>
          </p:cNvCxnSpPr>
          <p:nvPr/>
        </p:nvCxnSpPr>
        <p:spPr>
          <a:xfrm flipH="1">
            <a:off x="3249996" y="2302306"/>
            <a:ext cx="1" cy="36933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25B91FFE-41F4-6575-E26E-70BBBEC8D33F}"/>
              </a:ext>
            </a:extLst>
          </p:cNvPr>
          <p:cNvCxnSpPr>
            <a:cxnSpLocks/>
          </p:cNvCxnSpPr>
          <p:nvPr/>
        </p:nvCxnSpPr>
        <p:spPr>
          <a:xfrm flipH="1">
            <a:off x="3249996" y="2872173"/>
            <a:ext cx="1" cy="36933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591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4349E-371E-EE7F-8326-0A12B1DCE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1A62A2E-5712-2E5C-29D4-7FC7454C8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582" y="278290"/>
            <a:ext cx="497673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The data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222C88-98D5-C6EF-D2F1-9B7A44F9A7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FB132F0E-3950-96BF-A6E9-5659D1A0E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74" y="1379502"/>
            <a:ext cx="5943296" cy="5371432"/>
          </a:xfrm>
          <a:prstGeom prst="rect">
            <a:avLst/>
          </a:prstGeom>
        </p:spPr>
      </p:pic>
      <p:pic>
        <p:nvPicPr>
          <p:cNvPr id="2" name="Image 1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BCB1EBC3-D9BE-AF9F-2189-4CF0CDF153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6418" y="278290"/>
            <a:ext cx="1486908" cy="1526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614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1A6BC-ABB2-7902-ED05-22DC97FDA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E243952B-D51D-8CF0-72CF-7E98F6A0F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462" y="541745"/>
            <a:ext cx="737344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5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Quality</a:t>
            </a:r>
            <a:r>
              <a:rPr kumimoji="0" lang="fr-FR" altLang="fr-FR" sz="5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control</a:t>
            </a:r>
            <a:endParaRPr kumimoji="0" lang="fr-FR" altLang="fr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9655B4-863F-5F46-934B-7373D836A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6779A8C-C184-1FDA-6731-D89C427FC157}"/>
              </a:ext>
            </a:extLst>
          </p:cNvPr>
          <p:cNvSpPr txBox="1"/>
          <p:nvPr/>
        </p:nvSpPr>
        <p:spPr>
          <a:xfrm>
            <a:off x="6598170" y="1876871"/>
            <a:ext cx="6310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Number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of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reads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per run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B7E9F9-D128-3CD8-E1A2-74F7892D8382}"/>
              </a:ext>
            </a:extLst>
          </p:cNvPr>
          <p:cNvSpPr txBox="1"/>
          <p:nvPr/>
        </p:nvSpPr>
        <p:spPr>
          <a:xfrm>
            <a:off x="256217" y="1869040"/>
            <a:ext cx="59384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Percentage of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detected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bacterial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and phage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genes</a:t>
            </a:r>
            <a:endParaRPr lang="fr-FR" b="1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24" name="Image 23" descr="Une image contenant texte, capture d’écran, Police, Parallèle&#10;&#10;Le contenu généré par l’IA peut être incorrect.">
            <a:extLst>
              <a:ext uri="{FF2B5EF4-FFF2-40B4-BE49-F238E27FC236}">
                <a16:creationId xmlns:a16="http://schemas.microsoft.com/office/drawing/2014/main" id="{340500F3-CFFA-14E7-F866-A129568C4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251" y="2642337"/>
            <a:ext cx="5186460" cy="3200787"/>
          </a:xfrm>
          <a:prstGeom prst="rect">
            <a:avLst/>
          </a:prstGeom>
        </p:spPr>
      </p:pic>
      <p:pic>
        <p:nvPicPr>
          <p:cNvPr id="26" name="Image 25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603B8219-27C5-C356-FAED-A1E6184EAB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8170" y="2642337"/>
            <a:ext cx="5361480" cy="3308798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AA57B0FA-3D6F-0981-0A01-169832460AE5}"/>
              </a:ext>
            </a:extLst>
          </p:cNvPr>
          <p:cNvSpPr/>
          <p:nvPr/>
        </p:nvSpPr>
        <p:spPr>
          <a:xfrm>
            <a:off x="939800" y="5499100"/>
            <a:ext cx="381000" cy="344024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0A0861-70D1-AE3E-0B66-6F9B34B72C65}"/>
              </a:ext>
            </a:extLst>
          </p:cNvPr>
          <p:cNvSpPr txBox="1"/>
          <p:nvPr/>
        </p:nvSpPr>
        <p:spPr>
          <a:xfrm>
            <a:off x="939800" y="6068088"/>
            <a:ext cx="1364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sample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= </a:t>
            </a:r>
          </a:p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condition</a:t>
            </a:r>
          </a:p>
        </p:txBody>
      </p:sp>
      <p:cxnSp>
        <p:nvCxnSpPr>
          <p:cNvPr id="6" name="Connecteur : en arc 5">
            <a:extLst>
              <a:ext uri="{FF2B5EF4-FFF2-40B4-BE49-F238E27FC236}">
                <a16:creationId xmlns:a16="http://schemas.microsoft.com/office/drawing/2014/main" id="{79EAE5BB-3E06-1B10-2A6C-1C6F90836382}"/>
              </a:ext>
            </a:extLst>
          </p:cNvPr>
          <p:cNvCxnSpPr/>
          <p:nvPr/>
        </p:nvCxnSpPr>
        <p:spPr>
          <a:xfrm rot="10800000">
            <a:off x="1232109" y="5843124"/>
            <a:ext cx="389744" cy="224963"/>
          </a:xfrm>
          <a:prstGeom prst="curvedConnector3">
            <a:avLst>
              <a:gd name="adj1" fmla="val -7692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4D23DC3A-5BD7-5456-55E6-776F010E5F44}"/>
              </a:ext>
            </a:extLst>
          </p:cNvPr>
          <p:cNvSpPr txBox="1"/>
          <p:nvPr/>
        </p:nvSpPr>
        <p:spPr>
          <a:xfrm>
            <a:off x="38100" y="2471167"/>
            <a:ext cx="1364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project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cxnSp>
        <p:nvCxnSpPr>
          <p:cNvPr id="8" name="Connecteur : en arc 7">
            <a:extLst>
              <a:ext uri="{FF2B5EF4-FFF2-40B4-BE49-F238E27FC236}">
                <a16:creationId xmlns:a16="http://schemas.microsoft.com/office/drawing/2014/main" id="{F5B103B1-70E0-B917-E886-743308E5B26A}"/>
              </a:ext>
            </a:extLst>
          </p:cNvPr>
          <p:cNvCxnSpPr>
            <a:cxnSpLocks/>
          </p:cNvCxnSpPr>
          <p:nvPr/>
        </p:nvCxnSpPr>
        <p:spPr>
          <a:xfrm>
            <a:off x="1166802" y="2642336"/>
            <a:ext cx="470805" cy="195962"/>
          </a:xfrm>
          <a:prstGeom prst="curvedConnector3">
            <a:avLst>
              <a:gd name="adj1" fmla="val 95858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356DF88F-8B51-69E8-5F96-C2EF451CD819}"/>
              </a:ext>
            </a:extLst>
          </p:cNvPr>
          <p:cNvSpPr txBox="1"/>
          <p:nvPr/>
        </p:nvSpPr>
        <p:spPr>
          <a:xfrm>
            <a:off x="6322862" y="2457670"/>
            <a:ext cx="1364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project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cxnSp>
        <p:nvCxnSpPr>
          <p:cNvPr id="27" name="Connecteur : en arc 26">
            <a:extLst>
              <a:ext uri="{FF2B5EF4-FFF2-40B4-BE49-F238E27FC236}">
                <a16:creationId xmlns:a16="http://schemas.microsoft.com/office/drawing/2014/main" id="{C0C1D509-456E-5150-3B74-90AF55C7CC77}"/>
              </a:ext>
            </a:extLst>
          </p:cNvPr>
          <p:cNvCxnSpPr>
            <a:cxnSpLocks/>
          </p:cNvCxnSpPr>
          <p:nvPr/>
        </p:nvCxnSpPr>
        <p:spPr>
          <a:xfrm>
            <a:off x="7451564" y="2628839"/>
            <a:ext cx="470805" cy="195962"/>
          </a:xfrm>
          <a:prstGeom prst="curvedConnector3">
            <a:avLst>
              <a:gd name="adj1" fmla="val 95858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Ellipse 27">
            <a:extLst>
              <a:ext uri="{FF2B5EF4-FFF2-40B4-BE49-F238E27FC236}">
                <a16:creationId xmlns:a16="http://schemas.microsoft.com/office/drawing/2014/main" id="{46D39359-F510-384E-81FA-2E495DF27718}"/>
              </a:ext>
            </a:extLst>
          </p:cNvPr>
          <p:cNvSpPr/>
          <p:nvPr/>
        </p:nvSpPr>
        <p:spPr>
          <a:xfrm>
            <a:off x="7142187" y="5480515"/>
            <a:ext cx="381000" cy="344024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3CC2A331-3713-17F8-9B68-09B2D23C022F}"/>
              </a:ext>
            </a:extLst>
          </p:cNvPr>
          <p:cNvSpPr txBox="1"/>
          <p:nvPr/>
        </p:nvSpPr>
        <p:spPr>
          <a:xfrm>
            <a:off x="7142187" y="6049503"/>
            <a:ext cx="1364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sample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= </a:t>
            </a:r>
          </a:p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condition</a:t>
            </a:r>
          </a:p>
        </p:txBody>
      </p:sp>
      <p:cxnSp>
        <p:nvCxnSpPr>
          <p:cNvPr id="30" name="Connecteur : en arc 29">
            <a:extLst>
              <a:ext uri="{FF2B5EF4-FFF2-40B4-BE49-F238E27FC236}">
                <a16:creationId xmlns:a16="http://schemas.microsoft.com/office/drawing/2014/main" id="{95AA2405-841F-9D45-C226-BEBB91DB201F}"/>
              </a:ext>
            </a:extLst>
          </p:cNvPr>
          <p:cNvCxnSpPr/>
          <p:nvPr/>
        </p:nvCxnSpPr>
        <p:spPr>
          <a:xfrm rot="10800000">
            <a:off x="7434496" y="5824539"/>
            <a:ext cx="389744" cy="224963"/>
          </a:xfrm>
          <a:prstGeom prst="curvedConnector3">
            <a:avLst>
              <a:gd name="adj1" fmla="val -7692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7520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3681F-F2EB-EDA0-6523-5F333D86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F2825D4A-B38D-0E75-C8A6-2D8B9DC97E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582" y="278290"/>
            <a:ext cx="497673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The data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506AFE5-7708-F60E-6FBA-6A3F93DB1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70F2578D-1451-04D8-AD1F-BCE6069554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2569" y="3779583"/>
            <a:ext cx="1064838" cy="1092984"/>
          </a:xfrm>
          <a:prstGeom prst="rect">
            <a:avLst/>
          </a:prstGeom>
        </p:spPr>
      </p:pic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2FD49BC3-E363-D15F-0DFB-E2BEE855E0E0}"/>
              </a:ext>
            </a:extLst>
          </p:cNvPr>
          <p:cNvCxnSpPr>
            <a:cxnSpLocks/>
          </p:cNvCxnSpPr>
          <p:nvPr/>
        </p:nvCxnSpPr>
        <p:spPr>
          <a:xfrm>
            <a:off x="4071490" y="3964749"/>
            <a:ext cx="0" cy="2616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546AF0F5-19C5-14A0-1E08-5AE2180122FE}"/>
              </a:ext>
            </a:extLst>
          </p:cNvPr>
          <p:cNvSpPr txBox="1"/>
          <p:nvPr/>
        </p:nvSpPr>
        <p:spPr>
          <a:xfrm>
            <a:off x="2343712" y="5435088"/>
            <a:ext cx="3419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Normalization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by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gene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length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7161293-4E5E-1E6B-FD57-516EC0032CD1}"/>
              </a:ext>
            </a:extLst>
          </p:cNvPr>
          <p:cNvSpPr txBox="1"/>
          <p:nvPr/>
        </p:nvSpPr>
        <p:spPr>
          <a:xfrm>
            <a:off x="233414" y="6031660"/>
            <a:ext cx="7640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Centered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Log2 Ratio (CLR) -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‘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</a:rPr>
              <a:t>Centres’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 the distribution of values around 0, comparing each gene to the overall mean of the sample transcriptome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5CDBD7F-3EB6-B564-9E1B-30AB9F159168}"/>
              </a:ext>
            </a:extLst>
          </p:cNvPr>
          <p:cNvSpPr txBox="1"/>
          <p:nvPr/>
        </p:nvSpPr>
        <p:spPr>
          <a:xfrm>
            <a:off x="1175577" y="4146379"/>
            <a:ext cx="58726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Variance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Stabilizing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Transformation (VST) -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each gene has roughly constant variance across samples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6C94FF7C-D713-4A2F-C298-2363024DDDB9}"/>
              </a:ext>
            </a:extLst>
          </p:cNvPr>
          <p:cNvCxnSpPr>
            <a:cxnSpLocks/>
          </p:cNvCxnSpPr>
          <p:nvPr/>
        </p:nvCxnSpPr>
        <p:spPr>
          <a:xfrm>
            <a:off x="4067745" y="5261817"/>
            <a:ext cx="0" cy="2616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16A5F2F2-25A4-51B3-7AC6-736D6FE1E87F}"/>
              </a:ext>
            </a:extLst>
          </p:cNvPr>
          <p:cNvCxnSpPr>
            <a:cxnSpLocks/>
          </p:cNvCxnSpPr>
          <p:nvPr/>
        </p:nvCxnSpPr>
        <p:spPr>
          <a:xfrm>
            <a:off x="4067745" y="5808101"/>
            <a:ext cx="0" cy="2616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16F926EE-E02B-97B4-06F3-F7BDD8261526}"/>
              </a:ext>
            </a:extLst>
          </p:cNvPr>
          <p:cNvCxnSpPr>
            <a:cxnSpLocks/>
          </p:cNvCxnSpPr>
          <p:nvPr/>
        </p:nvCxnSpPr>
        <p:spPr>
          <a:xfrm>
            <a:off x="4067745" y="4727283"/>
            <a:ext cx="0" cy="2616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CB1BC903-3E47-AA81-67F8-6A2614126569}"/>
              </a:ext>
            </a:extLst>
          </p:cNvPr>
          <p:cNvSpPr txBox="1"/>
          <p:nvPr/>
        </p:nvSpPr>
        <p:spPr>
          <a:xfrm>
            <a:off x="1175579" y="4919815"/>
            <a:ext cx="5872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2^(VST)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–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because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VST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function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apply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a log2</a:t>
            </a:r>
          </a:p>
        </p:txBody>
      </p:sp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1E4C2140-FA9D-8C0A-62EF-CC2C3FBBD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989936"/>
              </p:ext>
            </p:extLst>
          </p:nvPr>
        </p:nvGraphicFramePr>
        <p:xfrm>
          <a:off x="395784" y="1364260"/>
          <a:ext cx="11400432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72">
                  <a:extLst>
                    <a:ext uri="{9D8B030D-6E8A-4147-A177-3AD203B41FA5}">
                      <a16:colId xmlns:a16="http://schemas.microsoft.com/office/drawing/2014/main" val="2499718628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2605615202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624793688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3449220282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4240036390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34721184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Sample</a:t>
                      </a:r>
                      <a:r>
                        <a:rPr lang="fr-FR" dirty="0"/>
                        <a:t> 1</a:t>
                      </a:r>
                    </a:p>
                    <a:p>
                      <a:r>
                        <a:rPr lang="fr-FR" dirty="0"/>
                        <a:t>Condition1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Sample</a:t>
                      </a:r>
                      <a:r>
                        <a:rPr lang="fr-FR" dirty="0"/>
                        <a:t> 2</a:t>
                      </a:r>
                    </a:p>
                    <a:p>
                      <a:r>
                        <a:rPr lang="fr-FR" dirty="0"/>
                        <a:t>Condition1 rep 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Sample</a:t>
                      </a:r>
                      <a:r>
                        <a:rPr lang="fr-FR" dirty="0"/>
                        <a:t> 3</a:t>
                      </a:r>
                    </a:p>
                    <a:p>
                      <a:r>
                        <a:rPr lang="fr-FR" dirty="0"/>
                        <a:t>Condition2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Sample</a:t>
                      </a:r>
                      <a:r>
                        <a:rPr lang="fr-FR" dirty="0"/>
                        <a:t> 4</a:t>
                      </a:r>
                    </a:p>
                    <a:p>
                      <a:r>
                        <a:rPr lang="fr-FR" dirty="0"/>
                        <a:t>Condition2 rep2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…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5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26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59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3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81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4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731912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8DE7E16A-171C-4736-4DCE-989324142E89}"/>
              </a:ext>
            </a:extLst>
          </p:cNvPr>
          <p:cNvSpPr txBox="1"/>
          <p:nvPr/>
        </p:nvSpPr>
        <p:spPr>
          <a:xfrm>
            <a:off x="838946" y="3593577"/>
            <a:ext cx="6545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Add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pseudocount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– to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avoid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0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counts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for log2 transformation</a:t>
            </a:r>
          </a:p>
        </p:txBody>
      </p:sp>
    </p:spTree>
    <p:extLst>
      <p:ext uri="{BB962C8B-B14F-4D97-AF65-F5344CB8AC3E}">
        <p14:creationId xmlns:p14="http://schemas.microsoft.com/office/powerpoint/2010/main" val="3938232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10855-C108-8089-7563-8B7B3969F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141E637-374C-D439-7466-2CF5BF8D38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511BED76-2A71-AC97-3375-F05C1708C537}"/>
              </a:ext>
            </a:extLst>
          </p:cNvPr>
          <p:cNvSpPr txBox="1"/>
          <p:nvPr/>
        </p:nvSpPr>
        <p:spPr>
          <a:xfrm>
            <a:off x="6390812" y="2147554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CLR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ranked</a:t>
            </a:r>
            <a:endParaRPr lang="fr-FR" b="1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31" name="Image 30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C4026982-B4D3-091B-3435-0CC91D8EC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25" y="2612240"/>
            <a:ext cx="3966463" cy="2833189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ACB0E111-6721-DF29-986A-4E488904B49C}"/>
              </a:ext>
            </a:extLst>
          </p:cNvPr>
          <p:cNvSpPr txBox="1"/>
          <p:nvPr/>
        </p:nvSpPr>
        <p:spPr>
          <a:xfrm>
            <a:off x="263768" y="2103324"/>
            <a:ext cx="20603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PCoA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of CLR</a:t>
            </a:r>
          </a:p>
        </p:txBody>
      </p:sp>
      <p:pic>
        <p:nvPicPr>
          <p:cNvPr id="3" name="Image 2" descr="Une image contenant texte,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A4F092AA-D71A-7605-E2FB-F98CB4616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0689" y="2612239"/>
            <a:ext cx="3893159" cy="283318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BAF7BB5-9D6C-AC53-A805-98533413F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4504" y="2612240"/>
            <a:ext cx="3847171" cy="283318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421AA83-9981-54A5-D219-8384E042F5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462" y="541745"/>
            <a:ext cx="737344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5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Quality</a:t>
            </a:r>
            <a:r>
              <a:rPr kumimoji="0" lang="fr-FR" altLang="fr-FR" sz="5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control</a:t>
            </a:r>
            <a:endParaRPr kumimoji="0" lang="fr-FR" altLang="fr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7D1596D-EDD4-CA0C-AD76-D344579DF991}"/>
              </a:ext>
            </a:extLst>
          </p:cNvPr>
          <p:cNvSpPr/>
          <p:nvPr/>
        </p:nvSpPr>
        <p:spPr>
          <a:xfrm>
            <a:off x="3046583" y="2536845"/>
            <a:ext cx="648899" cy="574059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94B4D35-590E-22AF-6E56-1898147519ED}"/>
              </a:ext>
            </a:extLst>
          </p:cNvPr>
          <p:cNvSpPr txBox="1"/>
          <p:nvPr/>
        </p:nvSpPr>
        <p:spPr>
          <a:xfrm>
            <a:off x="1593873" y="2839568"/>
            <a:ext cx="1452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3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replicates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at  time point 20</a:t>
            </a:r>
          </a:p>
        </p:txBody>
      </p:sp>
      <p:cxnSp>
        <p:nvCxnSpPr>
          <p:cNvPr id="6" name="Connecteur : en arc 5">
            <a:extLst>
              <a:ext uri="{FF2B5EF4-FFF2-40B4-BE49-F238E27FC236}">
                <a16:creationId xmlns:a16="http://schemas.microsoft.com/office/drawing/2014/main" id="{01880459-8407-4386-5A3E-E8490FFF7F7A}"/>
              </a:ext>
            </a:extLst>
          </p:cNvPr>
          <p:cNvCxnSpPr>
            <a:cxnSpLocks/>
          </p:cNvCxnSpPr>
          <p:nvPr/>
        </p:nvCxnSpPr>
        <p:spPr>
          <a:xfrm flipV="1">
            <a:off x="2470126" y="2664070"/>
            <a:ext cx="495303" cy="189698"/>
          </a:xfrm>
          <a:prstGeom prst="curvedConnector3">
            <a:avLst>
              <a:gd name="adj1" fmla="val -19230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38AFD449-A6D5-A21C-C7EC-65ADAE480074}"/>
              </a:ext>
            </a:extLst>
          </p:cNvPr>
          <p:cNvSpPr/>
          <p:nvPr/>
        </p:nvSpPr>
        <p:spPr>
          <a:xfrm>
            <a:off x="4691495" y="2509744"/>
            <a:ext cx="381000" cy="344024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EE42F73-EED9-B54E-716F-D54381CD3F64}"/>
              </a:ext>
            </a:extLst>
          </p:cNvPr>
          <p:cNvSpPr txBox="1"/>
          <p:nvPr/>
        </p:nvSpPr>
        <p:spPr>
          <a:xfrm>
            <a:off x="4967763" y="1777412"/>
            <a:ext cx="1364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Time 0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after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infection</a:t>
            </a:r>
          </a:p>
        </p:txBody>
      </p:sp>
      <p:cxnSp>
        <p:nvCxnSpPr>
          <p:cNvPr id="13" name="Connecteur : en arc 12">
            <a:extLst>
              <a:ext uri="{FF2B5EF4-FFF2-40B4-BE49-F238E27FC236}">
                <a16:creationId xmlns:a16="http://schemas.microsoft.com/office/drawing/2014/main" id="{46EA173F-9F45-D8A1-C127-4AAD6CBAF88A}"/>
              </a:ext>
            </a:extLst>
          </p:cNvPr>
          <p:cNvCxnSpPr>
            <a:cxnSpLocks/>
          </p:cNvCxnSpPr>
          <p:nvPr/>
        </p:nvCxnSpPr>
        <p:spPr>
          <a:xfrm rot="5400000">
            <a:off x="4782783" y="2150526"/>
            <a:ext cx="433638" cy="145786"/>
          </a:xfrm>
          <a:prstGeom prst="curvedConnector3">
            <a:avLst>
              <a:gd name="adj1" fmla="val -26146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llipse 21">
            <a:extLst>
              <a:ext uri="{FF2B5EF4-FFF2-40B4-BE49-F238E27FC236}">
                <a16:creationId xmlns:a16="http://schemas.microsoft.com/office/drawing/2014/main" id="{CC702E6F-CA62-8F1B-C17D-619EBFFC0642}"/>
              </a:ext>
            </a:extLst>
          </p:cNvPr>
          <p:cNvSpPr/>
          <p:nvPr/>
        </p:nvSpPr>
        <p:spPr>
          <a:xfrm>
            <a:off x="8479242" y="2551639"/>
            <a:ext cx="381000" cy="344024"/>
          </a:xfrm>
          <a:prstGeom prst="ellipse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910A737-D931-925C-4B7D-11D79DD8E401}"/>
              </a:ext>
            </a:extLst>
          </p:cNvPr>
          <p:cNvSpPr txBox="1"/>
          <p:nvPr/>
        </p:nvSpPr>
        <p:spPr>
          <a:xfrm>
            <a:off x="8793731" y="1814908"/>
            <a:ext cx="1364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Time 20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after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infection</a:t>
            </a:r>
          </a:p>
        </p:txBody>
      </p:sp>
      <p:cxnSp>
        <p:nvCxnSpPr>
          <p:cNvPr id="24" name="Connecteur : en arc 23">
            <a:extLst>
              <a:ext uri="{FF2B5EF4-FFF2-40B4-BE49-F238E27FC236}">
                <a16:creationId xmlns:a16="http://schemas.microsoft.com/office/drawing/2014/main" id="{C7C6DE87-947B-C3E0-46E9-9FBB8E8D4DC8}"/>
              </a:ext>
            </a:extLst>
          </p:cNvPr>
          <p:cNvCxnSpPr>
            <a:cxnSpLocks/>
          </p:cNvCxnSpPr>
          <p:nvPr/>
        </p:nvCxnSpPr>
        <p:spPr>
          <a:xfrm rot="5400000">
            <a:off x="8570530" y="2192421"/>
            <a:ext cx="433638" cy="145786"/>
          </a:xfrm>
          <a:prstGeom prst="curvedConnector3">
            <a:avLst>
              <a:gd name="adj1" fmla="val -26146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llipse 24">
            <a:extLst>
              <a:ext uri="{FF2B5EF4-FFF2-40B4-BE49-F238E27FC236}">
                <a16:creationId xmlns:a16="http://schemas.microsoft.com/office/drawing/2014/main" id="{D9867358-14FD-5F41-71EF-1E943F074605}"/>
              </a:ext>
            </a:extLst>
          </p:cNvPr>
          <p:cNvSpPr/>
          <p:nvPr/>
        </p:nvSpPr>
        <p:spPr>
          <a:xfrm rot="1115779">
            <a:off x="7789350" y="2963406"/>
            <a:ext cx="336711" cy="93118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40601B5-6A0A-6449-54F1-1C4922DEF9F1}"/>
              </a:ext>
            </a:extLst>
          </p:cNvPr>
          <p:cNvSpPr/>
          <p:nvPr/>
        </p:nvSpPr>
        <p:spPr>
          <a:xfrm rot="2439655">
            <a:off x="11132925" y="3609019"/>
            <a:ext cx="454478" cy="83802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D3D5695D-8753-1C82-5FD0-7A3532842E22}"/>
              </a:ext>
            </a:extLst>
          </p:cNvPr>
          <p:cNvSpPr/>
          <p:nvPr/>
        </p:nvSpPr>
        <p:spPr>
          <a:xfrm rot="4177446">
            <a:off x="5250975" y="3843443"/>
            <a:ext cx="327939" cy="1149245"/>
          </a:xfrm>
          <a:prstGeom prst="ellipse">
            <a:avLst/>
          </a:prstGeom>
          <a:noFill/>
          <a:ln w="285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9A962588-C86A-CFEF-F43C-328FF476EF00}"/>
              </a:ext>
            </a:extLst>
          </p:cNvPr>
          <p:cNvSpPr/>
          <p:nvPr/>
        </p:nvSpPr>
        <p:spPr>
          <a:xfrm rot="5983642">
            <a:off x="11279172" y="3192131"/>
            <a:ext cx="913643" cy="308977"/>
          </a:xfrm>
          <a:prstGeom prst="ellipse">
            <a:avLst/>
          </a:prstGeom>
          <a:noFill/>
          <a:ln w="285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559AC0FA-7BAE-12D2-47A4-7C6BF1F96A42}"/>
              </a:ext>
            </a:extLst>
          </p:cNvPr>
          <p:cNvSpPr txBox="1"/>
          <p:nvPr/>
        </p:nvSpPr>
        <p:spPr>
          <a:xfrm>
            <a:off x="6345388" y="2673801"/>
            <a:ext cx="1364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Ribosomal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genes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  <p:cxnSp>
        <p:nvCxnSpPr>
          <p:cNvPr id="32" name="Connecteur : en arc 31">
            <a:extLst>
              <a:ext uri="{FF2B5EF4-FFF2-40B4-BE49-F238E27FC236}">
                <a16:creationId xmlns:a16="http://schemas.microsoft.com/office/drawing/2014/main" id="{E5392E1B-AEEB-B911-7913-3FC5792DD89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454689" y="2904637"/>
            <a:ext cx="387253" cy="277169"/>
          </a:xfrm>
          <a:prstGeom prst="curvedConnector3">
            <a:avLst>
              <a:gd name="adj1" fmla="val -1231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ZoneTexte 45">
            <a:extLst>
              <a:ext uri="{FF2B5EF4-FFF2-40B4-BE49-F238E27FC236}">
                <a16:creationId xmlns:a16="http://schemas.microsoft.com/office/drawing/2014/main" id="{A3B37892-7705-7936-C066-862B5E4357EF}"/>
              </a:ext>
            </a:extLst>
          </p:cNvPr>
          <p:cNvSpPr txBox="1"/>
          <p:nvPr/>
        </p:nvSpPr>
        <p:spPr>
          <a:xfrm>
            <a:off x="5980162" y="4314010"/>
            <a:ext cx="1364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002060"/>
                </a:solidFill>
                <a:latin typeface="Oswald" panose="00000500000000000000" pitchFamily="2" charset="0"/>
              </a:rPr>
              <a:t>Phage </a:t>
            </a:r>
            <a:r>
              <a:rPr lang="fr-FR" dirty="0" err="1">
                <a:solidFill>
                  <a:srgbClr val="002060"/>
                </a:solidFill>
                <a:latin typeface="Oswald" panose="00000500000000000000" pitchFamily="2" charset="0"/>
              </a:rPr>
              <a:t>genes</a:t>
            </a:r>
            <a:endParaRPr lang="fr-FR" dirty="0">
              <a:solidFill>
                <a:srgbClr val="002060"/>
              </a:solidFill>
              <a:latin typeface="Oswald" panose="00000500000000000000" pitchFamily="2" charset="0"/>
            </a:endParaRPr>
          </a:p>
        </p:txBody>
      </p:sp>
      <p:cxnSp>
        <p:nvCxnSpPr>
          <p:cNvPr id="47" name="Connecteur : en arc 46">
            <a:extLst>
              <a:ext uri="{FF2B5EF4-FFF2-40B4-BE49-F238E27FC236}">
                <a16:creationId xmlns:a16="http://schemas.microsoft.com/office/drawing/2014/main" id="{514E2934-E29D-3ECA-EB56-7A921AFF0D57}"/>
              </a:ext>
            </a:extLst>
          </p:cNvPr>
          <p:cNvCxnSpPr>
            <a:cxnSpLocks/>
          </p:cNvCxnSpPr>
          <p:nvPr/>
        </p:nvCxnSpPr>
        <p:spPr>
          <a:xfrm rot="10800000">
            <a:off x="5971065" y="4190645"/>
            <a:ext cx="548342" cy="149373"/>
          </a:xfrm>
          <a:prstGeom prst="curvedConnector3">
            <a:avLst>
              <a:gd name="adj1" fmla="val -26430"/>
            </a:avLst>
          </a:prstGeom>
          <a:ln w="381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2619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02F33-F8F5-52C9-AA97-7C2009D0D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1453F6BD-FCA3-21BC-6F85-61925E797A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417" y="1325571"/>
            <a:ext cx="10851166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3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First interrogation –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9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swald" panose="020F0502020204030204" pitchFamily="2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How are the </a:t>
            </a:r>
            <a:r>
              <a:rPr kumimoji="0" lang="fr-FR" altLang="fr-FR" sz="4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defense</a:t>
            </a:r>
            <a:r>
              <a:rPr kumimoji="0" lang="fr-FR" altLang="fr-FR" sz="4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system </a:t>
            </a:r>
            <a:r>
              <a:rPr kumimoji="0" lang="fr-FR" altLang="fr-FR" sz="4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genes</a:t>
            </a:r>
            <a:r>
              <a:rPr kumimoji="0" lang="fr-FR" altLang="fr-FR" sz="4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4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expressed</a:t>
            </a:r>
            <a:r>
              <a:rPr kumimoji="0" lang="fr-FR" altLang="fr-FR" sz="4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in </a:t>
            </a:r>
            <a:r>
              <a:rPr kumimoji="0" lang="fr-FR" altLang="fr-FR" sz="4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infected</a:t>
            </a:r>
            <a:r>
              <a:rPr kumimoji="0" lang="fr-FR" altLang="fr-FR" sz="4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4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strains</a:t>
            </a:r>
            <a:r>
              <a:rPr kumimoji="0" lang="fr-FR" altLang="fr-FR" sz="4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4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compared</a:t>
            </a:r>
            <a:r>
              <a:rPr kumimoji="0" lang="fr-FR" altLang="fr-FR" sz="4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control </a:t>
            </a:r>
            <a:r>
              <a:rPr kumimoji="0" lang="fr-FR" altLang="fr-FR" sz="4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strains</a:t>
            </a:r>
            <a:r>
              <a:rPr kumimoji="0" lang="fr-FR" altLang="fr-FR" sz="4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?</a:t>
            </a:r>
            <a:endParaRPr kumimoji="0" lang="fr-FR" altLang="fr-FR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A88370-899D-B954-816D-2A20BB67D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29EF8070-E014-A6B4-2ABA-9F12E21A1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1344" y="4508389"/>
            <a:ext cx="1869223" cy="1918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516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7967D-B788-AE8C-0D93-C45B29C4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51EDCF98-B29A-21BD-8B79-413248798F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00" r="30424"/>
          <a:stretch>
            <a:fillRect/>
          </a:stretch>
        </p:blipFill>
        <p:spPr>
          <a:xfrm>
            <a:off x="2180706" y="1684506"/>
            <a:ext cx="2879556" cy="3777917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956E818F-3689-1A80-A744-925C993A7A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417" y="887069"/>
            <a:ext cx="1085116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How are the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defense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system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genes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expressed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in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infected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strains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compared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control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strains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?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897488-E70C-3A52-59AD-CFAA52739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4C7C2B7E-FE87-800F-D7CE-F9041503F6F0}"/>
              </a:ext>
            </a:extLst>
          </p:cNvPr>
          <p:cNvGrpSpPr/>
          <p:nvPr/>
        </p:nvGrpSpPr>
        <p:grpSpPr>
          <a:xfrm>
            <a:off x="1302294" y="1531665"/>
            <a:ext cx="4433580" cy="4238535"/>
            <a:chOff x="540295" y="1597041"/>
            <a:chExt cx="4433580" cy="4238535"/>
          </a:xfrm>
        </p:grpSpPr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342F781D-7FDA-4030-1623-1ED43EE3E788}"/>
                </a:ext>
              </a:extLst>
            </p:cNvPr>
            <p:cNvCxnSpPr>
              <a:cxnSpLocks/>
            </p:cNvCxnSpPr>
            <p:nvPr/>
          </p:nvCxnSpPr>
          <p:spPr>
            <a:xfrm>
              <a:off x="3072016" y="2008682"/>
              <a:ext cx="1095250" cy="0"/>
            </a:xfrm>
            <a:prstGeom prst="straightConnector1">
              <a:avLst/>
            </a:prstGeom>
            <a:ln w="38100">
              <a:solidFill>
                <a:schemeClr val="accent3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CF2E0074-C54C-DF46-E268-9C6964290987}"/>
                </a:ext>
              </a:extLst>
            </p:cNvPr>
            <p:cNvCxnSpPr>
              <a:cxnSpLocks/>
            </p:cNvCxnSpPr>
            <p:nvPr/>
          </p:nvCxnSpPr>
          <p:spPr>
            <a:xfrm>
              <a:off x="1864466" y="2008682"/>
              <a:ext cx="1095250" cy="0"/>
            </a:xfrm>
            <a:prstGeom prst="straightConnector1">
              <a:avLst/>
            </a:prstGeom>
            <a:ln w="38100">
              <a:solidFill>
                <a:schemeClr val="accent3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FC2563CE-779D-20DE-42CC-E7710D53207C}"/>
                </a:ext>
              </a:extLst>
            </p:cNvPr>
            <p:cNvSpPr txBox="1"/>
            <p:nvPr/>
          </p:nvSpPr>
          <p:spPr>
            <a:xfrm>
              <a:off x="3024648" y="1597041"/>
              <a:ext cx="11345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dirty="0">
                  <a:solidFill>
                    <a:schemeClr val="accent3">
                      <a:lumMod val="75000"/>
                    </a:schemeClr>
                  </a:solidFill>
                </a:rPr>
                <a:t>+ </a:t>
              </a:r>
              <a:r>
                <a:rPr lang="fr-FR" sz="1600" b="1" dirty="0" err="1">
                  <a:solidFill>
                    <a:schemeClr val="accent3">
                      <a:lumMod val="75000"/>
                    </a:schemeClr>
                  </a:solidFill>
                </a:rPr>
                <a:t>infected</a:t>
              </a:r>
              <a:endParaRPr lang="fr-FR" sz="1600" b="1" dirty="0">
                <a:solidFill>
                  <a:schemeClr val="accent3">
                    <a:lumMod val="75000"/>
                  </a:schemeClr>
                </a:solidFill>
              </a:endParaRP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85B57DEE-5C6A-2337-D73F-4A28D965421E}"/>
                </a:ext>
              </a:extLst>
            </p:cNvPr>
            <p:cNvSpPr txBox="1"/>
            <p:nvPr/>
          </p:nvSpPr>
          <p:spPr>
            <a:xfrm>
              <a:off x="1929398" y="1597824"/>
              <a:ext cx="10952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dirty="0">
                  <a:solidFill>
                    <a:schemeClr val="accent3">
                      <a:lumMod val="75000"/>
                    </a:schemeClr>
                  </a:solidFill>
                </a:rPr>
                <a:t>- control</a:t>
              </a:r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687517A4-AAF1-7A27-DBD0-E4A27D858F3E}"/>
                </a:ext>
              </a:extLst>
            </p:cNvPr>
            <p:cNvSpPr/>
            <p:nvPr/>
          </p:nvSpPr>
          <p:spPr>
            <a:xfrm>
              <a:off x="1328883" y="3145713"/>
              <a:ext cx="367118" cy="349873"/>
            </a:xfrm>
            <a:prstGeom prst="ellipse">
              <a:avLst/>
            </a:prstGeom>
            <a:noFill/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59DAD28A-3EF3-D339-14B4-BFBBB1357EB8}"/>
                </a:ext>
              </a:extLst>
            </p:cNvPr>
            <p:cNvSpPr txBox="1"/>
            <p:nvPr/>
          </p:nvSpPr>
          <p:spPr>
            <a:xfrm>
              <a:off x="540295" y="2294929"/>
              <a:ext cx="14527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err="1">
                  <a:solidFill>
                    <a:schemeClr val="bg2">
                      <a:lumMod val="25000"/>
                    </a:schemeClr>
                  </a:solidFill>
                  <a:latin typeface="Oswald" panose="00000500000000000000" pitchFamily="2" charset="0"/>
                </a:rPr>
                <a:t>p</a:t>
              </a:r>
              <a:r>
                <a:rPr lang="fr-FR" baseline="-25000" dirty="0" err="1">
                  <a:solidFill>
                    <a:schemeClr val="bg2">
                      <a:lumMod val="25000"/>
                    </a:schemeClr>
                  </a:solidFill>
                  <a:latin typeface="Oswald" panose="00000500000000000000" pitchFamily="2" charset="0"/>
                </a:rPr>
                <a:t>adj</a:t>
              </a:r>
              <a:r>
                <a:rPr lang="fr-FR" dirty="0">
                  <a:solidFill>
                    <a:schemeClr val="bg2">
                      <a:lumMod val="25000"/>
                    </a:schemeClr>
                  </a:solidFill>
                  <a:latin typeface="Oswald" panose="00000500000000000000" pitchFamily="2" charset="0"/>
                </a:rPr>
                <a:t> = </a:t>
              </a:r>
              <a:r>
                <a:rPr lang="fr-FR" dirty="0" err="1">
                  <a:solidFill>
                    <a:schemeClr val="bg2">
                      <a:lumMod val="25000"/>
                    </a:schemeClr>
                  </a:solidFill>
                  <a:latin typeface="Oswald" panose="00000500000000000000" pitchFamily="2" charset="0"/>
                </a:rPr>
                <a:t>significance</a:t>
              </a:r>
              <a:endPara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endParaRPr>
            </a:p>
          </p:txBody>
        </p:sp>
        <p:cxnSp>
          <p:nvCxnSpPr>
            <p:cNvPr id="14" name="Connecteur : en arc 13">
              <a:extLst>
                <a:ext uri="{FF2B5EF4-FFF2-40B4-BE49-F238E27FC236}">
                  <a16:creationId xmlns:a16="http://schemas.microsoft.com/office/drawing/2014/main" id="{8E456094-BA2D-3DAB-4CDF-BCBAEAFA539F}"/>
                </a:ext>
              </a:extLst>
            </p:cNvPr>
            <p:cNvCxnSpPr>
              <a:cxnSpLocks/>
            </p:cNvCxnSpPr>
            <p:nvPr/>
          </p:nvCxnSpPr>
          <p:spPr>
            <a:xfrm>
              <a:off x="927636" y="2970776"/>
              <a:ext cx="367383" cy="349873"/>
            </a:xfrm>
            <a:prstGeom prst="curvedConnector3">
              <a:avLst>
                <a:gd name="adj1" fmla="val -36916"/>
              </a:avLst>
            </a:prstGeom>
            <a:ln w="38100">
              <a:solidFill>
                <a:schemeClr val="bg2">
                  <a:lumMod val="2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32756D79-1022-DBA0-AC5B-D7836A353598}"/>
                </a:ext>
              </a:extLst>
            </p:cNvPr>
            <p:cNvSpPr/>
            <p:nvPr/>
          </p:nvSpPr>
          <p:spPr>
            <a:xfrm>
              <a:off x="2322356" y="5196194"/>
              <a:ext cx="1297285" cy="277533"/>
            </a:xfrm>
            <a:prstGeom prst="ellipse">
              <a:avLst/>
            </a:prstGeom>
            <a:noFill/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Connecteur : en arc 17">
              <a:extLst>
                <a:ext uri="{FF2B5EF4-FFF2-40B4-BE49-F238E27FC236}">
                  <a16:creationId xmlns:a16="http://schemas.microsoft.com/office/drawing/2014/main" id="{F9D7414D-7879-F8B2-6566-B2AAC564FB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2854" y="5334960"/>
              <a:ext cx="354590" cy="277008"/>
            </a:xfrm>
            <a:prstGeom prst="curvedConnector3">
              <a:avLst>
                <a:gd name="adj1" fmla="val -142"/>
              </a:avLst>
            </a:prstGeom>
            <a:ln w="38100">
              <a:solidFill>
                <a:schemeClr val="bg2">
                  <a:lumMod val="2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DCAD52DF-29D7-6CE3-6288-6BDC4BFDE2B7}"/>
                </a:ext>
              </a:extLst>
            </p:cNvPr>
            <p:cNvSpPr txBox="1"/>
            <p:nvPr/>
          </p:nvSpPr>
          <p:spPr>
            <a:xfrm>
              <a:off x="1295019" y="5527799"/>
              <a:ext cx="1721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>
                  <a:solidFill>
                    <a:schemeClr val="bg2">
                      <a:lumMod val="25000"/>
                    </a:schemeClr>
                  </a:solidFill>
                  <a:latin typeface="Oswald" panose="00000500000000000000" pitchFamily="2" charset="0"/>
                </a:rPr>
                <a:t>Of </a:t>
              </a:r>
              <a:r>
                <a:rPr lang="fr-FR" sz="1400" dirty="0" err="1">
                  <a:solidFill>
                    <a:schemeClr val="bg2">
                      <a:lumMod val="25000"/>
                    </a:schemeClr>
                  </a:solidFill>
                  <a:latin typeface="Oswald" panose="00000500000000000000" pitchFamily="2" charset="0"/>
                </a:rPr>
                <a:t>genes</a:t>
              </a:r>
              <a:r>
                <a:rPr lang="fr-FR" sz="1400" dirty="0">
                  <a:solidFill>
                    <a:schemeClr val="bg2">
                      <a:lumMod val="25000"/>
                    </a:schemeClr>
                  </a:solidFill>
                  <a:latin typeface="Oswald" panose="00000500000000000000" pitchFamily="2" charset="0"/>
                </a:rPr>
                <a:t> </a:t>
              </a:r>
              <a:r>
                <a:rPr lang="fr-FR" sz="1400" dirty="0" err="1">
                  <a:solidFill>
                    <a:schemeClr val="bg2">
                      <a:lumMod val="25000"/>
                    </a:schemeClr>
                  </a:solidFill>
                  <a:latin typeface="Oswald" panose="00000500000000000000" pitchFamily="2" charset="0"/>
                </a:rPr>
                <a:t>counts</a:t>
              </a:r>
              <a:endPara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endParaRP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4124BFEB-C0F8-6851-37D2-70541D8036EB}"/>
                </a:ext>
              </a:extLst>
            </p:cNvPr>
            <p:cNvSpPr txBox="1"/>
            <p:nvPr/>
          </p:nvSpPr>
          <p:spPr>
            <a:xfrm>
              <a:off x="3521165" y="4252210"/>
              <a:ext cx="14527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 err="1">
                  <a:solidFill>
                    <a:schemeClr val="accent3">
                      <a:lumMod val="75000"/>
                    </a:schemeClr>
                  </a:solidFill>
                  <a:latin typeface="Oswald" panose="00000500000000000000" pitchFamily="2" charset="0"/>
                </a:rPr>
                <a:t>Defense</a:t>
              </a:r>
              <a:r>
                <a:rPr lang="fr-FR" sz="1600" dirty="0">
                  <a:solidFill>
                    <a:schemeClr val="accent3">
                      <a:lumMod val="75000"/>
                    </a:schemeClr>
                  </a:solidFill>
                  <a:latin typeface="Oswald" panose="00000500000000000000" pitchFamily="2" charset="0"/>
                </a:rPr>
                <a:t> system </a:t>
              </a:r>
              <a:r>
                <a:rPr lang="fr-FR" sz="1600" dirty="0" err="1">
                  <a:solidFill>
                    <a:schemeClr val="accent3">
                      <a:lumMod val="75000"/>
                    </a:schemeClr>
                  </a:solidFill>
                  <a:latin typeface="Oswald" panose="00000500000000000000" pitchFamily="2" charset="0"/>
                </a:rPr>
                <a:t>genes</a:t>
              </a:r>
              <a:endParaRPr lang="fr-FR" sz="1600" dirty="0">
                <a:solidFill>
                  <a:schemeClr val="accent3">
                    <a:lumMod val="75000"/>
                  </a:schemeClr>
                </a:solidFill>
                <a:latin typeface="Oswald" panose="00000500000000000000" pitchFamily="2" charset="0"/>
              </a:endParaRPr>
            </a:p>
          </p:txBody>
        </p:sp>
        <p:cxnSp>
          <p:nvCxnSpPr>
            <p:cNvPr id="35" name="Connecteur : en arc 34">
              <a:extLst>
                <a:ext uri="{FF2B5EF4-FFF2-40B4-BE49-F238E27FC236}">
                  <a16:creationId xmlns:a16="http://schemas.microsoft.com/office/drawing/2014/main" id="{23F64C07-4B07-558C-8EDE-E1C360596F7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24201" y="4694766"/>
              <a:ext cx="396965" cy="90570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8" name="Image 27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4D5DCC9D-7A5B-0D5C-F89A-7F5FD17B9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" r="64876"/>
          <a:stretch>
            <a:fillRect/>
          </a:stretch>
        </p:blipFill>
        <p:spPr>
          <a:xfrm>
            <a:off x="5570953" y="1531665"/>
            <a:ext cx="3058012" cy="401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762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DBF16-F855-A49F-AE89-1FC88D3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8CD699C8-6EB1-00B6-8C26-78AB92E40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417" y="887069"/>
            <a:ext cx="1085116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How are the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defense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system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genes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expressed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in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infected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strains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compared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control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strains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?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3D528B5-11C6-5D0B-8B7E-A33BE60006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Image 18" descr="Une image contenant texte, Tracé, diagramme, ligne&#10;&#10;Le contenu généré par l’IA peut être incorrect.">
            <a:extLst>
              <a:ext uri="{FF2B5EF4-FFF2-40B4-BE49-F238E27FC236}">
                <a16:creationId xmlns:a16="http://schemas.microsoft.com/office/drawing/2014/main" id="{90C5E9D6-0AC7-ECDF-4455-74C0494519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7179"/>
            <a:ext cx="6860099" cy="3580931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5AC42B1B-5740-C000-86C3-43BC9F155FCE}"/>
              </a:ext>
            </a:extLst>
          </p:cNvPr>
          <p:cNvGrpSpPr/>
          <p:nvPr/>
        </p:nvGrpSpPr>
        <p:grpSpPr>
          <a:xfrm>
            <a:off x="7011012" y="3749802"/>
            <a:ext cx="5180988" cy="3073385"/>
            <a:chOff x="2055304" y="1531106"/>
            <a:chExt cx="7905009" cy="4743075"/>
          </a:xfrm>
        </p:grpSpPr>
        <p:pic>
          <p:nvPicPr>
            <p:cNvPr id="2" name="Image 1" descr="Une image contenant texte, diagramme, capture d’écran, ligne&#10;&#10;Le contenu généré par l’IA peut être incorrect.">
              <a:extLst>
                <a:ext uri="{FF2B5EF4-FFF2-40B4-BE49-F238E27FC236}">
                  <a16:creationId xmlns:a16="http://schemas.microsoft.com/office/drawing/2014/main" id="{70849D01-0EA2-9EB2-7B80-935D57FEB6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 r="30703" b="66511"/>
            <a:stretch>
              <a:fillRect/>
            </a:stretch>
          </p:blipFill>
          <p:spPr>
            <a:xfrm>
              <a:off x="2055304" y="1531106"/>
              <a:ext cx="3416300" cy="4743075"/>
            </a:xfrm>
            <a:prstGeom prst="rect">
              <a:avLst/>
            </a:prstGeom>
          </p:spPr>
        </p:pic>
        <p:pic>
          <p:nvPicPr>
            <p:cNvPr id="3" name="Image 2" descr="Une image contenant texte, diagramme, capture d’écran, ligne&#10;&#10;Le contenu généré par l’IA peut être incorrect.">
              <a:extLst>
                <a:ext uri="{FF2B5EF4-FFF2-40B4-BE49-F238E27FC236}">
                  <a16:creationId xmlns:a16="http://schemas.microsoft.com/office/drawing/2014/main" id="{3B1BB7E9-1EEE-5C52-EC85-FA6224AC3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000" b="66511"/>
            <a:stretch>
              <a:fillRect/>
            </a:stretch>
          </p:blipFill>
          <p:spPr>
            <a:xfrm>
              <a:off x="5534363" y="1531106"/>
              <a:ext cx="4425950" cy="4743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69990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9CA27-57F0-993F-C005-46D2D6E27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D910F8C-3D52-E312-9807-42FB76BBC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417" y="887069"/>
            <a:ext cx="1085116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How are the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defense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system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genes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expressed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in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infected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strains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compared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control </a:t>
            </a: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strains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?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370578E-9C32-B625-3373-28C3034BE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 9" descr="Une image contenant texte, diagramme, ligne, Tracé&#10;&#10;Le contenu généré par l’IA peut être incorrect.">
            <a:extLst>
              <a:ext uri="{FF2B5EF4-FFF2-40B4-BE49-F238E27FC236}">
                <a16:creationId xmlns:a16="http://schemas.microsoft.com/office/drawing/2014/main" id="{4BDE2C30-BCD8-00C0-E5F5-07DD354F4D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22" b="49955"/>
          <a:stretch>
            <a:fillRect/>
          </a:stretch>
        </p:blipFill>
        <p:spPr>
          <a:xfrm>
            <a:off x="9367457" y="3443314"/>
            <a:ext cx="2824544" cy="3367740"/>
          </a:xfrm>
          <a:prstGeom prst="rect">
            <a:avLst/>
          </a:prstGeom>
        </p:spPr>
      </p:pic>
      <p:pic>
        <p:nvPicPr>
          <p:cNvPr id="14" name="Image 13" descr="Une image contenant texte, diagramme, ligne, Tracé&#10;&#10;Le contenu généré par l’IA peut être incorrect.">
            <a:extLst>
              <a:ext uri="{FF2B5EF4-FFF2-40B4-BE49-F238E27FC236}">
                <a16:creationId xmlns:a16="http://schemas.microsoft.com/office/drawing/2014/main" id="{FEF467C3-DFB6-ED01-6D92-15E3746254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422" b="49955"/>
          <a:stretch>
            <a:fillRect/>
          </a:stretch>
        </p:blipFill>
        <p:spPr>
          <a:xfrm>
            <a:off x="7015398" y="3443315"/>
            <a:ext cx="2824544" cy="3367739"/>
          </a:xfrm>
          <a:prstGeom prst="rect">
            <a:avLst/>
          </a:prstGeom>
        </p:spPr>
      </p:pic>
      <p:pic>
        <p:nvPicPr>
          <p:cNvPr id="19" name="Image 18" descr="Une image contenant texte, Tracé, diagramme, ligne&#10;&#10;Le contenu généré par l’IA peut être incorrect.">
            <a:extLst>
              <a:ext uri="{FF2B5EF4-FFF2-40B4-BE49-F238E27FC236}">
                <a16:creationId xmlns:a16="http://schemas.microsoft.com/office/drawing/2014/main" id="{52F44B27-343A-977B-577B-1AEF8F989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287179"/>
            <a:ext cx="6860099" cy="358093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5D66D967-1BAE-AE00-4CED-B60143CD5911}"/>
              </a:ext>
            </a:extLst>
          </p:cNvPr>
          <p:cNvSpPr txBox="1"/>
          <p:nvPr/>
        </p:nvSpPr>
        <p:spPr>
          <a:xfrm rot="20763060">
            <a:off x="709948" y="2224535"/>
            <a:ext cx="10172496" cy="3416320"/>
          </a:xfrm>
          <a:prstGeom prst="rect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			</a:t>
            </a:r>
          </a:p>
          <a:p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			</a:t>
            </a:r>
            <a:r>
              <a:rPr lang="fr-FR" dirty="0" err="1">
                <a:solidFill>
                  <a:schemeClr val="bg1"/>
                </a:solidFill>
                <a:latin typeface="Oswald" panose="00000500000000000000" pitchFamily="2" charset="0"/>
              </a:rPr>
              <a:t>Problem</a:t>
            </a:r>
            <a:r>
              <a:rPr lang="fr-FR" dirty="0">
                <a:solidFill>
                  <a:schemeClr val="bg1"/>
                </a:solidFill>
                <a:latin typeface="Oswald" panose="00000500000000000000" pitchFamily="2" charset="0"/>
              </a:rPr>
              <a:t> – This </a:t>
            </a:r>
            <a:r>
              <a:rPr lang="fr-FR" dirty="0" err="1">
                <a:solidFill>
                  <a:schemeClr val="bg1"/>
                </a:solidFill>
                <a:latin typeface="Oswald" panose="00000500000000000000" pitchFamily="2" charset="0"/>
              </a:rPr>
              <a:t>requires</a:t>
            </a:r>
            <a:r>
              <a:rPr lang="fr-FR" dirty="0">
                <a:solidFill>
                  <a:schemeClr val="bg1"/>
                </a:solidFill>
                <a:latin typeface="Oswald" panose="00000500000000000000" pitchFamily="2" charset="0"/>
              </a:rPr>
              <a:t>:</a:t>
            </a:r>
          </a:p>
          <a:p>
            <a:endParaRPr lang="fr-FR" b="1" dirty="0">
              <a:solidFill>
                <a:schemeClr val="bg1"/>
              </a:solidFill>
              <a:latin typeface="Oswald" panose="00000500000000000000" pitchFamily="2" charset="0"/>
            </a:endParaRPr>
          </a:p>
          <a:p>
            <a:pPr marL="3486150" lvl="7" indent="-28575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1"/>
                </a:solidFill>
                <a:latin typeface="Oswald" panose="00000500000000000000" pitchFamily="2" charset="0"/>
              </a:rPr>
              <a:t>Clear </a:t>
            </a:r>
            <a:r>
              <a:rPr lang="fr-FR" b="1" dirty="0" err="1">
                <a:solidFill>
                  <a:schemeClr val="bg1"/>
                </a:solidFill>
                <a:latin typeface="Oswald" panose="00000500000000000000" pitchFamily="2" charset="0"/>
              </a:rPr>
              <a:t>metadata</a:t>
            </a:r>
            <a:endParaRPr lang="fr-FR" b="1" dirty="0">
              <a:solidFill>
                <a:schemeClr val="bg1"/>
              </a:solidFill>
              <a:latin typeface="Oswald" panose="00000500000000000000" pitchFamily="2" charset="0"/>
            </a:endParaRPr>
          </a:p>
          <a:p>
            <a:pPr marL="3486150" lvl="7" indent="-28575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1"/>
                </a:solidFill>
                <a:latin typeface="Oswald" panose="00000500000000000000" pitchFamily="2" charset="0"/>
              </a:rPr>
              <a:t>Time points</a:t>
            </a:r>
          </a:p>
          <a:p>
            <a:pPr marL="3486150" lvl="7" indent="-28575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bg1"/>
                </a:solidFill>
                <a:latin typeface="Oswald" panose="00000500000000000000" pitchFamily="2" charset="0"/>
              </a:rPr>
              <a:t>Replicates</a:t>
            </a:r>
            <a:endParaRPr lang="fr-FR" b="1" dirty="0">
              <a:solidFill>
                <a:schemeClr val="bg1"/>
              </a:solidFill>
              <a:latin typeface="Oswald" panose="00000500000000000000" pitchFamily="2" charset="0"/>
            </a:endParaRPr>
          </a:p>
          <a:p>
            <a:pPr marL="3486150" lvl="7" indent="-28575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1"/>
                </a:solidFill>
                <a:latin typeface="Oswald" panose="00000500000000000000" pitchFamily="2" charset="0"/>
              </a:rPr>
              <a:t>Control </a:t>
            </a:r>
            <a:r>
              <a:rPr lang="fr-FR" dirty="0">
                <a:solidFill>
                  <a:schemeClr val="bg1"/>
                </a:solidFill>
                <a:latin typeface="Oswald" panose="00000500000000000000" pitchFamily="2" charset="0"/>
              </a:rPr>
              <a:t>at time 0</a:t>
            </a:r>
          </a:p>
          <a:p>
            <a:pPr marL="3486150" lvl="7" indent="-28575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1"/>
                </a:solidFill>
                <a:latin typeface="Oswald" panose="00000500000000000000" pitchFamily="2" charset="0"/>
              </a:rPr>
              <a:t>Control </a:t>
            </a:r>
            <a:r>
              <a:rPr lang="fr-FR" dirty="0" err="1">
                <a:solidFill>
                  <a:schemeClr val="bg1"/>
                </a:solidFill>
                <a:latin typeface="Oswald" panose="00000500000000000000" pitchFamily="2" charset="0"/>
              </a:rPr>
              <a:t>uninfected</a:t>
            </a:r>
            <a:endParaRPr lang="fr-FR" dirty="0">
              <a:solidFill>
                <a:schemeClr val="bg1"/>
              </a:solidFill>
              <a:latin typeface="Oswald" panose="00000500000000000000" pitchFamily="2" charset="0"/>
            </a:endParaRPr>
          </a:p>
          <a:p>
            <a:pPr marL="3486150" lvl="7" indent="-28575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fr-FR" dirty="0">
                <a:solidFill>
                  <a:schemeClr val="bg1"/>
                </a:solidFill>
                <a:latin typeface="Oswald" panose="00000500000000000000" pitchFamily="2" charset="0"/>
              </a:rPr>
              <a:t>No </a:t>
            </a:r>
            <a:r>
              <a:rPr lang="fr-FR" dirty="0" err="1">
                <a:solidFill>
                  <a:schemeClr val="bg1"/>
                </a:solidFill>
                <a:latin typeface="Oswald" panose="00000500000000000000" pitchFamily="2" charset="0"/>
              </a:rPr>
              <a:t>sequencing</a:t>
            </a:r>
            <a:r>
              <a:rPr lang="fr-FR" dirty="0">
                <a:solidFill>
                  <a:schemeClr val="bg1"/>
                </a:solidFill>
                <a:latin typeface="Oswald" panose="00000500000000000000" pitchFamily="2" charset="0"/>
              </a:rPr>
              <a:t> issues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fr-FR" dirty="0">
              <a:solidFill>
                <a:schemeClr val="bg1"/>
              </a:solidFill>
              <a:latin typeface="Oswald" panose="00000500000000000000" pitchFamily="2" charset="0"/>
            </a:endParaRPr>
          </a:p>
          <a:p>
            <a:pPr marL="3028950" lvl="6" indent="-285750">
              <a:buClr>
                <a:schemeClr val="bg1"/>
              </a:buClr>
              <a:buFont typeface="Wingdings" panose="05000000000000000000" pitchFamily="2" charset="2"/>
              <a:buChar char="ü"/>
            </a:pPr>
            <a:r>
              <a:rPr lang="fr-FR" dirty="0" err="1">
                <a:solidFill>
                  <a:schemeClr val="bg1"/>
                </a:solidFill>
                <a:latin typeface="Oswald" panose="00000500000000000000" pitchFamily="2" charset="0"/>
              </a:rPr>
              <a:t>Only</a:t>
            </a:r>
            <a:r>
              <a:rPr lang="fr-FR" dirty="0">
                <a:solidFill>
                  <a:schemeClr val="bg1"/>
                </a:solidFill>
                <a:latin typeface="Oswald" panose="00000500000000000000" pitchFamily="2" charset="0"/>
              </a:rPr>
              <a:t> </a:t>
            </a:r>
            <a:r>
              <a:rPr lang="fr-FR" b="1" dirty="0">
                <a:solidFill>
                  <a:schemeClr val="bg1"/>
                </a:solidFill>
                <a:latin typeface="Oswald" panose="00000500000000000000" pitchFamily="2" charset="0"/>
              </a:rPr>
              <a:t>1 </a:t>
            </a:r>
            <a:r>
              <a:rPr lang="fr-FR" b="1" dirty="0" err="1">
                <a:solidFill>
                  <a:schemeClr val="bg1"/>
                </a:solidFill>
                <a:latin typeface="Oswald" panose="00000500000000000000" pitchFamily="2" charset="0"/>
              </a:rPr>
              <a:t>project</a:t>
            </a:r>
            <a:r>
              <a:rPr lang="fr-FR" b="1" dirty="0">
                <a:solidFill>
                  <a:schemeClr val="bg1"/>
                </a:solidFill>
                <a:latin typeface="Oswald" panose="00000500000000000000" pitchFamily="2" charset="0"/>
              </a:rPr>
              <a:t> </a:t>
            </a:r>
            <a:r>
              <a:rPr lang="fr-FR" dirty="0" err="1">
                <a:solidFill>
                  <a:schemeClr val="bg1"/>
                </a:solidFill>
                <a:latin typeface="Oswald" panose="00000500000000000000" pitchFamily="2" charset="0"/>
              </a:rPr>
              <a:t>satisfy</a:t>
            </a:r>
            <a:r>
              <a:rPr lang="fr-FR" dirty="0">
                <a:solidFill>
                  <a:schemeClr val="bg1"/>
                </a:solidFill>
                <a:latin typeface="Oswald" panose="00000500000000000000" pitchFamily="2" charset="0"/>
              </a:rPr>
              <a:t> all </a:t>
            </a:r>
          </a:p>
          <a:p>
            <a:pPr marL="3028950" lvl="6" indent="-285750">
              <a:buClr>
                <a:schemeClr val="bg1"/>
              </a:buClr>
              <a:buFont typeface="Wingdings" panose="05000000000000000000" pitchFamily="2" charset="2"/>
              <a:buChar char="ü"/>
            </a:pP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1859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C00B6-5ADE-CE50-B4DD-0D3A4C135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F29225F7-ED05-1FF5-A560-1BE4F2AAC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417" y="1426281"/>
            <a:ext cx="10851166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5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What</a:t>
            </a:r>
            <a:r>
              <a:rPr kumimoji="0" lang="fr-FR" altLang="fr-FR" sz="5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markers to use </a:t>
            </a:r>
            <a:r>
              <a:rPr kumimoji="0" lang="fr-FR" altLang="fr-FR" sz="5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instead</a:t>
            </a:r>
            <a:r>
              <a:rPr kumimoji="0" lang="fr-FR" altLang="fr-FR" sz="5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of time?</a:t>
            </a:r>
            <a:endParaRPr kumimoji="0" lang="fr-FR" altLang="fr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A4D29A-3239-77CE-0DBB-CBE6C815DB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AE9DD805-FDFF-BEE7-81F0-B5BEE97669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1344" y="4508389"/>
            <a:ext cx="1869223" cy="191863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FAD5985-C373-3EF6-222D-8E936CAB7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417" y="2519329"/>
            <a:ext cx="1085116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altLang="fr-FR" sz="2400" dirty="0" err="1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Bacterial</a:t>
            </a:r>
            <a:r>
              <a:rPr lang="fr-FR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 </a:t>
            </a:r>
            <a:r>
              <a:rPr lang="fr-FR" altLang="fr-FR" sz="2400" dirty="0" err="1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growth</a:t>
            </a:r>
            <a:r>
              <a:rPr lang="fr-FR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 markers - Ribosomal </a:t>
            </a:r>
            <a:r>
              <a:rPr lang="fr-FR" altLang="fr-FR" sz="2400" dirty="0" err="1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genes</a:t>
            </a:r>
            <a:endParaRPr lang="fr-FR" altLang="fr-FR" sz="2400" dirty="0">
              <a:solidFill>
                <a:schemeClr val="bg2">
                  <a:lumMod val="25000"/>
                </a:schemeClr>
              </a:solidFill>
              <a:latin typeface="Oswald" panose="020F0502020204030204" pitchFamily="2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</a:pPr>
            <a:r>
              <a:rPr lang="fr-FR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 </a:t>
            </a: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kumimoji="0" lang="fr-FR" altLang="fr-FR" sz="24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Infection markers – Structural phage </a:t>
            </a:r>
            <a:r>
              <a:rPr kumimoji="0" lang="fr-FR" altLang="fr-FR" sz="240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genes</a:t>
            </a:r>
            <a:endParaRPr kumimoji="0" lang="fr-FR" altLang="fr-FR" sz="240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Oswald" panose="020F0502020204030204" pitchFamily="2" charset="0"/>
            </a:endParaRP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</a:pPr>
            <a:endParaRPr lang="fr-FR" altLang="fr-FR" sz="2400" dirty="0">
              <a:solidFill>
                <a:srgbClr val="000000"/>
              </a:solidFill>
              <a:latin typeface="Oswald" panose="020F0502020204030204" pitchFamily="2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90179CF-969B-5848-E06F-00B85ED7A6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2116" y="4355689"/>
            <a:ext cx="5827767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How are bacterial defense systems expressed relative to host growth and phage production? </a:t>
            </a:r>
            <a:endParaRPr lang="fr-FR" sz="2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08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02FEC-9862-55D3-741E-64466B29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C534AB6D-D090-BA37-A656-0D3D744F3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91" y="1959972"/>
            <a:ext cx="11297123" cy="411910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FAEDD08-BEB1-5290-D43C-A2D2D5184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70B41731-68B7-E1B5-4E58-A2C599F69E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500" y="175466"/>
            <a:ext cx="1869223" cy="191863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7F781E3-F526-B002-3BD2-0DB145B8641F}"/>
              </a:ext>
            </a:extLst>
          </p:cNvPr>
          <p:cNvSpPr/>
          <p:nvPr/>
        </p:nvSpPr>
        <p:spPr>
          <a:xfrm>
            <a:off x="2848131" y="5741233"/>
            <a:ext cx="1678899" cy="3991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773248-7837-556A-030D-C98161530BC4}"/>
              </a:ext>
            </a:extLst>
          </p:cNvPr>
          <p:cNvSpPr/>
          <p:nvPr/>
        </p:nvSpPr>
        <p:spPr>
          <a:xfrm>
            <a:off x="8262078" y="5729183"/>
            <a:ext cx="2290997" cy="3991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B545BC-0D68-CC45-9EA9-6194BC2D2519}"/>
              </a:ext>
            </a:extLst>
          </p:cNvPr>
          <p:cNvSpPr/>
          <p:nvPr/>
        </p:nvSpPr>
        <p:spPr>
          <a:xfrm rot="16200000">
            <a:off x="180061" y="3398054"/>
            <a:ext cx="599608" cy="399170"/>
          </a:xfrm>
          <a:prstGeom prst="rect">
            <a:avLst/>
          </a:prstGeom>
          <a:noFill/>
          <a:ln w="38100"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F12C8B-F415-919B-F210-4D07548C3288}"/>
              </a:ext>
            </a:extLst>
          </p:cNvPr>
          <p:cNvSpPr/>
          <p:nvPr/>
        </p:nvSpPr>
        <p:spPr>
          <a:xfrm rot="16200000">
            <a:off x="5898343" y="3398054"/>
            <a:ext cx="599608" cy="399170"/>
          </a:xfrm>
          <a:prstGeom prst="rect">
            <a:avLst/>
          </a:prstGeom>
          <a:noFill/>
          <a:ln w="38100"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450EBCD-32F1-831F-E5D4-94D1E69BFB10}"/>
              </a:ext>
            </a:extLst>
          </p:cNvPr>
          <p:cNvSpPr txBox="1"/>
          <p:nvPr/>
        </p:nvSpPr>
        <p:spPr>
          <a:xfrm>
            <a:off x="2825646" y="2319060"/>
            <a:ext cx="1364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sample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= </a:t>
            </a:r>
          </a:p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condition</a:t>
            </a:r>
          </a:p>
        </p:txBody>
      </p:sp>
      <p:cxnSp>
        <p:nvCxnSpPr>
          <p:cNvPr id="22" name="Connecteur : en arc 21">
            <a:extLst>
              <a:ext uri="{FF2B5EF4-FFF2-40B4-BE49-F238E27FC236}">
                <a16:creationId xmlns:a16="http://schemas.microsoft.com/office/drawing/2014/main" id="{1DA1C2DF-5EF9-DFF5-9802-A05CD6480D45}"/>
              </a:ext>
            </a:extLst>
          </p:cNvPr>
          <p:cNvCxnSpPr/>
          <p:nvPr/>
        </p:nvCxnSpPr>
        <p:spPr>
          <a:xfrm rot="10800000">
            <a:off x="3117955" y="2094096"/>
            <a:ext cx="389744" cy="224963"/>
          </a:xfrm>
          <a:prstGeom prst="curvedConnector3">
            <a:avLst>
              <a:gd name="adj1" fmla="val -7692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4DBDFE47-2D14-1371-6062-177B5E2DE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000" y="347947"/>
            <a:ext cx="857250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</a:pPr>
            <a:r>
              <a:rPr lang="en-US" sz="3200" dirty="0">
                <a:latin typeface="Oswald" panose="00000500000000000000" pitchFamily="2" charset="0"/>
              </a:rPr>
              <a:t>How are bacterial defense systems expressed relative to host growth and phage production? </a:t>
            </a:r>
            <a:endParaRPr lang="fr-FR" sz="3200" dirty="0"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048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AA2BF-2D5B-837F-0DD4-272F1C4A4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9DE1881-E995-C47A-5040-45C4A0AA2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9FB4CAE3-8621-F0CD-D1BF-9601FDA954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6026" y="211988"/>
            <a:ext cx="1869223" cy="1918630"/>
          </a:xfrm>
          <a:prstGeom prst="rect">
            <a:avLst/>
          </a:prstGeom>
        </p:spPr>
      </p:pic>
      <p:pic>
        <p:nvPicPr>
          <p:cNvPr id="3" name="Image 2" descr="Une image contenant texte, ligne, diagramme, Tracé&#10;&#10;Le contenu généré par l’IA peut être incorrect.">
            <a:extLst>
              <a:ext uri="{FF2B5EF4-FFF2-40B4-BE49-F238E27FC236}">
                <a16:creationId xmlns:a16="http://schemas.microsoft.com/office/drawing/2014/main" id="{1C728930-E654-D711-695C-DAD8602E53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112" y="1584494"/>
            <a:ext cx="3163029" cy="116718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1C3B9B5-8234-774F-4E1B-71B6C1DEAC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000" y="347947"/>
            <a:ext cx="857250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</a:pPr>
            <a:r>
              <a:rPr lang="en-US" sz="3200" dirty="0">
                <a:latin typeface="Oswald" panose="00000500000000000000" pitchFamily="2" charset="0"/>
              </a:rPr>
              <a:t>How are bacterial defense systems expressed relative to host growth and phage production? </a:t>
            </a:r>
            <a:endParaRPr lang="fr-FR" sz="3200" dirty="0">
              <a:latin typeface="Oswald" panose="000005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1E4057-AC12-2738-F73B-E8635C93EB2E}"/>
              </a:ext>
            </a:extLst>
          </p:cNvPr>
          <p:cNvSpPr/>
          <p:nvPr/>
        </p:nvSpPr>
        <p:spPr>
          <a:xfrm>
            <a:off x="4700112" y="1593621"/>
            <a:ext cx="1518338" cy="11766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2B8AFB-94D5-ED63-0DC2-40A9D3BA39ED}"/>
              </a:ext>
            </a:extLst>
          </p:cNvPr>
          <p:cNvSpPr/>
          <p:nvPr/>
        </p:nvSpPr>
        <p:spPr>
          <a:xfrm>
            <a:off x="6270070" y="1593621"/>
            <a:ext cx="1599424" cy="11766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FD88E14-CA9B-AB61-7270-61589A67BB00}"/>
              </a:ext>
            </a:extLst>
          </p:cNvPr>
          <p:cNvSpPr txBox="1"/>
          <p:nvPr/>
        </p:nvSpPr>
        <p:spPr>
          <a:xfrm>
            <a:off x="4760781" y="2911005"/>
            <a:ext cx="139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</a:t>
            </a:r>
            <a:r>
              <a:rPr lang="el-GR" sz="1600" dirty="0">
                <a:solidFill>
                  <a:schemeClr val="bg2">
                    <a:lumMod val="25000"/>
                  </a:schemeClr>
                </a:solidFill>
              </a:rPr>
              <a:t> </a:t>
            </a:r>
            <a:r>
              <a:rPr lang="el-GR" sz="1600" b="1" dirty="0">
                <a:solidFill>
                  <a:schemeClr val="bg2">
                    <a:lumMod val="25000"/>
                  </a:schemeClr>
                </a:solidFill>
              </a:rPr>
              <a:t>ρ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to </a:t>
            </a:r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bacterial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</a:t>
            </a:r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growth</a:t>
            </a:r>
            <a:endParaRPr lang="fr-FR" sz="16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B4860FE-1834-316E-BE08-02A1C37F4630}"/>
              </a:ext>
            </a:extLst>
          </p:cNvPr>
          <p:cNvSpPr txBox="1"/>
          <p:nvPr/>
        </p:nvSpPr>
        <p:spPr>
          <a:xfrm>
            <a:off x="6371282" y="2911004"/>
            <a:ext cx="139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</a:t>
            </a:r>
            <a:r>
              <a:rPr lang="el-GR" sz="1600" dirty="0">
                <a:solidFill>
                  <a:schemeClr val="bg2">
                    <a:lumMod val="25000"/>
                  </a:schemeClr>
                </a:solidFill>
              </a:rPr>
              <a:t> </a:t>
            </a:r>
            <a:r>
              <a:rPr lang="el-GR" sz="1600" b="1" dirty="0">
                <a:solidFill>
                  <a:schemeClr val="bg2">
                    <a:lumMod val="25000"/>
                  </a:schemeClr>
                </a:solidFill>
              </a:rPr>
              <a:t>ρ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to phage </a:t>
            </a:r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growth</a:t>
            </a:r>
            <a:endParaRPr lang="fr-FR" sz="16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B3559330-ADFC-5A8C-5B7E-CB10B0D33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674631"/>
              </p:ext>
            </p:extLst>
          </p:nvPr>
        </p:nvGraphicFramePr>
        <p:xfrm>
          <a:off x="51008" y="3716020"/>
          <a:ext cx="1208998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056">
                  <a:extLst>
                    <a:ext uri="{9D8B030D-6E8A-4147-A177-3AD203B41FA5}">
                      <a16:colId xmlns:a16="http://schemas.microsoft.com/office/drawing/2014/main" val="2499718628"/>
                    </a:ext>
                  </a:extLst>
                </a:gridCol>
                <a:gridCol w="1349114">
                  <a:extLst>
                    <a:ext uri="{9D8B030D-6E8A-4147-A177-3AD203B41FA5}">
                      <a16:colId xmlns:a16="http://schemas.microsoft.com/office/drawing/2014/main" val="2781800617"/>
                    </a:ext>
                  </a:extLst>
                </a:gridCol>
                <a:gridCol w="1618938">
                  <a:extLst>
                    <a:ext uri="{9D8B030D-6E8A-4147-A177-3AD203B41FA5}">
                      <a16:colId xmlns:a16="http://schemas.microsoft.com/office/drawing/2014/main" val="3605047854"/>
                    </a:ext>
                  </a:extLst>
                </a:gridCol>
                <a:gridCol w="1918741">
                  <a:extLst>
                    <a:ext uri="{9D8B030D-6E8A-4147-A177-3AD203B41FA5}">
                      <a16:colId xmlns:a16="http://schemas.microsoft.com/office/drawing/2014/main" val="2605615202"/>
                    </a:ext>
                  </a:extLst>
                </a:gridCol>
                <a:gridCol w="1903751">
                  <a:extLst>
                    <a:ext uri="{9D8B030D-6E8A-4147-A177-3AD203B41FA5}">
                      <a16:colId xmlns:a16="http://schemas.microsoft.com/office/drawing/2014/main" val="624793688"/>
                    </a:ext>
                  </a:extLst>
                </a:gridCol>
                <a:gridCol w="1999488">
                  <a:extLst>
                    <a:ext uri="{9D8B030D-6E8A-4147-A177-3AD203B41FA5}">
                      <a16:colId xmlns:a16="http://schemas.microsoft.com/office/drawing/2014/main" val="3449220282"/>
                    </a:ext>
                  </a:extLst>
                </a:gridCol>
                <a:gridCol w="1987896">
                  <a:extLst>
                    <a:ext uri="{9D8B030D-6E8A-4147-A177-3AD203B41FA5}">
                      <a16:colId xmlns:a16="http://schemas.microsoft.com/office/drawing/2014/main" val="4240036390"/>
                    </a:ext>
                  </a:extLst>
                </a:gridCol>
              </a:tblGrid>
              <a:tr h="353594"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 err="1">
                          <a:solidFill>
                            <a:schemeClr val="bg1"/>
                          </a:solidFill>
                        </a:rPr>
                        <a:t>Defense</a:t>
                      </a: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 system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Condition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2400" b="1" dirty="0">
                          <a:solidFill>
                            <a:schemeClr val="bg1"/>
                          </a:solidFill>
                        </a:rPr>
                        <a:t>ρ</a:t>
                      </a:r>
                      <a:r>
                        <a:rPr lang="fr-FR" sz="2400" b="1" baseline="-250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fr-FR" sz="2400" baseline="-25000" dirty="0" err="1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bacterial</a:t>
                      </a:r>
                      <a:r>
                        <a:rPr lang="fr-FR" sz="2400" baseline="-25000" dirty="0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 </a:t>
                      </a:r>
                      <a:r>
                        <a:rPr lang="fr-FR" sz="2400" baseline="-25000" dirty="0" err="1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growth</a:t>
                      </a:r>
                      <a:r>
                        <a:rPr lang="fr-FR" sz="2400" baseline="-25000" dirty="0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)</a:t>
                      </a:r>
                      <a:endParaRPr lang="fr-FR" sz="2400" baseline="-25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sz="2400" b="1" dirty="0">
                          <a:solidFill>
                            <a:schemeClr val="bg1"/>
                          </a:solidFill>
                        </a:rPr>
                        <a:t>ρ</a:t>
                      </a:r>
                      <a:r>
                        <a:rPr lang="fr-FR" sz="2400" b="1" baseline="-250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fr-FR" sz="2400" baseline="-25000" dirty="0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phage </a:t>
                      </a:r>
                      <a:r>
                        <a:rPr lang="fr-FR" sz="2400" baseline="-25000" dirty="0" err="1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growth</a:t>
                      </a:r>
                      <a:r>
                        <a:rPr lang="fr-FR" sz="2400" baseline="-25000" dirty="0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)</a:t>
                      </a:r>
                      <a:endParaRPr lang="fr-FR" sz="2400" baseline="-25000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endParaRPr lang="fr-FR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800" b="1" baseline="-25000" dirty="0" err="1">
                          <a:solidFill>
                            <a:schemeClr val="bg1"/>
                          </a:solidFill>
                        </a:rPr>
                        <a:t>Padj</a:t>
                      </a:r>
                      <a:r>
                        <a:rPr lang="fr-FR" sz="3200" b="1" baseline="-250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fr-FR" sz="2400" b="1" baseline="-250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fr-FR" sz="2400" baseline="-25000" dirty="0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phage </a:t>
                      </a:r>
                      <a:r>
                        <a:rPr lang="fr-FR" sz="2400" baseline="-25000" dirty="0" err="1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growth</a:t>
                      </a:r>
                      <a:r>
                        <a:rPr lang="fr-FR" sz="2400" baseline="-25000" dirty="0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)</a:t>
                      </a:r>
                      <a:endParaRPr lang="fr-FR" sz="2400" baseline="-25000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endParaRPr lang="fr-FR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800" b="1" baseline="-25000" dirty="0" err="1">
                          <a:solidFill>
                            <a:schemeClr val="bg1"/>
                          </a:solidFill>
                        </a:rPr>
                        <a:t>Padj</a:t>
                      </a:r>
                      <a:r>
                        <a:rPr lang="fr-FR" sz="3200" b="1" baseline="-250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fr-FR" sz="2400" b="1" baseline="-250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fr-FR" sz="2400" baseline="-25000" dirty="0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phage </a:t>
                      </a:r>
                      <a:r>
                        <a:rPr lang="fr-FR" sz="2400" baseline="-25000" dirty="0" err="1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growth</a:t>
                      </a:r>
                      <a:r>
                        <a:rPr lang="fr-FR" sz="2400" baseline="-25000" dirty="0">
                          <a:solidFill>
                            <a:schemeClr val="bg1"/>
                          </a:solidFill>
                          <a:latin typeface="Oswald" panose="00000500000000000000" pitchFamily="2" charset="0"/>
                        </a:rPr>
                        <a:t>)</a:t>
                      </a:r>
                      <a:endParaRPr lang="fr-FR" sz="2400" baseline="-25000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endParaRPr lang="fr-FR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5804"/>
                  </a:ext>
                </a:extLst>
              </a:tr>
              <a:tr h="342037">
                <a:tc>
                  <a:txBody>
                    <a:bodyPr/>
                    <a:lstStyle/>
                    <a:p>
                      <a:r>
                        <a:rPr lang="fr-FR" b="0" dirty="0">
                          <a:solidFill>
                            <a:schemeClr val="bg1"/>
                          </a:solidFill>
                        </a:rPr>
                        <a:t>Project</a:t>
                      </a: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 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FR" b="0" dirty="0" err="1"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</a:rPr>
                        <a:t>SpbK</a:t>
                      </a: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FR" b="0" dirty="0" err="1"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</a:rPr>
                        <a:t>infected</a:t>
                      </a: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26126"/>
                  </a:ext>
                </a:extLst>
              </a:tr>
              <a:tr h="342037">
                <a:tc>
                  <a:txBody>
                    <a:bodyPr/>
                    <a:lstStyle/>
                    <a:p>
                      <a:r>
                        <a:rPr lang="fr-FR" b="0" dirty="0">
                          <a:solidFill>
                            <a:schemeClr val="bg1"/>
                          </a:solidFill>
                        </a:rPr>
                        <a:t>Project</a:t>
                      </a: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 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FR" b="0" dirty="0"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</a:rPr>
                        <a:t>RM</a:t>
                      </a: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FR" b="0" dirty="0" err="1"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</a:rPr>
                        <a:t>infected</a:t>
                      </a: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59268"/>
                  </a:ext>
                </a:extLst>
              </a:tr>
              <a:tr h="342037">
                <a:tc>
                  <a:txBody>
                    <a:bodyPr/>
                    <a:lstStyle/>
                    <a:p>
                      <a:r>
                        <a:rPr lang="fr-FR" b="0" dirty="0">
                          <a:solidFill>
                            <a:schemeClr val="bg1"/>
                          </a:solidFill>
                        </a:rPr>
                        <a:t>Project</a:t>
                      </a: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 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FR" b="0" dirty="0" err="1"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</a:rPr>
                        <a:t>Gao_Tmn</a:t>
                      </a: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FR" b="0" dirty="0"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</a:rPr>
                        <a:t>control</a:t>
                      </a: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81909"/>
                  </a:ext>
                </a:extLst>
              </a:tr>
              <a:tr h="342037">
                <a:tc>
                  <a:txBody>
                    <a:bodyPr/>
                    <a:lstStyle/>
                    <a:p>
                      <a:r>
                        <a:rPr lang="fr-FR" b="0" dirty="0">
                          <a:solidFill>
                            <a:schemeClr val="bg1"/>
                          </a:solidFill>
                        </a:rPr>
                        <a:t>Project</a:t>
                      </a: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 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Cas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stationnary</a:t>
                      </a: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800" b="0" i="0" kern="120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731912"/>
                  </a:ext>
                </a:extLst>
              </a:tr>
              <a:tr h="342037">
                <a:tc>
                  <a:txBody>
                    <a:bodyPr/>
                    <a:lstStyle/>
                    <a:p>
                      <a:r>
                        <a:rPr lang="fr-FR" b="0" dirty="0">
                          <a:solidFill>
                            <a:schemeClr val="bg1"/>
                          </a:solidFill>
                        </a:rPr>
                        <a:t>Project</a:t>
                      </a: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 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Cas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exponential</a:t>
                      </a:r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566976"/>
                  </a:ext>
                </a:extLst>
              </a:tr>
              <a:tr h="342037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…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b="0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fr-FR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4533"/>
                  </a:ext>
                </a:extLst>
              </a:tr>
            </a:tbl>
          </a:graphicData>
        </a:graphic>
      </p:graphicFrame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5E232E8C-2086-242B-9019-80BFB53EE2AA}"/>
              </a:ext>
            </a:extLst>
          </p:cNvPr>
          <p:cNvCxnSpPr>
            <a:stCxn id="9" idx="2"/>
          </p:cNvCxnSpPr>
          <p:nvPr/>
        </p:nvCxnSpPr>
        <p:spPr>
          <a:xfrm>
            <a:off x="5459281" y="3495780"/>
            <a:ext cx="0" cy="175745"/>
          </a:xfrm>
          <a:prstGeom prst="straightConnector1">
            <a:avLst/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D1222533-0B1C-907E-8363-44A51B477B6D}"/>
              </a:ext>
            </a:extLst>
          </p:cNvPr>
          <p:cNvCxnSpPr/>
          <p:nvPr/>
        </p:nvCxnSpPr>
        <p:spPr>
          <a:xfrm>
            <a:off x="7069782" y="3495779"/>
            <a:ext cx="0" cy="175745"/>
          </a:xfrm>
          <a:prstGeom prst="straightConnector1">
            <a:avLst/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5936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F49E0-41F2-BF25-0D59-3B443C31A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97CB864-A70D-305F-C2BE-A750262F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ED60E581-2765-E122-995D-974765419A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1364" y="347087"/>
            <a:ext cx="1869223" cy="191863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E8D5D78-178B-8C36-608B-662A746D35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417" y="1306402"/>
            <a:ext cx="10851166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</a:pPr>
            <a:r>
              <a:rPr lang="en-US" altLang="fr-FR" sz="2400" b="1" dirty="0">
                <a:latin typeface="Oswald" panose="020F0502020204030204" pitchFamily="2" charset="0"/>
              </a:rPr>
              <a:t>We currently have:</a:t>
            </a: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en-US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DS expression ↔ ribosomal genes (growth proxy)</a:t>
            </a: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en-US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DS expression ↔ phage structural genes (infection proxy)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</a:pPr>
            <a:endParaRPr lang="en-US" altLang="fr-FR" sz="2400" dirty="0">
              <a:solidFill>
                <a:srgbClr val="000000"/>
              </a:solidFill>
              <a:latin typeface="Oswald" panose="020F0502020204030204" pitchFamily="2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</a:pPr>
            <a:r>
              <a:rPr lang="en-US" altLang="fr-FR" sz="2400" b="1" dirty="0">
                <a:latin typeface="Oswald" panose="020F0502020204030204" pitchFamily="2" charset="0"/>
              </a:rPr>
              <a:t>But:</a:t>
            </a: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en-US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Phage replication impacts growth</a:t>
            </a: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en-US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Growth impacts transcription globally</a:t>
            </a: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</a:pPr>
            <a:endParaRPr lang="en-US" altLang="fr-FR" sz="2400" dirty="0">
              <a:solidFill>
                <a:schemeClr val="bg2">
                  <a:lumMod val="25000"/>
                </a:schemeClr>
              </a:solidFill>
              <a:latin typeface="Oswald" panose="020F0502020204030204" pitchFamily="2" charset="0"/>
            </a:endParaRP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Oswald" panose="00000500000000000000" pitchFamily="2" charset="0"/>
              </a:rPr>
              <a:t>Is DS expression associated with phage replication </a:t>
            </a:r>
            <a:r>
              <a:rPr lang="en-US" sz="2400" b="1" dirty="0">
                <a:latin typeface="Oswald" panose="00000500000000000000" pitchFamily="2" charset="0"/>
              </a:rPr>
              <a:t>independent of growth effects</a:t>
            </a:r>
            <a:r>
              <a:rPr lang="en-US" sz="2400" dirty="0">
                <a:latin typeface="Oswald" panose="00000500000000000000" pitchFamily="2" charset="0"/>
              </a:rPr>
              <a:t>?</a:t>
            </a: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Oswald" panose="00000500000000000000" pitchFamily="2" charset="0"/>
              </a:rPr>
              <a:t>Is DS expression associated with growth </a:t>
            </a:r>
            <a:r>
              <a:rPr lang="en-US" sz="2400" b="1" dirty="0">
                <a:latin typeface="Oswald" panose="00000500000000000000" pitchFamily="2" charset="0"/>
              </a:rPr>
              <a:t>independent of infection level</a:t>
            </a:r>
            <a:r>
              <a:rPr lang="en-US" sz="2400" dirty="0">
                <a:latin typeface="Oswald" panose="00000500000000000000" pitchFamily="2" charset="0"/>
              </a:rPr>
              <a:t>?</a:t>
            </a:r>
            <a:endParaRPr lang="fr-FR" altLang="fr-FR" sz="2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59005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62219-7CC7-EF8B-2849-EF69BABAE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3551781-11D4-F48A-026D-980896EEB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3506" y="1099966"/>
            <a:ext cx="5039038" cy="2767849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6BF4E31-B38E-7E7B-8CE6-EF367F7361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473177" y="378958"/>
            <a:ext cx="10851166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density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14B11D-80AB-4CB5-A8D9-622E49A57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F9C8AAB7-D974-96CF-5A46-2F8E972FB2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9C6F669-4F0C-3689-5E71-4552048443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452" y="1099966"/>
            <a:ext cx="5088038" cy="276784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3267DC6-AB33-6A71-FBF7-CFADF6F2EE13}"/>
              </a:ext>
            </a:extLst>
          </p:cNvPr>
          <p:cNvSpPr txBox="1"/>
          <p:nvPr/>
        </p:nvSpPr>
        <p:spPr>
          <a:xfrm>
            <a:off x="8910761" y="554585"/>
            <a:ext cx="14527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defense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system in 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project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11" name="Connecteur : en arc 10">
            <a:extLst>
              <a:ext uri="{FF2B5EF4-FFF2-40B4-BE49-F238E27FC236}">
                <a16:creationId xmlns:a16="http://schemas.microsoft.com/office/drawing/2014/main" id="{707331BB-4FC8-A2A7-9675-0D52D8095FE0}"/>
              </a:ext>
            </a:extLst>
          </p:cNvPr>
          <p:cNvCxnSpPr>
            <a:cxnSpLocks/>
          </p:cNvCxnSpPr>
          <p:nvPr/>
        </p:nvCxnSpPr>
        <p:spPr>
          <a:xfrm>
            <a:off x="9633272" y="1519534"/>
            <a:ext cx="367383" cy="349873"/>
          </a:xfrm>
          <a:prstGeom prst="curvedConnector3">
            <a:avLst>
              <a:gd name="adj1" fmla="val -36916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6D0EE446-1CF3-48F8-803A-EBF2B1617A48}"/>
              </a:ext>
            </a:extLst>
          </p:cNvPr>
          <p:cNvSpPr txBox="1"/>
          <p:nvPr/>
        </p:nvSpPr>
        <p:spPr>
          <a:xfrm>
            <a:off x="10810620" y="5510429"/>
            <a:ext cx="138138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100" dirty="0" err="1">
                <a:solidFill>
                  <a:schemeClr val="bg2">
                    <a:lumMod val="25000"/>
                  </a:schemeClr>
                </a:solidFill>
              </a:rPr>
              <a:t>Number</a:t>
            </a:r>
            <a:r>
              <a:rPr lang="fr-FR" sz="1100" dirty="0">
                <a:solidFill>
                  <a:schemeClr val="bg2">
                    <a:lumMod val="25000"/>
                  </a:schemeClr>
                </a:solidFill>
              </a:rPr>
              <a:t> of </a:t>
            </a:r>
            <a:r>
              <a:rPr lang="fr-FR" sz="1100" dirty="0" err="1">
                <a:solidFill>
                  <a:schemeClr val="bg2">
                    <a:lumMod val="25000"/>
                  </a:schemeClr>
                </a:solidFill>
              </a:rPr>
              <a:t>samples</a:t>
            </a:r>
            <a:r>
              <a:rPr lang="fr-FR" sz="1100" dirty="0">
                <a:solidFill>
                  <a:schemeClr val="bg2">
                    <a:lumMod val="25000"/>
                  </a:schemeClr>
                </a:solidFill>
              </a:rPr>
              <a:t> per </a:t>
            </a:r>
            <a:r>
              <a:rPr lang="fr-FR" sz="1100" dirty="0" err="1">
                <a:solidFill>
                  <a:schemeClr val="bg2">
                    <a:lumMod val="25000"/>
                  </a:schemeClr>
                </a:solidFill>
              </a:rPr>
              <a:t>project</a:t>
            </a:r>
            <a:r>
              <a:rPr lang="fr-FR" sz="1100" dirty="0">
                <a:solidFill>
                  <a:schemeClr val="bg2">
                    <a:lumMod val="25000"/>
                  </a:schemeClr>
                </a:solidFill>
              </a:rPr>
              <a:t> &gt; 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100" dirty="0">
                <a:solidFill>
                  <a:schemeClr val="bg2">
                    <a:lumMod val="25000"/>
                  </a:schemeClr>
                </a:solidFill>
              </a:rPr>
              <a:t>No </a:t>
            </a:r>
            <a:r>
              <a:rPr lang="fr-FR" sz="1100" dirty="0" err="1">
                <a:solidFill>
                  <a:schemeClr val="bg2">
                    <a:lumMod val="25000"/>
                  </a:schemeClr>
                </a:solidFill>
              </a:rPr>
              <a:t>sequencing</a:t>
            </a:r>
            <a:r>
              <a:rPr lang="fr-FR" sz="1100" dirty="0">
                <a:solidFill>
                  <a:schemeClr val="bg2">
                    <a:lumMod val="25000"/>
                  </a:schemeClr>
                </a:solidFill>
              </a:rPr>
              <a:t> issues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100" dirty="0">
                <a:solidFill>
                  <a:schemeClr val="bg2">
                    <a:lumMod val="25000"/>
                  </a:schemeClr>
                </a:solidFill>
              </a:rPr>
              <a:t>No control </a:t>
            </a:r>
            <a:r>
              <a:rPr lang="fr-FR" sz="1100" dirty="0" err="1">
                <a:solidFill>
                  <a:schemeClr val="bg2">
                    <a:lumMod val="25000"/>
                  </a:schemeClr>
                </a:solidFill>
              </a:rPr>
              <a:t>samples</a:t>
            </a:r>
            <a:endParaRPr lang="fr-FR" sz="11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8" name="Image 7" descr="Une image contenant croquis, diagramme, dessin, blanc&#10;&#10;Le contenu généré par l’IA peut être incorrect.">
            <a:extLst>
              <a:ext uri="{FF2B5EF4-FFF2-40B4-BE49-F238E27FC236}">
                <a16:creationId xmlns:a16="http://schemas.microsoft.com/office/drawing/2014/main" id="{20CE3841-8A6A-972C-A589-3A96D7C7E9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3506" y="3913893"/>
            <a:ext cx="5039039" cy="2709095"/>
          </a:xfrm>
          <a:prstGeom prst="rect">
            <a:avLst/>
          </a:prstGeom>
        </p:spPr>
      </p:pic>
      <p:pic>
        <p:nvPicPr>
          <p:cNvPr id="15" name="Image 14" descr="Une image contenant croquis, diagramme, blanc, dessin&#10;&#10;Le contenu généré par l’IA peut être incorrect.">
            <a:extLst>
              <a:ext uri="{FF2B5EF4-FFF2-40B4-BE49-F238E27FC236}">
                <a16:creationId xmlns:a16="http://schemas.microsoft.com/office/drawing/2014/main" id="{6C5D7412-02EC-B696-7ED9-99EF0140AF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042" y="3909434"/>
            <a:ext cx="5092966" cy="2767849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90B58AB9-D8E3-1B22-F75C-EE178D10772E}"/>
              </a:ext>
            </a:extLst>
          </p:cNvPr>
          <p:cNvSpPr txBox="1"/>
          <p:nvPr/>
        </p:nvSpPr>
        <p:spPr>
          <a:xfrm>
            <a:off x="296625" y="1148399"/>
            <a:ext cx="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Defense</a:t>
            </a:r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systems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D8FDD3A-6762-EB47-E712-A83DF71FFA7A}"/>
              </a:ext>
            </a:extLst>
          </p:cNvPr>
          <p:cNvSpPr txBox="1"/>
          <p:nvPr/>
        </p:nvSpPr>
        <p:spPr>
          <a:xfrm>
            <a:off x="229042" y="3929211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All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genes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4664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5E862-A846-D2E6-941D-058EEFAF6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 descr="Une image contenant diagramme, dessin, croquis, ligne&#10;&#10;Le contenu généré par l’IA peut être incorrect.">
            <a:extLst>
              <a:ext uri="{FF2B5EF4-FFF2-40B4-BE49-F238E27FC236}">
                <a16:creationId xmlns:a16="http://schemas.microsoft.com/office/drawing/2014/main" id="{A84497CE-99C8-DE24-E665-760E028A4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5196" y="1244651"/>
            <a:ext cx="4996681" cy="2709556"/>
          </a:xfrm>
          <a:prstGeom prst="rect">
            <a:avLst/>
          </a:prstGeom>
        </p:spPr>
      </p:pic>
      <p:pic>
        <p:nvPicPr>
          <p:cNvPr id="14" name="Image 13" descr="Une image contenant diagramme, croquis, dessin&#10;&#10;Le contenu généré par l’IA peut être incorrect.">
            <a:extLst>
              <a:ext uri="{FF2B5EF4-FFF2-40B4-BE49-F238E27FC236}">
                <a16:creationId xmlns:a16="http://schemas.microsoft.com/office/drawing/2014/main" id="{F424C344-16E8-BEF6-7C0A-B969FC9757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215" y="1244652"/>
            <a:ext cx="4993925" cy="2709555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BACF9E1-6BCF-257A-293B-C8D8450A1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61" y="361048"/>
            <a:ext cx="8859907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4400" b="1" dirty="0">
                <a:solidFill>
                  <a:srgbClr val="000000"/>
                </a:solidFill>
                <a:latin typeface="Oswald" panose="020F0502020204030204" pitchFamily="2" charset="0"/>
              </a:rPr>
              <a:t>Partial </a:t>
            </a:r>
            <a:r>
              <a:rPr lang="fr-FR" altLang="fr-FR" sz="4400" b="1" dirty="0" err="1">
                <a:solidFill>
                  <a:srgbClr val="000000"/>
                </a:solidFill>
                <a:latin typeface="Oswald" panose="020F0502020204030204" pitchFamily="2" charset="0"/>
              </a:rPr>
              <a:t>c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density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35EC71D-C564-1157-9679-72202717B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9F5C474-D1B8-B0C1-6D04-FCFEED93D85A}"/>
              </a:ext>
            </a:extLst>
          </p:cNvPr>
          <p:cNvSpPr txBox="1"/>
          <p:nvPr/>
        </p:nvSpPr>
        <p:spPr>
          <a:xfrm>
            <a:off x="8719211" y="704432"/>
            <a:ext cx="14527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+mj-lt"/>
              </a:rPr>
              <a:t>defense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 system in 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+mj-lt"/>
              </a:rPr>
              <a:t>project</a:t>
            </a:r>
            <a:endParaRPr lang="fr-FR" dirty="0">
              <a:solidFill>
                <a:schemeClr val="bg2">
                  <a:lumMod val="25000"/>
                </a:schemeClr>
              </a:solidFill>
              <a:latin typeface="+mj-lt"/>
            </a:endParaRPr>
          </a:p>
        </p:txBody>
      </p:sp>
      <p:cxnSp>
        <p:nvCxnSpPr>
          <p:cNvPr id="11" name="Connecteur : en arc 10">
            <a:extLst>
              <a:ext uri="{FF2B5EF4-FFF2-40B4-BE49-F238E27FC236}">
                <a16:creationId xmlns:a16="http://schemas.microsoft.com/office/drawing/2014/main" id="{CF2E2F0D-B49F-8207-8470-5E0BD8C31BB2}"/>
              </a:ext>
            </a:extLst>
          </p:cNvPr>
          <p:cNvCxnSpPr>
            <a:cxnSpLocks/>
          </p:cNvCxnSpPr>
          <p:nvPr/>
        </p:nvCxnSpPr>
        <p:spPr>
          <a:xfrm>
            <a:off x="9445566" y="1696460"/>
            <a:ext cx="367383" cy="349873"/>
          </a:xfrm>
          <a:prstGeom prst="curvedConnector3">
            <a:avLst>
              <a:gd name="adj1" fmla="val -36916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Image 21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D5255755-166C-A35A-A830-AB01A39227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pic>
        <p:nvPicPr>
          <p:cNvPr id="8" name="Image 7" descr="Une image contenant diagramme, croquis, blanc, dessin&#10;&#10;Le contenu généré par l’IA peut être incorrect.">
            <a:extLst>
              <a:ext uri="{FF2B5EF4-FFF2-40B4-BE49-F238E27FC236}">
                <a16:creationId xmlns:a16="http://schemas.microsoft.com/office/drawing/2014/main" id="{46064F74-F4D2-FAE1-6AF0-3168612CC9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416" y="3954207"/>
            <a:ext cx="4993925" cy="2706365"/>
          </a:xfrm>
          <a:prstGeom prst="rect">
            <a:avLst/>
          </a:prstGeom>
        </p:spPr>
      </p:pic>
      <p:pic>
        <p:nvPicPr>
          <p:cNvPr id="12" name="Image 11" descr="Une image contenant diagramme, croquis, dessin, blanc&#10;&#10;Le contenu généré par l’IA peut être incorrect.">
            <a:extLst>
              <a:ext uri="{FF2B5EF4-FFF2-40B4-BE49-F238E27FC236}">
                <a16:creationId xmlns:a16="http://schemas.microsoft.com/office/drawing/2014/main" id="{916ABD40-DAB2-415D-50E6-B2284F890E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1397" y="3954207"/>
            <a:ext cx="4993925" cy="270168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C101B79-6A7C-3D5D-8F50-C96E0B2556E8}"/>
              </a:ext>
            </a:extLst>
          </p:cNvPr>
          <p:cNvSpPr txBox="1"/>
          <p:nvPr/>
        </p:nvSpPr>
        <p:spPr>
          <a:xfrm>
            <a:off x="541215" y="1224915"/>
            <a:ext cx="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Defense</a:t>
            </a:r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systems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E380C71-6061-6A10-1CCB-C35CC4F526A0}"/>
              </a:ext>
            </a:extLst>
          </p:cNvPr>
          <p:cNvSpPr txBox="1"/>
          <p:nvPr/>
        </p:nvSpPr>
        <p:spPr>
          <a:xfrm>
            <a:off x="473632" y="4005727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All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genes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6748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9B354-12B5-ED54-2602-7373A0E5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 descr="Une image contenant croquis, diagramme, texte, conception&#10;&#10;Le contenu généré par l’IA peut être incorrect.">
            <a:extLst>
              <a:ext uri="{FF2B5EF4-FFF2-40B4-BE49-F238E27FC236}">
                <a16:creationId xmlns:a16="http://schemas.microsoft.com/office/drawing/2014/main" id="{8DD9D8C5-4D8A-C269-78E9-39E4E6F98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47" y="1668648"/>
            <a:ext cx="5088076" cy="5068278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98184150-B91A-DADB-962C-6A84A4FBB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1468A2E-A6A1-3F53-2E5E-5BE224030D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69CD93B-F234-C3E2-A8D1-335E993295C8}"/>
              </a:ext>
            </a:extLst>
          </p:cNvPr>
          <p:cNvSpPr txBox="1"/>
          <p:nvPr/>
        </p:nvSpPr>
        <p:spPr>
          <a:xfrm>
            <a:off x="1684162" y="2184467"/>
            <a:ext cx="14527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defense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system in 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project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cxnSp>
        <p:nvCxnSpPr>
          <p:cNvPr id="11" name="Connecteur : en arc 10">
            <a:extLst>
              <a:ext uri="{FF2B5EF4-FFF2-40B4-BE49-F238E27FC236}">
                <a16:creationId xmlns:a16="http://schemas.microsoft.com/office/drawing/2014/main" id="{7EC18E1F-A663-36CE-DF71-F0A72C6B86B9}"/>
              </a:ext>
            </a:extLst>
          </p:cNvPr>
          <p:cNvCxnSpPr>
            <a:cxnSpLocks/>
          </p:cNvCxnSpPr>
          <p:nvPr/>
        </p:nvCxnSpPr>
        <p:spPr>
          <a:xfrm>
            <a:off x="2410517" y="3159870"/>
            <a:ext cx="367383" cy="349873"/>
          </a:xfrm>
          <a:prstGeom prst="curvedConnector3">
            <a:avLst>
              <a:gd name="adj1" fmla="val -36916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24037DE5-7624-8178-ECDC-48420C8D81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pic>
        <p:nvPicPr>
          <p:cNvPr id="21" name="Image 20" descr="Une image contenant croquis, diagramme, texte, conception&#10;&#10;Le contenu généré par l’IA peut être incorrect.">
            <a:extLst>
              <a:ext uri="{FF2B5EF4-FFF2-40B4-BE49-F238E27FC236}">
                <a16:creationId xmlns:a16="http://schemas.microsoft.com/office/drawing/2014/main" id="{D3747A4D-2FC9-BBE2-1BDC-BDB6983DDC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6604" y="1668648"/>
            <a:ext cx="5029524" cy="5068279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AF9B79C3-0188-36FE-4859-1AA5D0E1DA5C}"/>
              </a:ext>
            </a:extLst>
          </p:cNvPr>
          <p:cNvSpPr txBox="1"/>
          <p:nvPr/>
        </p:nvSpPr>
        <p:spPr>
          <a:xfrm>
            <a:off x="583494" y="1467213"/>
            <a:ext cx="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Defense</a:t>
            </a:r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systems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4A26689-D734-ABC0-C6E3-2DE0D5B9F274}"/>
              </a:ext>
            </a:extLst>
          </p:cNvPr>
          <p:cNvSpPr txBox="1"/>
          <p:nvPr/>
        </p:nvSpPr>
        <p:spPr>
          <a:xfrm>
            <a:off x="5826481" y="154367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All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genes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64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FBC99-3B43-E432-4BF2-27DA88243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 descr="Une image contenant diagramme, texte&#10;&#10;Le contenu généré par l’IA peut être incorrect.">
            <a:extLst>
              <a:ext uri="{FF2B5EF4-FFF2-40B4-BE49-F238E27FC236}">
                <a16:creationId xmlns:a16="http://schemas.microsoft.com/office/drawing/2014/main" id="{9FABA8D9-4AD4-74F7-4DF3-8675A377A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366" y="1663160"/>
            <a:ext cx="5033858" cy="5068278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A2C38578-0D6D-761C-7817-DE0987CC1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4400" b="1" dirty="0">
                <a:solidFill>
                  <a:srgbClr val="000000"/>
                </a:solidFill>
                <a:latin typeface="Oswald" panose="020F0502020204030204" pitchFamily="2" charset="0"/>
              </a:rPr>
              <a:t>Partial </a:t>
            </a:r>
            <a:r>
              <a:rPr lang="fr-FR" altLang="fr-FR" sz="4400" b="1" dirty="0" err="1">
                <a:solidFill>
                  <a:srgbClr val="000000"/>
                </a:solidFill>
                <a:latin typeface="Oswald" panose="020F0502020204030204" pitchFamily="2" charset="0"/>
              </a:rPr>
              <a:t>c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partial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E2F32E-76A1-1B82-72B2-DE4772E19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FEEE11C-0B2B-4DA3-43C5-D684EEE1E8B7}"/>
              </a:ext>
            </a:extLst>
          </p:cNvPr>
          <p:cNvSpPr txBox="1"/>
          <p:nvPr/>
        </p:nvSpPr>
        <p:spPr>
          <a:xfrm>
            <a:off x="1590711" y="2222278"/>
            <a:ext cx="14527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defense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system in 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project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cxnSp>
        <p:nvCxnSpPr>
          <p:cNvPr id="11" name="Connecteur : en arc 10">
            <a:extLst>
              <a:ext uri="{FF2B5EF4-FFF2-40B4-BE49-F238E27FC236}">
                <a16:creationId xmlns:a16="http://schemas.microsoft.com/office/drawing/2014/main" id="{A79D60A3-DD75-275F-0C4E-F75A4AEC6117}"/>
              </a:ext>
            </a:extLst>
          </p:cNvPr>
          <p:cNvCxnSpPr>
            <a:cxnSpLocks/>
          </p:cNvCxnSpPr>
          <p:nvPr/>
        </p:nvCxnSpPr>
        <p:spPr>
          <a:xfrm>
            <a:off x="2400852" y="3167866"/>
            <a:ext cx="367383" cy="349873"/>
          </a:xfrm>
          <a:prstGeom prst="curvedConnector3">
            <a:avLst>
              <a:gd name="adj1" fmla="val -36916"/>
            </a:avLst>
          </a:prstGeom>
          <a:ln w="381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Image 8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D7BAF1CE-B2E0-70D1-5C6A-B8A62402D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pic>
        <p:nvPicPr>
          <p:cNvPr id="19" name="Image 18" descr="Une image contenant texte, croquis, diagramme, conception&#10;&#10;Le contenu généré par l’IA peut être incorrect.">
            <a:extLst>
              <a:ext uri="{FF2B5EF4-FFF2-40B4-BE49-F238E27FC236}">
                <a16:creationId xmlns:a16="http://schemas.microsoft.com/office/drawing/2014/main" id="{CAFBEA90-ABB6-78C8-64DA-125385E915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142" y="1599621"/>
            <a:ext cx="5088076" cy="5109839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E3D987D-F619-FFB7-79D2-FF0556503DFE}"/>
              </a:ext>
            </a:extLst>
          </p:cNvPr>
          <p:cNvSpPr txBox="1"/>
          <p:nvPr/>
        </p:nvSpPr>
        <p:spPr>
          <a:xfrm>
            <a:off x="583494" y="1467213"/>
            <a:ext cx="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Defense</a:t>
            </a:r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systems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80F7B4A2-ED34-C9F3-FB94-8FE1657A90B6}"/>
              </a:ext>
            </a:extLst>
          </p:cNvPr>
          <p:cNvSpPr txBox="1"/>
          <p:nvPr/>
        </p:nvSpPr>
        <p:spPr>
          <a:xfrm>
            <a:off x="5826481" y="154367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Oswald" panose="00000500000000000000" pitchFamily="2" charset="0"/>
              </a:rPr>
              <a:t>All </a:t>
            </a:r>
            <a:r>
              <a:rPr lang="fr-FR" dirty="0" err="1">
                <a:solidFill>
                  <a:srgbClr val="FF0000"/>
                </a:solidFill>
                <a:latin typeface="Oswald" panose="00000500000000000000" pitchFamily="2" charset="0"/>
              </a:rPr>
              <a:t>genes</a:t>
            </a:r>
            <a:endParaRPr lang="fr-FR" dirty="0">
              <a:solidFill>
                <a:srgbClr val="FF0000"/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607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41CD8-6600-6C6C-F66C-699C0D6A4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C5CFDF6-DA2D-EFEB-16FC-72A06E0D2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7C19C14-A101-CF2B-857A-AC82BFBC7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9B3D9C-EBED-5616-E1FB-955F62FD1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50D7BB0-C83E-4AB0-D559-83CF3DC46136}"/>
              </a:ext>
            </a:extLst>
          </p:cNvPr>
          <p:cNvSpPr txBox="1"/>
          <p:nvPr/>
        </p:nvSpPr>
        <p:spPr>
          <a:xfrm>
            <a:off x="3000497" y="1796082"/>
            <a:ext cx="17416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rgbClr val="FF0000"/>
                </a:solidFill>
                <a:latin typeface="Oswald" panose="00000500000000000000" pitchFamily="2" charset="0"/>
              </a:rPr>
              <a:t>SEFIR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in </a:t>
            </a:r>
            <a:r>
              <a:rPr lang="fr-FR" b="1" dirty="0">
                <a:latin typeface="Oswald" panose="00000500000000000000" pitchFamily="2" charset="0"/>
              </a:rPr>
              <a:t>Staphylococcus epidermidis</a:t>
            </a:r>
            <a:endParaRPr lang="fr-FR" b="1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7CB97404-7C03-3E7D-3B26-B5C6177C42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E9222011-31C2-A89E-585F-53BF61854684}"/>
              </a:ext>
            </a:extLst>
          </p:cNvPr>
          <p:cNvSpPr/>
          <p:nvPr/>
        </p:nvSpPr>
        <p:spPr>
          <a:xfrm>
            <a:off x="3871307" y="352596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289987A-C153-4295-7072-65A3C86B0F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8" name="Ellipse 7">
            <a:extLst>
              <a:ext uri="{FF2B5EF4-FFF2-40B4-BE49-F238E27FC236}">
                <a16:creationId xmlns:a16="http://schemas.microsoft.com/office/drawing/2014/main" id="{5995D903-3B0C-7605-5E9D-6FF4D313B3DF}"/>
              </a:ext>
            </a:extLst>
          </p:cNvPr>
          <p:cNvSpPr/>
          <p:nvPr/>
        </p:nvSpPr>
        <p:spPr>
          <a:xfrm>
            <a:off x="4552852" y="270826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6A8C6AA-2710-7174-8DB7-FD93CA413061}"/>
              </a:ext>
            </a:extLst>
          </p:cNvPr>
          <p:cNvSpPr/>
          <p:nvPr/>
        </p:nvSpPr>
        <p:spPr>
          <a:xfrm>
            <a:off x="9408652" y="364587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240FBC59-A09A-1B8E-E846-8BEE1393E9E7}"/>
              </a:ext>
            </a:extLst>
          </p:cNvPr>
          <p:cNvSpPr/>
          <p:nvPr/>
        </p:nvSpPr>
        <p:spPr>
          <a:xfrm>
            <a:off x="9677205" y="3484188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440C73-8D0C-364D-C092-7F70B76320F0}"/>
              </a:ext>
            </a:extLst>
          </p:cNvPr>
          <p:cNvSpPr/>
          <p:nvPr/>
        </p:nvSpPr>
        <p:spPr>
          <a:xfrm>
            <a:off x="3068114" y="1668651"/>
            <a:ext cx="2132620" cy="2160689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24EAF73-753A-7E85-4DC4-23F4CC05FE08}"/>
              </a:ext>
            </a:extLst>
          </p:cNvPr>
          <p:cNvSpPr/>
          <p:nvPr/>
        </p:nvSpPr>
        <p:spPr>
          <a:xfrm>
            <a:off x="8385641" y="1668651"/>
            <a:ext cx="2132620" cy="2160689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0BF57BF-0775-D45F-9141-42690F98A410}"/>
              </a:ext>
            </a:extLst>
          </p:cNvPr>
          <p:cNvSpPr txBox="1"/>
          <p:nvPr/>
        </p:nvSpPr>
        <p:spPr>
          <a:xfrm>
            <a:off x="972250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C4A89E6-12ED-2D01-5562-409EA8E521B9}"/>
              </a:ext>
            </a:extLst>
          </p:cNvPr>
          <p:cNvSpPr txBox="1"/>
          <p:nvPr/>
        </p:nvSpPr>
        <p:spPr>
          <a:xfrm>
            <a:off x="6329269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3687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4A7E3-4E16-15BC-20D9-C016C7E23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0BA3CF-EF59-3191-6748-DF036C84C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67B08F8-F273-0923-2CEF-1B0718D0E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05E5379-1CF7-571D-5EBD-045E976B14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DB19CDA-C4D0-5AA0-F904-E67E7EC8F307}"/>
              </a:ext>
            </a:extLst>
          </p:cNvPr>
          <p:cNvSpPr txBox="1"/>
          <p:nvPr/>
        </p:nvSpPr>
        <p:spPr>
          <a:xfrm>
            <a:off x="2842422" y="1668651"/>
            <a:ext cx="19987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rgbClr val="FF0000"/>
                </a:solidFill>
                <a:latin typeface="Oswald" panose="00000500000000000000" pitchFamily="2" charset="0"/>
              </a:rPr>
              <a:t>Stk2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in </a:t>
            </a:r>
            <a:r>
              <a:rPr lang="fr-FR" b="1" dirty="0">
                <a:latin typeface="Oswald" panose="00000500000000000000" pitchFamily="2" charset="0"/>
              </a:rPr>
              <a:t>Staphylococcus epidermidis</a:t>
            </a:r>
            <a:endParaRPr lang="fr-FR" b="1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FFBAA0AC-DCA4-5715-87E9-DECFB20663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F932BC02-AF24-1176-F039-D03DC91348FF}"/>
              </a:ext>
            </a:extLst>
          </p:cNvPr>
          <p:cNvSpPr/>
          <p:nvPr/>
        </p:nvSpPr>
        <p:spPr>
          <a:xfrm>
            <a:off x="3372515" y="295040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68C397F-D0AB-0472-AF2B-B2C2627A4C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8" name="Ellipse 7">
            <a:extLst>
              <a:ext uri="{FF2B5EF4-FFF2-40B4-BE49-F238E27FC236}">
                <a16:creationId xmlns:a16="http://schemas.microsoft.com/office/drawing/2014/main" id="{49AD188D-C911-CBBE-8CEA-C1EB223D5784}"/>
              </a:ext>
            </a:extLst>
          </p:cNvPr>
          <p:cNvSpPr/>
          <p:nvPr/>
        </p:nvSpPr>
        <p:spPr>
          <a:xfrm>
            <a:off x="4185469" y="286463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F33C43E-7577-AD08-0D11-EE4485B30537}"/>
              </a:ext>
            </a:extLst>
          </p:cNvPr>
          <p:cNvSpPr/>
          <p:nvPr/>
        </p:nvSpPr>
        <p:spPr>
          <a:xfrm>
            <a:off x="8675275" y="299217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22997DB8-0BC2-7219-40A2-804BFDDC3C15}"/>
              </a:ext>
            </a:extLst>
          </p:cNvPr>
          <p:cNvSpPr/>
          <p:nvPr/>
        </p:nvSpPr>
        <p:spPr>
          <a:xfrm>
            <a:off x="9138776" y="338722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E91E35-30A4-2411-B6D3-3EA89C1D136A}"/>
              </a:ext>
            </a:extLst>
          </p:cNvPr>
          <p:cNvSpPr/>
          <p:nvPr/>
        </p:nvSpPr>
        <p:spPr>
          <a:xfrm>
            <a:off x="3068114" y="1668651"/>
            <a:ext cx="2132620" cy="2160689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6093A6-B869-6AE5-FCF2-9FE9A2292835}"/>
              </a:ext>
            </a:extLst>
          </p:cNvPr>
          <p:cNvSpPr/>
          <p:nvPr/>
        </p:nvSpPr>
        <p:spPr>
          <a:xfrm>
            <a:off x="8385641" y="1668651"/>
            <a:ext cx="2132620" cy="2160689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56B4D9A-9A1F-C11E-E55A-8993491EB7FC}"/>
              </a:ext>
            </a:extLst>
          </p:cNvPr>
          <p:cNvSpPr txBox="1"/>
          <p:nvPr/>
        </p:nvSpPr>
        <p:spPr>
          <a:xfrm>
            <a:off x="972250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1475F3D-0432-6EFF-7F8D-50E15B2FE06D}"/>
              </a:ext>
            </a:extLst>
          </p:cNvPr>
          <p:cNvSpPr txBox="1"/>
          <p:nvPr/>
        </p:nvSpPr>
        <p:spPr>
          <a:xfrm>
            <a:off x="6329269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39893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47A1A-1F72-B5AE-3EBC-156248BA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4F164E6-0335-1E01-695A-B1886B173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9CB8DC1D-3ABD-30C0-3D4F-40C19B9AF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557C52-2D1F-8D79-6CFC-333DD5910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0963873-EE2D-590B-8B39-72ED37D67526}"/>
              </a:ext>
            </a:extLst>
          </p:cNvPr>
          <p:cNvSpPr txBox="1"/>
          <p:nvPr/>
        </p:nvSpPr>
        <p:spPr>
          <a:xfrm>
            <a:off x="3491444" y="3841224"/>
            <a:ext cx="17180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Avs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in Staphylococcus aureus</a:t>
            </a:r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B5808F7D-5BCA-56CA-1E6F-6999177232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845003B5-34CC-5F5C-8C55-6986C8F36D21}"/>
              </a:ext>
            </a:extLst>
          </p:cNvPr>
          <p:cNvSpPr/>
          <p:nvPr/>
        </p:nvSpPr>
        <p:spPr>
          <a:xfrm>
            <a:off x="3362880" y="436743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CFF429A-3221-1F7A-0FE2-E3285B761DA9}"/>
              </a:ext>
            </a:extLst>
          </p:cNvPr>
          <p:cNvSpPr/>
          <p:nvPr/>
        </p:nvSpPr>
        <p:spPr>
          <a:xfrm>
            <a:off x="4221580" y="497084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37E72C6-FAD5-CBA1-648B-8DB8BF2B0FF6}"/>
              </a:ext>
            </a:extLst>
          </p:cNvPr>
          <p:cNvSpPr/>
          <p:nvPr/>
        </p:nvSpPr>
        <p:spPr>
          <a:xfrm>
            <a:off x="3864175" y="505439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D6DD822-4DEF-0A84-9B35-91498AC71F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4F3CADE1-1E6F-D231-392E-DD663F7EE174}"/>
              </a:ext>
            </a:extLst>
          </p:cNvPr>
          <p:cNvSpPr/>
          <p:nvPr/>
        </p:nvSpPr>
        <p:spPr>
          <a:xfrm>
            <a:off x="8546800" y="431893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C3771E6-ECF8-D8A6-3FA6-961248C06F5D}"/>
              </a:ext>
            </a:extLst>
          </p:cNvPr>
          <p:cNvSpPr/>
          <p:nvPr/>
        </p:nvSpPr>
        <p:spPr>
          <a:xfrm>
            <a:off x="8933614" y="4325659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B9EC21A7-7114-5A38-639E-85A4C19E426E}"/>
              </a:ext>
            </a:extLst>
          </p:cNvPr>
          <p:cNvSpPr/>
          <p:nvPr/>
        </p:nvSpPr>
        <p:spPr>
          <a:xfrm>
            <a:off x="8503500" y="4838019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352042-E0A0-1017-EBC7-AC1C14EDAB98}"/>
              </a:ext>
            </a:extLst>
          </p:cNvPr>
          <p:cNvSpPr/>
          <p:nvPr/>
        </p:nvSpPr>
        <p:spPr>
          <a:xfrm>
            <a:off x="3076842" y="3841224"/>
            <a:ext cx="2132620" cy="1956166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819A8A-4C77-FF59-91B4-33D69A64490E}"/>
              </a:ext>
            </a:extLst>
          </p:cNvPr>
          <p:cNvSpPr/>
          <p:nvPr/>
        </p:nvSpPr>
        <p:spPr>
          <a:xfrm>
            <a:off x="8366267" y="3841224"/>
            <a:ext cx="2132620" cy="1956166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5BA9E88-93D5-CD0B-523E-55B753092D9A}"/>
              </a:ext>
            </a:extLst>
          </p:cNvPr>
          <p:cNvSpPr txBox="1"/>
          <p:nvPr/>
        </p:nvSpPr>
        <p:spPr>
          <a:xfrm>
            <a:off x="972250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44F7643-1E66-E837-885F-D3336E157754}"/>
              </a:ext>
            </a:extLst>
          </p:cNvPr>
          <p:cNvSpPr txBox="1"/>
          <p:nvPr/>
        </p:nvSpPr>
        <p:spPr>
          <a:xfrm>
            <a:off x="6329269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169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ECF13-DAD5-8B0F-5445-B044FE3BA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2610C7-8561-0AF8-8E08-74B8869A0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C6702AB5-0C0D-E677-FA6C-4BF97DDAF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0F1AD53-A18E-627F-04A9-B5548C329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64BAC1C5-D017-A648-583B-18B0879E1C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74DF3061-5E6B-FE27-72F3-CBB37CEC1C29}"/>
              </a:ext>
            </a:extLst>
          </p:cNvPr>
          <p:cNvSpPr/>
          <p:nvPr/>
        </p:nvSpPr>
        <p:spPr>
          <a:xfrm>
            <a:off x="2374214" y="321851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065FB4F-A8B1-E31F-CD42-90B4821A34AA}"/>
              </a:ext>
            </a:extLst>
          </p:cNvPr>
          <p:cNvSpPr/>
          <p:nvPr/>
        </p:nvSpPr>
        <p:spPr>
          <a:xfrm>
            <a:off x="3445676" y="510580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395695A-7D19-D65A-6FC0-F2ACDB62A968}"/>
              </a:ext>
            </a:extLst>
          </p:cNvPr>
          <p:cNvSpPr/>
          <p:nvPr/>
        </p:nvSpPr>
        <p:spPr>
          <a:xfrm>
            <a:off x="3532275" y="428388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4D81468-274C-D38F-CF2D-BC2544F78B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E5BD65E7-4AC9-0C2B-8353-BFE162A8D56D}"/>
              </a:ext>
            </a:extLst>
          </p:cNvPr>
          <p:cNvSpPr/>
          <p:nvPr/>
        </p:nvSpPr>
        <p:spPr>
          <a:xfrm>
            <a:off x="7743799" y="514757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EC810997-FC1A-B27C-F0E0-6F4D57278995}"/>
              </a:ext>
            </a:extLst>
          </p:cNvPr>
          <p:cNvSpPr/>
          <p:nvPr/>
        </p:nvSpPr>
        <p:spPr>
          <a:xfrm>
            <a:off x="8813932" y="4242109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5AF485B-5DD0-8307-5BCD-871B418FCF1E}"/>
              </a:ext>
            </a:extLst>
          </p:cNvPr>
          <p:cNvSpPr/>
          <p:nvPr/>
        </p:nvSpPr>
        <p:spPr>
          <a:xfrm>
            <a:off x="8366267" y="495649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C8089E-51D2-42E8-2248-753C22074C69}"/>
              </a:ext>
            </a:extLst>
          </p:cNvPr>
          <p:cNvSpPr/>
          <p:nvPr/>
        </p:nvSpPr>
        <p:spPr>
          <a:xfrm>
            <a:off x="3076842" y="3841224"/>
            <a:ext cx="2132620" cy="1956166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71C4AB-F3AD-EBAE-7D97-F3D429DF84B6}"/>
              </a:ext>
            </a:extLst>
          </p:cNvPr>
          <p:cNvSpPr/>
          <p:nvPr/>
        </p:nvSpPr>
        <p:spPr>
          <a:xfrm>
            <a:off x="7445165" y="3841224"/>
            <a:ext cx="3053722" cy="1956166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5FD51B4D-D594-3E30-DC7F-1D72A2439F41}"/>
              </a:ext>
            </a:extLst>
          </p:cNvPr>
          <p:cNvSpPr/>
          <p:nvPr/>
        </p:nvSpPr>
        <p:spPr>
          <a:xfrm>
            <a:off x="3663059" y="495649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8519E8C0-23D7-0AD4-44DB-CE692076DDBE}"/>
              </a:ext>
            </a:extLst>
          </p:cNvPr>
          <p:cNvSpPr/>
          <p:nvPr/>
        </p:nvSpPr>
        <p:spPr>
          <a:xfrm>
            <a:off x="4209333" y="514757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F80F24B9-8786-EAE1-5E00-252A0C12C5A4}"/>
              </a:ext>
            </a:extLst>
          </p:cNvPr>
          <p:cNvSpPr/>
          <p:nvPr/>
        </p:nvSpPr>
        <p:spPr>
          <a:xfrm>
            <a:off x="7590342" y="342900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E2AF897-37E0-EB6F-0F60-F166E05E5AB8}"/>
              </a:ext>
            </a:extLst>
          </p:cNvPr>
          <p:cNvSpPr txBox="1"/>
          <p:nvPr/>
        </p:nvSpPr>
        <p:spPr>
          <a:xfrm>
            <a:off x="3575574" y="3841224"/>
            <a:ext cx="17180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Dodola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in Staphylococcus aureus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F4EA03B-75D9-6D66-20AC-9940238CA099}"/>
              </a:ext>
            </a:extLst>
          </p:cNvPr>
          <p:cNvSpPr txBox="1"/>
          <p:nvPr/>
        </p:nvSpPr>
        <p:spPr>
          <a:xfrm>
            <a:off x="972250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879D825-ED01-B04C-DB1C-3711878EE2B7}"/>
              </a:ext>
            </a:extLst>
          </p:cNvPr>
          <p:cNvSpPr txBox="1"/>
          <p:nvPr/>
        </p:nvSpPr>
        <p:spPr>
          <a:xfrm>
            <a:off x="6329269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2408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1AAA5-CA6D-5066-0607-0E7758DA1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696C809-DDEF-9991-0CC8-E6FF90C5F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87D6B93F-233C-AA07-501A-752EC5DC5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AD3062-2CB9-0123-C811-09C103E6D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69F975A2-CBB0-E650-10C9-E7409340CE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2647795A-A4A6-0EDC-44DE-74EC5C0F90E6}"/>
              </a:ext>
            </a:extLst>
          </p:cNvPr>
          <p:cNvSpPr/>
          <p:nvPr/>
        </p:nvSpPr>
        <p:spPr>
          <a:xfrm>
            <a:off x="2590257" y="525398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1CFF46F-4C5C-BC03-0733-136CADCC946D}"/>
              </a:ext>
            </a:extLst>
          </p:cNvPr>
          <p:cNvSpPr/>
          <p:nvPr/>
        </p:nvSpPr>
        <p:spPr>
          <a:xfrm>
            <a:off x="2462404" y="551855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EFB3662-C3C7-FCC8-D94F-8571A16C7B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11D6D947-D994-A3B7-39F8-2677D9A928E8}"/>
              </a:ext>
            </a:extLst>
          </p:cNvPr>
          <p:cNvSpPr/>
          <p:nvPr/>
        </p:nvSpPr>
        <p:spPr>
          <a:xfrm>
            <a:off x="8319361" y="551855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C5F9FB58-0E38-DD6D-9453-F8D408B0F803}"/>
              </a:ext>
            </a:extLst>
          </p:cNvPr>
          <p:cNvSpPr/>
          <p:nvPr/>
        </p:nvSpPr>
        <p:spPr>
          <a:xfrm>
            <a:off x="7705141" y="529498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5FCADC-4AD3-1807-EC26-0018C94B3C20}"/>
              </a:ext>
            </a:extLst>
          </p:cNvPr>
          <p:cNvSpPr/>
          <p:nvPr/>
        </p:nvSpPr>
        <p:spPr>
          <a:xfrm>
            <a:off x="974740" y="3841224"/>
            <a:ext cx="2090263" cy="1956166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58369AE-FAF2-A087-DF02-DD35422AF68C}"/>
              </a:ext>
            </a:extLst>
          </p:cNvPr>
          <p:cNvSpPr txBox="1"/>
          <p:nvPr/>
        </p:nvSpPr>
        <p:spPr>
          <a:xfrm>
            <a:off x="802866" y="3809043"/>
            <a:ext cx="25174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AbiAlpha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in Staphylococcus aureus and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Rhodococcus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erythropolis</a:t>
            </a:r>
            <a:endParaRPr lang="fr-FR" b="1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50A755-FB7B-5FAA-749B-44C7099463A2}"/>
              </a:ext>
            </a:extLst>
          </p:cNvPr>
          <p:cNvSpPr/>
          <p:nvPr/>
        </p:nvSpPr>
        <p:spPr>
          <a:xfrm>
            <a:off x="6297129" y="3841224"/>
            <a:ext cx="2090263" cy="1956166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AAF874A-48C5-0F19-45D1-ED23A61024A6}"/>
              </a:ext>
            </a:extLst>
          </p:cNvPr>
          <p:cNvSpPr txBox="1"/>
          <p:nvPr/>
        </p:nvSpPr>
        <p:spPr>
          <a:xfrm>
            <a:off x="972250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DB871C9-CAEE-BFB7-0C89-B129B4100357}"/>
              </a:ext>
            </a:extLst>
          </p:cNvPr>
          <p:cNvSpPr txBox="1"/>
          <p:nvPr/>
        </p:nvSpPr>
        <p:spPr>
          <a:xfrm>
            <a:off x="6329269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2626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6088E-82A9-76F3-1F7A-0D3D27C9F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30AFC85C-5867-5439-4A9D-8357C655E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D96EA3D8-2CE4-4B3C-7A0A-24E1E2F89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28C65B-A427-0B3F-4143-7B07974646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B0149B61-A94D-93BB-4E3C-C049B788EBD5}"/>
              </a:ext>
            </a:extLst>
          </p:cNvPr>
          <p:cNvSpPr txBox="1"/>
          <p:nvPr/>
        </p:nvSpPr>
        <p:spPr>
          <a:xfrm>
            <a:off x="1397534" y="3903918"/>
            <a:ext cx="1452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Gabija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in 6≠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strains</a:t>
            </a:r>
            <a:endParaRPr lang="fr-FR" b="1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2CDE0F96-0CFF-C6CB-F00C-14ADAA33AB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pic>
        <p:nvPicPr>
          <p:cNvPr id="8" name="Image 7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D0A4941-A254-DFD4-F42F-B85D199D83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13" name="Ellipse 12">
            <a:extLst>
              <a:ext uri="{FF2B5EF4-FFF2-40B4-BE49-F238E27FC236}">
                <a16:creationId xmlns:a16="http://schemas.microsoft.com/office/drawing/2014/main" id="{E97144D5-9527-3D19-CCEC-569314E46D5B}"/>
              </a:ext>
            </a:extLst>
          </p:cNvPr>
          <p:cNvSpPr/>
          <p:nvPr/>
        </p:nvSpPr>
        <p:spPr>
          <a:xfrm>
            <a:off x="2281382" y="287782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94F43B0B-E786-3FC6-16AC-9846C63E7EC6}"/>
              </a:ext>
            </a:extLst>
          </p:cNvPr>
          <p:cNvSpPr/>
          <p:nvPr/>
        </p:nvSpPr>
        <p:spPr>
          <a:xfrm>
            <a:off x="3604245" y="382900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4486ACE-3EB8-A644-3DD4-4CD19133E27E}"/>
              </a:ext>
            </a:extLst>
          </p:cNvPr>
          <p:cNvSpPr/>
          <p:nvPr/>
        </p:nvSpPr>
        <p:spPr>
          <a:xfrm>
            <a:off x="3126157" y="433030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62BB6E2-15E2-262B-CAEA-14F6A68AC771}"/>
              </a:ext>
            </a:extLst>
          </p:cNvPr>
          <p:cNvSpPr/>
          <p:nvPr/>
        </p:nvSpPr>
        <p:spPr>
          <a:xfrm>
            <a:off x="2506681" y="485016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1F35C8CC-52C9-B568-C464-E03689BD86BD}"/>
              </a:ext>
            </a:extLst>
          </p:cNvPr>
          <p:cNvSpPr/>
          <p:nvPr/>
        </p:nvSpPr>
        <p:spPr>
          <a:xfrm>
            <a:off x="2007316" y="504975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ED7C2195-9D74-7FD8-BF5C-5D519404B59B}"/>
              </a:ext>
            </a:extLst>
          </p:cNvPr>
          <p:cNvSpPr/>
          <p:nvPr/>
        </p:nvSpPr>
        <p:spPr>
          <a:xfrm>
            <a:off x="3868817" y="504975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27E93168-22BE-E9D8-0F7E-60723D488995}"/>
              </a:ext>
            </a:extLst>
          </p:cNvPr>
          <p:cNvSpPr/>
          <p:nvPr/>
        </p:nvSpPr>
        <p:spPr>
          <a:xfrm>
            <a:off x="4903899" y="559746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9D97C65B-4098-AECD-43F4-DC069E66107E}"/>
              </a:ext>
            </a:extLst>
          </p:cNvPr>
          <p:cNvSpPr/>
          <p:nvPr/>
        </p:nvSpPr>
        <p:spPr>
          <a:xfrm>
            <a:off x="8802864" y="334545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3F18BE90-4E85-830F-3C4A-C31508E9A4CE}"/>
              </a:ext>
            </a:extLst>
          </p:cNvPr>
          <p:cNvSpPr/>
          <p:nvPr/>
        </p:nvSpPr>
        <p:spPr>
          <a:xfrm>
            <a:off x="7934880" y="365262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9FE10722-077E-4FF6-014E-852668F2E7ED}"/>
              </a:ext>
            </a:extLst>
          </p:cNvPr>
          <p:cNvSpPr/>
          <p:nvPr/>
        </p:nvSpPr>
        <p:spPr>
          <a:xfrm>
            <a:off x="8301568" y="446026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0144A71A-A559-8D55-C7C1-238E5E76132A}"/>
              </a:ext>
            </a:extLst>
          </p:cNvPr>
          <p:cNvSpPr/>
          <p:nvPr/>
        </p:nvSpPr>
        <p:spPr>
          <a:xfrm>
            <a:off x="7493926" y="428852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0ACE12A0-54D2-FDEF-53A3-682C701B3CAA}"/>
              </a:ext>
            </a:extLst>
          </p:cNvPr>
          <p:cNvSpPr/>
          <p:nvPr/>
        </p:nvSpPr>
        <p:spPr>
          <a:xfrm>
            <a:off x="7373243" y="509152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7AB5DDFF-72FF-00A7-7A76-0E771D1C0904}"/>
              </a:ext>
            </a:extLst>
          </p:cNvPr>
          <p:cNvSpPr/>
          <p:nvPr/>
        </p:nvSpPr>
        <p:spPr>
          <a:xfrm>
            <a:off x="9824021" y="509152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EF82AE61-AE74-EA5D-FD1F-9C284088A7B2}"/>
              </a:ext>
            </a:extLst>
          </p:cNvPr>
          <p:cNvSpPr/>
          <p:nvPr/>
        </p:nvSpPr>
        <p:spPr>
          <a:xfrm>
            <a:off x="9717265" y="552320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9D2D164-5611-40C0-A9F1-39BC9F3B76C7}"/>
              </a:ext>
            </a:extLst>
          </p:cNvPr>
          <p:cNvSpPr/>
          <p:nvPr/>
        </p:nvSpPr>
        <p:spPr>
          <a:xfrm>
            <a:off x="993536" y="3829005"/>
            <a:ext cx="4098325" cy="1956166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D3A43F-0171-A625-15C4-104BF09C0E4A}"/>
              </a:ext>
            </a:extLst>
          </p:cNvPr>
          <p:cNvSpPr/>
          <p:nvPr/>
        </p:nvSpPr>
        <p:spPr>
          <a:xfrm>
            <a:off x="6339004" y="3838289"/>
            <a:ext cx="4098325" cy="1956166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29F702F-C4E6-B3FE-C85C-F28F52D1D678}"/>
              </a:ext>
            </a:extLst>
          </p:cNvPr>
          <p:cNvSpPr txBox="1"/>
          <p:nvPr/>
        </p:nvSpPr>
        <p:spPr>
          <a:xfrm>
            <a:off x="972250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AD5DE77-7804-6F2D-356C-0583EC120812}"/>
              </a:ext>
            </a:extLst>
          </p:cNvPr>
          <p:cNvSpPr txBox="1"/>
          <p:nvPr/>
        </p:nvSpPr>
        <p:spPr>
          <a:xfrm>
            <a:off x="6329269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11833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9A855-2C57-700A-0158-D5B99BA90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77623300-18F6-3E1A-1F70-4E2E4AEBF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6CF0FFC-200F-79E8-1B64-CA77209E17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7DCCF5-CAD9-F8D8-F421-F1070B082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44FDCBB-57F8-EE86-4698-F1B42D9C0B30}"/>
              </a:ext>
            </a:extLst>
          </p:cNvPr>
          <p:cNvSpPr txBox="1"/>
          <p:nvPr/>
        </p:nvSpPr>
        <p:spPr>
          <a:xfrm>
            <a:off x="1478090" y="1748012"/>
            <a:ext cx="17740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dGTPase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in </a:t>
            </a:r>
            <a:r>
              <a:rPr lang="fr-FR" b="1" dirty="0">
                <a:latin typeface="Oswald" panose="00000500000000000000" pitchFamily="2" charset="0"/>
              </a:rPr>
              <a:t>Vibrio </a:t>
            </a:r>
            <a:r>
              <a:rPr lang="fr-FR" b="1" dirty="0" err="1">
                <a:latin typeface="Oswald" panose="00000500000000000000" pitchFamily="2" charset="0"/>
              </a:rPr>
              <a:t>cyclitrophicus</a:t>
            </a:r>
            <a:endParaRPr lang="fr-FR" b="1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348C674D-4BDB-905F-879E-75E2CE60B9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36BE7903-F741-B34E-04A7-70CF5F7DDFC8}"/>
              </a:ext>
            </a:extLst>
          </p:cNvPr>
          <p:cNvSpPr/>
          <p:nvPr/>
        </p:nvSpPr>
        <p:spPr>
          <a:xfrm>
            <a:off x="2443838" y="375938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3E42266-A94C-8D65-BEAD-9303B505EA62}"/>
              </a:ext>
            </a:extLst>
          </p:cNvPr>
          <p:cNvSpPr/>
          <p:nvPr/>
        </p:nvSpPr>
        <p:spPr>
          <a:xfrm>
            <a:off x="1686480" y="218045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58E5DAE-B67B-9D83-7598-7813BBA408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45DAAED9-45D7-9E52-93B0-1DBAABAB63F7}"/>
              </a:ext>
            </a:extLst>
          </p:cNvPr>
          <p:cNvSpPr/>
          <p:nvPr/>
        </p:nvSpPr>
        <p:spPr>
          <a:xfrm>
            <a:off x="7767007" y="391232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D4AF52B8-ABF2-481A-95CE-68AB59234968}"/>
              </a:ext>
            </a:extLst>
          </p:cNvPr>
          <p:cNvSpPr/>
          <p:nvPr/>
        </p:nvSpPr>
        <p:spPr>
          <a:xfrm>
            <a:off x="7767006" y="249144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4AD5DA-FBBE-C8FD-F90A-1BFE278B9DA4}"/>
              </a:ext>
            </a:extLst>
          </p:cNvPr>
          <p:cNvSpPr/>
          <p:nvPr/>
        </p:nvSpPr>
        <p:spPr>
          <a:xfrm>
            <a:off x="946891" y="1668651"/>
            <a:ext cx="2132620" cy="2160689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59EA30-409E-83CF-A978-207AA1E1376D}"/>
              </a:ext>
            </a:extLst>
          </p:cNvPr>
          <p:cNvSpPr/>
          <p:nvPr/>
        </p:nvSpPr>
        <p:spPr>
          <a:xfrm>
            <a:off x="6246853" y="1689143"/>
            <a:ext cx="2132620" cy="2160689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867A627-26EF-EBF3-CE88-482E59901734}"/>
              </a:ext>
            </a:extLst>
          </p:cNvPr>
          <p:cNvSpPr txBox="1"/>
          <p:nvPr/>
        </p:nvSpPr>
        <p:spPr>
          <a:xfrm>
            <a:off x="946891" y="5351830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16463F0-9D06-E691-8636-2B015B5376DB}"/>
              </a:ext>
            </a:extLst>
          </p:cNvPr>
          <p:cNvSpPr txBox="1"/>
          <p:nvPr/>
        </p:nvSpPr>
        <p:spPr>
          <a:xfrm>
            <a:off x="6303910" y="5351830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8743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1E79E-0ACD-507A-2CFF-3E6651B52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C611E22-AF8B-EADA-B48A-C217A211E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517F6AC-63A3-D5CA-39B9-5FBFD9FD5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F9733C5-87A2-6992-A0CE-ECC09A58D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45B74EDD-9FD9-975D-A868-A42FF11BBDA8}"/>
              </a:ext>
            </a:extLst>
          </p:cNvPr>
          <p:cNvSpPr txBox="1"/>
          <p:nvPr/>
        </p:nvSpPr>
        <p:spPr>
          <a:xfrm>
            <a:off x="2933117" y="2454900"/>
            <a:ext cx="1452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rgbClr val="FF0000"/>
                </a:solidFill>
                <a:latin typeface="Oswald" panose="00000500000000000000" pitchFamily="2" charset="0"/>
              </a:rPr>
              <a:t>RM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in 18≠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strains</a:t>
            </a:r>
            <a:endParaRPr lang="fr-FR" b="1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9CF352AA-2F64-BA44-E4A5-610E8F3F0B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1050993C-A62A-6C20-3AB0-6C56948B9A44}"/>
              </a:ext>
            </a:extLst>
          </p:cNvPr>
          <p:cNvSpPr/>
          <p:nvPr/>
        </p:nvSpPr>
        <p:spPr>
          <a:xfrm>
            <a:off x="4601442" y="197269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9D46C22D-EAB2-57EA-4D13-F7291E864A6A}"/>
              </a:ext>
            </a:extLst>
          </p:cNvPr>
          <p:cNvSpPr/>
          <p:nvPr/>
        </p:nvSpPr>
        <p:spPr>
          <a:xfrm>
            <a:off x="4083201" y="219935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1D157CE-4B14-4BD4-B41D-EDD7D031943E}"/>
              </a:ext>
            </a:extLst>
          </p:cNvPr>
          <p:cNvSpPr/>
          <p:nvPr/>
        </p:nvSpPr>
        <p:spPr>
          <a:xfrm>
            <a:off x="3777545" y="235717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CACC6535-AB2A-A1EB-F2AA-BFB267970993}"/>
              </a:ext>
            </a:extLst>
          </p:cNvPr>
          <p:cNvSpPr/>
          <p:nvPr/>
        </p:nvSpPr>
        <p:spPr>
          <a:xfrm>
            <a:off x="4763125" y="299392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E51669F-5814-D1D4-AC57-8AAD9A459CEB}"/>
              </a:ext>
            </a:extLst>
          </p:cNvPr>
          <p:cNvSpPr/>
          <p:nvPr/>
        </p:nvSpPr>
        <p:spPr>
          <a:xfrm>
            <a:off x="4083201" y="327157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954A914-1732-1A46-95B0-47B1706DF42B}"/>
              </a:ext>
            </a:extLst>
          </p:cNvPr>
          <p:cNvSpPr/>
          <p:nvPr/>
        </p:nvSpPr>
        <p:spPr>
          <a:xfrm>
            <a:off x="3885053" y="322979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D8338AD-54AF-312A-2E6A-8DFC19AFF39A}"/>
              </a:ext>
            </a:extLst>
          </p:cNvPr>
          <p:cNvSpPr/>
          <p:nvPr/>
        </p:nvSpPr>
        <p:spPr>
          <a:xfrm>
            <a:off x="3798454" y="304198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515DD26-6E50-CDE9-B9D2-3693DD21026D}"/>
              </a:ext>
            </a:extLst>
          </p:cNvPr>
          <p:cNvSpPr/>
          <p:nvPr/>
        </p:nvSpPr>
        <p:spPr>
          <a:xfrm>
            <a:off x="3203540" y="342900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43CF438-B205-452F-B15D-075E14F4876E}"/>
              </a:ext>
            </a:extLst>
          </p:cNvPr>
          <p:cNvSpPr/>
          <p:nvPr/>
        </p:nvSpPr>
        <p:spPr>
          <a:xfrm>
            <a:off x="3272391" y="355397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AB4E9923-5D44-AF3E-2880-B7A9C122E578}"/>
              </a:ext>
            </a:extLst>
          </p:cNvPr>
          <p:cNvSpPr/>
          <p:nvPr/>
        </p:nvSpPr>
        <p:spPr>
          <a:xfrm>
            <a:off x="2235647" y="296245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AF3233F0-6D42-659A-97D6-7FF8FB246E39}"/>
              </a:ext>
            </a:extLst>
          </p:cNvPr>
          <p:cNvSpPr/>
          <p:nvPr/>
        </p:nvSpPr>
        <p:spPr>
          <a:xfrm>
            <a:off x="3542378" y="407921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002BFE50-E864-E3EE-50B1-2A34A7C58101}"/>
              </a:ext>
            </a:extLst>
          </p:cNvPr>
          <p:cNvSpPr/>
          <p:nvPr/>
        </p:nvSpPr>
        <p:spPr>
          <a:xfrm>
            <a:off x="3533913" y="395409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0A7BA86D-F891-26C4-F95B-4874F48B50FD}"/>
              </a:ext>
            </a:extLst>
          </p:cNvPr>
          <p:cNvSpPr/>
          <p:nvPr/>
        </p:nvSpPr>
        <p:spPr>
          <a:xfrm>
            <a:off x="4125822" y="403744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F5664E8C-F2EB-2BF4-F3F8-DBADCCC0E45E}"/>
              </a:ext>
            </a:extLst>
          </p:cNvPr>
          <p:cNvSpPr/>
          <p:nvPr/>
        </p:nvSpPr>
        <p:spPr>
          <a:xfrm>
            <a:off x="4125822" y="420419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0414D79B-B5AA-ED72-A25E-C0B72D12CE8F}"/>
              </a:ext>
            </a:extLst>
          </p:cNvPr>
          <p:cNvSpPr/>
          <p:nvPr/>
        </p:nvSpPr>
        <p:spPr>
          <a:xfrm>
            <a:off x="3853379" y="4415319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70FFEDFB-AFC3-FC2F-E257-AE912EF25F95}"/>
              </a:ext>
            </a:extLst>
          </p:cNvPr>
          <p:cNvSpPr/>
          <p:nvPr/>
        </p:nvSpPr>
        <p:spPr>
          <a:xfrm>
            <a:off x="3971652" y="445709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7AA7905B-EF6C-B1BA-B8CF-2E9B0D6A35E9}"/>
              </a:ext>
            </a:extLst>
          </p:cNvPr>
          <p:cNvSpPr/>
          <p:nvPr/>
        </p:nvSpPr>
        <p:spPr>
          <a:xfrm>
            <a:off x="3533912" y="4631568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54173C02-0BBB-5AD3-3E2C-896E6B336F14}"/>
              </a:ext>
            </a:extLst>
          </p:cNvPr>
          <p:cNvSpPr/>
          <p:nvPr/>
        </p:nvSpPr>
        <p:spPr>
          <a:xfrm>
            <a:off x="2019462" y="506788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E189937-CC6F-76DA-62E4-1D1C6C486D3E}"/>
              </a:ext>
            </a:extLst>
          </p:cNvPr>
          <p:cNvSpPr/>
          <p:nvPr/>
        </p:nvSpPr>
        <p:spPr>
          <a:xfrm>
            <a:off x="3690946" y="4947199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0BC8F981-62D6-D80B-B746-E7ED483FEE74}"/>
              </a:ext>
            </a:extLst>
          </p:cNvPr>
          <p:cNvSpPr/>
          <p:nvPr/>
        </p:nvSpPr>
        <p:spPr>
          <a:xfrm>
            <a:off x="4040503" y="510580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237BA003-4562-CCF2-2B25-318EB518FDC9}"/>
              </a:ext>
            </a:extLst>
          </p:cNvPr>
          <p:cNvSpPr/>
          <p:nvPr/>
        </p:nvSpPr>
        <p:spPr>
          <a:xfrm>
            <a:off x="4379873" y="498897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815CF8C6-5D64-C0D7-4DA3-3FE8FA9719C5}"/>
              </a:ext>
            </a:extLst>
          </p:cNvPr>
          <p:cNvSpPr/>
          <p:nvPr/>
        </p:nvSpPr>
        <p:spPr>
          <a:xfrm>
            <a:off x="4705834" y="510580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A58C0256-B712-6385-C3BD-89930AA57FC1}"/>
              </a:ext>
            </a:extLst>
          </p:cNvPr>
          <p:cNvSpPr/>
          <p:nvPr/>
        </p:nvSpPr>
        <p:spPr>
          <a:xfrm>
            <a:off x="3315690" y="5189349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68709724-F6B9-10D5-3252-185C74B0F396}"/>
              </a:ext>
            </a:extLst>
          </p:cNvPr>
          <p:cNvSpPr/>
          <p:nvPr/>
        </p:nvSpPr>
        <p:spPr>
          <a:xfrm>
            <a:off x="3246839" y="535610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4" name="Image 33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E160B36-24DC-78DA-9337-857D7EEAEA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35" name="Ellipse 34">
            <a:extLst>
              <a:ext uri="{FF2B5EF4-FFF2-40B4-BE49-F238E27FC236}">
                <a16:creationId xmlns:a16="http://schemas.microsoft.com/office/drawing/2014/main" id="{9F410273-0C59-B8C0-9406-084BC09743D4}"/>
              </a:ext>
            </a:extLst>
          </p:cNvPr>
          <p:cNvSpPr/>
          <p:nvPr/>
        </p:nvSpPr>
        <p:spPr>
          <a:xfrm>
            <a:off x="9994236" y="197269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60556D94-A0E5-FDCC-388A-70F7FBEE2421}"/>
              </a:ext>
            </a:extLst>
          </p:cNvPr>
          <p:cNvSpPr/>
          <p:nvPr/>
        </p:nvSpPr>
        <p:spPr>
          <a:xfrm>
            <a:off x="9907637" y="2027618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7B00FBF6-45F5-1EF7-FA65-D51DCFF2D418}"/>
              </a:ext>
            </a:extLst>
          </p:cNvPr>
          <p:cNvSpPr/>
          <p:nvPr/>
        </p:nvSpPr>
        <p:spPr>
          <a:xfrm>
            <a:off x="9720380" y="263856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AB53A4DD-EE52-9852-CDA9-BCACDFF6D0C1}"/>
              </a:ext>
            </a:extLst>
          </p:cNvPr>
          <p:cNvSpPr/>
          <p:nvPr/>
        </p:nvSpPr>
        <p:spPr>
          <a:xfrm>
            <a:off x="9408652" y="272211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984B350B-6AD2-43D1-C852-7263FAFB4C36}"/>
              </a:ext>
            </a:extLst>
          </p:cNvPr>
          <p:cNvSpPr/>
          <p:nvPr/>
        </p:nvSpPr>
        <p:spPr>
          <a:xfrm>
            <a:off x="9905272" y="296245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4F6E6EEC-5B59-1E8D-67FF-AD4DF77B95A3}"/>
              </a:ext>
            </a:extLst>
          </p:cNvPr>
          <p:cNvSpPr/>
          <p:nvPr/>
        </p:nvSpPr>
        <p:spPr>
          <a:xfrm>
            <a:off x="8963795" y="3083759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613C106F-E6FB-FAB8-DB64-BECB94AA5BA7}"/>
              </a:ext>
            </a:extLst>
          </p:cNvPr>
          <p:cNvSpPr/>
          <p:nvPr/>
        </p:nvSpPr>
        <p:spPr>
          <a:xfrm>
            <a:off x="9223727" y="347077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Ellipse 41">
            <a:extLst>
              <a:ext uri="{FF2B5EF4-FFF2-40B4-BE49-F238E27FC236}">
                <a16:creationId xmlns:a16="http://schemas.microsoft.com/office/drawing/2014/main" id="{37649E00-116E-DDC4-31A4-4E8F334F9850}"/>
              </a:ext>
            </a:extLst>
          </p:cNvPr>
          <p:cNvSpPr/>
          <p:nvPr/>
        </p:nvSpPr>
        <p:spPr>
          <a:xfrm>
            <a:off x="10030595" y="372845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13F766E9-02F7-E4D4-CF97-D26EA6CF16CD}"/>
              </a:ext>
            </a:extLst>
          </p:cNvPr>
          <p:cNvSpPr/>
          <p:nvPr/>
        </p:nvSpPr>
        <p:spPr>
          <a:xfrm>
            <a:off x="8838472" y="359575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DBD67497-DE0F-FDAE-E2E1-CC045424F57B}"/>
              </a:ext>
            </a:extLst>
          </p:cNvPr>
          <p:cNvSpPr/>
          <p:nvPr/>
        </p:nvSpPr>
        <p:spPr>
          <a:xfrm>
            <a:off x="8920495" y="368667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68B51C1F-04EC-A591-0F85-57501C8DF77F}"/>
              </a:ext>
            </a:extLst>
          </p:cNvPr>
          <p:cNvSpPr/>
          <p:nvPr/>
        </p:nvSpPr>
        <p:spPr>
          <a:xfrm>
            <a:off x="8217352" y="327157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20B76131-F04B-6B19-88C3-4AC512369958}"/>
              </a:ext>
            </a:extLst>
          </p:cNvPr>
          <p:cNvSpPr/>
          <p:nvPr/>
        </p:nvSpPr>
        <p:spPr>
          <a:xfrm>
            <a:off x="9050394" y="395409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285B5D9D-9FD3-A544-17EC-ECDA405232E1}"/>
              </a:ext>
            </a:extLst>
          </p:cNvPr>
          <p:cNvSpPr/>
          <p:nvPr/>
        </p:nvSpPr>
        <p:spPr>
          <a:xfrm>
            <a:off x="8795172" y="395409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Ellipse 47">
            <a:extLst>
              <a:ext uri="{FF2B5EF4-FFF2-40B4-BE49-F238E27FC236}">
                <a16:creationId xmlns:a16="http://schemas.microsoft.com/office/drawing/2014/main" id="{6A582D4C-A764-0040-2000-0DB9180F1F50}"/>
              </a:ext>
            </a:extLst>
          </p:cNvPr>
          <p:cNvSpPr/>
          <p:nvPr/>
        </p:nvSpPr>
        <p:spPr>
          <a:xfrm>
            <a:off x="9548640" y="4373544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66C43355-4E7C-DF11-827E-775C558FB11F}"/>
              </a:ext>
            </a:extLst>
          </p:cNvPr>
          <p:cNvSpPr/>
          <p:nvPr/>
        </p:nvSpPr>
        <p:spPr>
          <a:xfrm>
            <a:off x="9580357" y="458979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0045CF3C-0AA7-1598-E7DB-70EA1340E7FA}"/>
              </a:ext>
            </a:extLst>
          </p:cNvPr>
          <p:cNvSpPr/>
          <p:nvPr/>
        </p:nvSpPr>
        <p:spPr>
          <a:xfrm>
            <a:off x="9763679" y="537433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B8FF9FFD-7249-1753-7E1C-8A92924EF885}"/>
              </a:ext>
            </a:extLst>
          </p:cNvPr>
          <p:cNvSpPr/>
          <p:nvPr/>
        </p:nvSpPr>
        <p:spPr>
          <a:xfrm>
            <a:off x="8260651" y="467334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Ellipse 51">
            <a:extLst>
              <a:ext uri="{FF2B5EF4-FFF2-40B4-BE49-F238E27FC236}">
                <a16:creationId xmlns:a16="http://schemas.microsoft.com/office/drawing/2014/main" id="{C8E11FB4-09E7-A40C-224B-2FE2E4966D66}"/>
              </a:ext>
            </a:extLst>
          </p:cNvPr>
          <p:cNvSpPr/>
          <p:nvPr/>
        </p:nvSpPr>
        <p:spPr>
          <a:xfrm>
            <a:off x="8294666" y="482617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488D1334-EBB9-D990-AD71-86845068D6FE}"/>
              </a:ext>
            </a:extLst>
          </p:cNvPr>
          <p:cNvSpPr/>
          <p:nvPr/>
        </p:nvSpPr>
        <p:spPr>
          <a:xfrm>
            <a:off x="9223727" y="486794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557B0047-B6B7-A820-5E68-C3F0EB8373ED}"/>
              </a:ext>
            </a:extLst>
          </p:cNvPr>
          <p:cNvSpPr/>
          <p:nvPr/>
        </p:nvSpPr>
        <p:spPr>
          <a:xfrm>
            <a:off x="9679357" y="502225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C0914ABF-7B36-E56A-5A7D-0678E0E064C4}"/>
              </a:ext>
            </a:extLst>
          </p:cNvPr>
          <p:cNvSpPr/>
          <p:nvPr/>
        </p:nvSpPr>
        <p:spPr>
          <a:xfrm>
            <a:off x="9555624" y="5545968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448AF256-7E9F-815B-8FAB-E57A03E14912}"/>
              </a:ext>
            </a:extLst>
          </p:cNvPr>
          <p:cNvSpPr/>
          <p:nvPr/>
        </p:nvSpPr>
        <p:spPr>
          <a:xfrm>
            <a:off x="10117194" y="554596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B16AE50-43CE-0C32-8F97-58ED64D0CDC0}"/>
              </a:ext>
            </a:extLst>
          </p:cNvPr>
          <p:cNvSpPr/>
          <p:nvPr/>
        </p:nvSpPr>
        <p:spPr>
          <a:xfrm>
            <a:off x="3076842" y="1873090"/>
            <a:ext cx="2132620" cy="3928940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C6C7332-3AD7-7E99-E4A6-D83FEB2EBAB9}"/>
              </a:ext>
            </a:extLst>
          </p:cNvPr>
          <p:cNvSpPr/>
          <p:nvPr/>
        </p:nvSpPr>
        <p:spPr>
          <a:xfrm>
            <a:off x="8381265" y="1873090"/>
            <a:ext cx="2132620" cy="3928940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04EC883-AE5B-BFD7-D3BC-081AA46F483C}"/>
              </a:ext>
            </a:extLst>
          </p:cNvPr>
          <p:cNvSpPr txBox="1"/>
          <p:nvPr/>
        </p:nvSpPr>
        <p:spPr>
          <a:xfrm>
            <a:off x="972250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E67DF2B-EA39-B99E-8112-57C35D58DDDC}"/>
              </a:ext>
            </a:extLst>
          </p:cNvPr>
          <p:cNvSpPr txBox="1"/>
          <p:nvPr/>
        </p:nvSpPr>
        <p:spPr>
          <a:xfrm>
            <a:off x="6329269" y="1624976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66370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7EEA6-A4EC-AC3F-4F46-0A8570E69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B095A51-F05C-F5A8-66D6-03568D9085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98" y="1668651"/>
            <a:ext cx="4594864" cy="457089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E3A97B45-E780-55D3-0961-669A6A1C2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540" y="97124"/>
            <a:ext cx="8278711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infection VS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correlation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to </a:t>
            </a:r>
            <a:r>
              <a:rPr kumimoji="0" lang="fr-FR" altLang="fr-FR" sz="4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growth</a:t>
            </a:r>
            <a:r>
              <a:rPr kumimoji="0" lang="fr-FR" altLang="fr-FR" sz="4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528EBF-0006-5EF4-54BC-487EE24D43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DB2D376E-AE44-8D6C-36DF-E97D87519C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620" y="148540"/>
            <a:ext cx="1198928" cy="1230618"/>
          </a:xfrm>
          <a:prstGeom prst="rect">
            <a:avLst/>
          </a:prstGeom>
        </p:spPr>
      </p:pic>
      <p:pic>
        <p:nvPicPr>
          <p:cNvPr id="34" name="Image 33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A37DB4F-9F67-8236-9A1E-63986266D1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5817" y="1668651"/>
            <a:ext cx="4563070" cy="4570892"/>
          </a:xfrm>
          <a:prstGeom prst="rect">
            <a:avLst/>
          </a:prstGeom>
        </p:spPr>
      </p:pic>
      <p:sp>
        <p:nvSpPr>
          <p:cNvPr id="45" name="Ellipse 44">
            <a:extLst>
              <a:ext uri="{FF2B5EF4-FFF2-40B4-BE49-F238E27FC236}">
                <a16:creationId xmlns:a16="http://schemas.microsoft.com/office/drawing/2014/main" id="{26AD10CB-F71C-2E44-8D97-64434A1BC991}"/>
              </a:ext>
            </a:extLst>
          </p:cNvPr>
          <p:cNvSpPr/>
          <p:nvPr/>
        </p:nvSpPr>
        <p:spPr>
          <a:xfrm>
            <a:off x="4626494" y="198584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7822612-5C98-820A-7AF6-FD587EB23DF7}"/>
              </a:ext>
            </a:extLst>
          </p:cNvPr>
          <p:cNvSpPr/>
          <p:nvPr/>
        </p:nvSpPr>
        <p:spPr>
          <a:xfrm>
            <a:off x="3076842" y="1873090"/>
            <a:ext cx="2132620" cy="3928940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6FF95BE-505D-072F-EC70-25DA86CFF1A4}"/>
              </a:ext>
            </a:extLst>
          </p:cNvPr>
          <p:cNvSpPr/>
          <p:nvPr/>
        </p:nvSpPr>
        <p:spPr>
          <a:xfrm>
            <a:off x="8381265" y="1873090"/>
            <a:ext cx="2132620" cy="3928940"/>
          </a:xfrm>
          <a:prstGeom prst="rect">
            <a:avLst/>
          </a:prstGeom>
          <a:noFill/>
          <a:ln>
            <a:solidFill>
              <a:srgbClr val="33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B8124554-0DE4-BDAD-BB8D-EE98B9BD23A6}"/>
              </a:ext>
            </a:extLst>
          </p:cNvPr>
          <p:cNvSpPr/>
          <p:nvPr/>
        </p:nvSpPr>
        <p:spPr>
          <a:xfrm>
            <a:off x="4099852" y="2209778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AD37A320-4B50-1704-8FFA-C1E02E9837D8}"/>
              </a:ext>
            </a:extLst>
          </p:cNvPr>
          <p:cNvSpPr/>
          <p:nvPr/>
        </p:nvSpPr>
        <p:spPr>
          <a:xfrm>
            <a:off x="3404973" y="296245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FD292513-CBE1-D169-7908-0DFE2FE9DB15}"/>
              </a:ext>
            </a:extLst>
          </p:cNvPr>
          <p:cNvSpPr/>
          <p:nvPr/>
        </p:nvSpPr>
        <p:spPr>
          <a:xfrm>
            <a:off x="4174627" y="287890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A83E101D-187D-F91B-63F2-0A6CFEAB6EF1}"/>
              </a:ext>
            </a:extLst>
          </p:cNvPr>
          <p:cNvSpPr/>
          <p:nvPr/>
        </p:nvSpPr>
        <p:spPr>
          <a:xfrm>
            <a:off x="4539895" y="268033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F029D37A-0A22-41D8-81FF-E9492000CAB2}"/>
              </a:ext>
            </a:extLst>
          </p:cNvPr>
          <p:cNvSpPr/>
          <p:nvPr/>
        </p:nvSpPr>
        <p:spPr>
          <a:xfrm>
            <a:off x="4797460" y="283712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CE474D37-3A2F-33A2-1954-40160CBA84F4}"/>
              </a:ext>
            </a:extLst>
          </p:cNvPr>
          <p:cNvSpPr/>
          <p:nvPr/>
        </p:nvSpPr>
        <p:spPr>
          <a:xfrm>
            <a:off x="4199921" y="3428999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E312188C-15F6-4A6F-91F2-F0EE09D32D00}"/>
              </a:ext>
            </a:extLst>
          </p:cNvPr>
          <p:cNvSpPr/>
          <p:nvPr/>
        </p:nvSpPr>
        <p:spPr>
          <a:xfrm>
            <a:off x="4204562" y="355397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48A79EB9-2EB4-3E2E-2B1F-77B722014952}"/>
              </a:ext>
            </a:extLst>
          </p:cNvPr>
          <p:cNvSpPr/>
          <p:nvPr/>
        </p:nvSpPr>
        <p:spPr>
          <a:xfrm>
            <a:off x="4156621" y="434046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4" name="Ellipse 1023">
            <a:extLst>
              <a:ext uri="{FF2B5EF4-FFF2-40B4-BE49-F238E27FC236}">
                <a16:creationId xmlns:a16="http://schemas.microsoft.com/office/drawing/2014/main" id="{FEBC20FF-0ABD-2DE9-F1DA-E5576B1C7833}"/>
              </a:ext>
            </a:extLst>
          </p:cNvPr>
          <p:cNvSpPr/>
          <p:nvPr/>
        </p:nvSpPr>
        <p:spPr>
          <a:xfrm>
            <a:off x="3938760" y="4548018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5" name="Ellipse 1024">
            <a:extLst>
              <a:ext uri="{FF2B5EF4-FFF2-40B4-BE49-F238E27FC236}">
                <a16:creationId xmlns:a16="http://schemas.microsoft.com/office/drawing/2014/main" id="{33B82C46-E5C2-0306-8F50-666823A44419}"/>
              </a:ext>
            </a:extLst>
          </p:cNvPr>
          <p:cNvSpPr/>
          <p:nvPr/>
        </p:nvSpPr>
        <p:spPr>
          <a:xfrm>
            <a:off x="4099852" y="482617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7" name="Ellipse 1026">
            <a:extLst>
              <a:ext uri="{FF2B5EF4-FFF2-40B4-BE49-F238E27FC236}">
                <a16:creationId xmlns:a16="http://schemas.microsoft.com/office/drawing/2014/main" id="{1FF5E0EF-EDBE-EDDD-420C-0ABFA8A486F7}"/>
              </a:ext>
            </a:extLst>
          </p:cNvPr>
          <p:cNvSpPr/>
          <p:nvPr/>
        </p:nvSpPr>
        <p:spPr>
          <a:xfrm>
            <a:off x="9977514" y="1944068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8" name="Ellipse 1027">
            <a:extLst>
              <a:ext uri="{FF2B5EF4-FFF2-40B4-BE49-F238E27FC236}">
                <a16:creationId xmlns:a16="http://schemas.microsoft.com/office/drawing/2014/main" id="{3243525D-70F4-0C0F-3FBA-E1BACF20E650}"/>
              </a:ext>
            </a:extLst>
          </p:cNvPr>
          <p:cNvSpPr/>
          <p:nvPr/>
        </p:nvSpPr>
        <p:spPr>
          <a:xfrm>
            <a:off x="9890915" y="2015046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9" name="Ellipse 1028">
            <a:extLst>
              <a:ext uri="{FF2B5EF4-FFF2-40B4-BE49-F238E27FC236}">
                <a16:creationId xmlns:a16="http://schemas.microsoft.com/office/drawing/2014/main" id="{24523587-39A2-ED75-D44F-30CFDA40CE14}"/>
              </a:ext>
            </a:extLst>
          </p:cNvPr>
          <p:cNvSpPr/>
          <p:nvPr/>
        </p:nvSpPr>
        <p:spPr>
          <a:xfrm>
            <a:off x="8817108" y="301708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0" name="Ellipse 1029">
            <a:extLst>
              <a:ext uri="{FF2B5EF4-FFF2-40B4-BE49-F238E27FC236}">
                <a16:creationId xmlns:a16="http://schemas.microsoft.com/office/drawing/2014/main" id="{BE3EB3A0-5F51-8CF4-A61B-B5122EBED602}"/>
              </a:ext>
            </a:extLst>
          </p:cNvPr>
          <p:cNvSpPr/>
          <p:nvPr/>
        </p:nvSpPr>
        <p:spPr>
          <a:xfrm>
            <a:off x="9495251" y="3637525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1" name="Ellipse 1030">
            <a:extLst>
              <a:ext uri="{FF2B5EF4-FFF2-40B4-BE49-F238E27FC236}">
                <a16:creationId xmlns:a16="http://schemas.microsoft.com/office/drawing/2014/main" id="{B2FCCD33-68A7-9077-2F9C-EFFF8AC3AE35}"/>
              </a:ext>
            </a:extLst>
          </p:cNvPr>
          <p:cNvSpPr/>
          <p:nvPr/>
        </p:nvSpPr>
        <p:spPr>
          <a:xfrm>
            <a:off x="9680449" y="347077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2" name="Ellipse 1031">
            <a:extLst>
              <a:ext uri="{FF2B5EF4-FFF2-40B4-BE49-F238E27FC236}">
                <a16:creationId xmlns:a16="http://schemas.microsoft.com/office/drawing/2014/main" id="{3C879049-1279-4130-54B8-F9E8ABB58CBA}"/>
              </a:ext>
            </a:extLst>
          </p:cNvPr>
          <p:cNvSpPr/>
          <p:nvPr/>
        </p:nvSpPr>
        <p:spPr>
          <a:xfrm>
            <a:off x="9203960" y="347077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3" name="Ellipse 1032">
            <a:extLst>
              <a:ext uri="{FF2B5EF4-FFF2-40B4-BE49-F238E27FC236}">
                <a16:creationId xmlns:a16="http://schemas.microsoft.com/office/drawing/2014/main" id="{F77F5406-9A53-5DD2-CD41-B45186A70EFA}"/>
              </a:ext>
            </a:extLst>
          </p:cNvPr>
          <p:cNvSpPr/>
          <p:nvPr/>
        </p:nvSpPr>
        <p:spPr>
          <a:xfrm>
            <a:off x="10085342" y="4298691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4" name="Ellipse 1033">
            <a:extLst>
              <a:ext uri="{FF2B5EF4-FFF2-40B4-BE49-F238E27FC236}">
                <a16:creationId xmlns:a16="http://schemas.microsoft.com/office/drawing/2014/main" id="{399EEB39-0793-FA4D-FD44-9481E6BAC61E}"/>
              </a:ext>
            </a:extLst>
          </p:cNvPr>
          <p:cNvSpPr/>
          <p:nvPr/>
        </p:nvSpPr>
        <p:spPr>
          <a:xfrm>
            <a:off x="9890915" y="4548017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5" name="Ellipse 1034">
            <a:extLst>
              <a:ext uri="{FF2B5EF4-FFF2-40B4-BE49-F238E27FC236}">
                <a16:creationId xmlns:a16="http://schemas.microsoft.com/office/drawing/2014/main" id="{F91BF946-0FE8-3ED1-BB64-C81824519805}"/>
              </a:ext>
            </a:extLst>
          </p:cNvPr>
          <p:cNvSpPr/>
          <p:nvPr/>
        </p:nvSpPr>
        <p:spPr>
          <a:xfrm>
            <a:off x="9542736" y="438224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6" name="Ellipse 1035">
            <a:extLst>
              <a:ext uri="{FF2B5EF4-FFF2-40B4-BE49-F238E27FC236}">
                <a16:creationId xmlns:a16="http://schemas.microsoft.com/office/drawing/2014/main" id="{1535282E-B593-995D-9A05-FF6C277A03A6}"/>
              </a:ext>
            </a:extLst>
          </p:cNvPr>
          <p:cNvSpPr/>
          <p:nvPr/>
        </p:nvSpPr>
        <p:spPr>
          <a:xfrm>
            <a:off x="9586035" y="4628453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7" name="Ellipse 1036">
            <a:extLst>
              <a:ext uri="{FF2B5EF4-FFF2-40B4-BE49-F238E27FC236}">
                <a16:creationId xmlns:a16="http://schemas.microsoft.com/office/drawing/2014/main" id="{6E409178-2B50-3886-8988-1B856CE102E8}"/>
              </a:ext>
            </a:extLst>
          </p:cNvPr>
          <p:cNvSpPr/>
          <p:nvPr/>
        </p:nvSpPr>
        <p:spPr>
          <a:xfrm>
            <a:off x="9404275" y="4742622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8" name="Ellipse 1037">
            <a:extLst>
              <a:ext uri="{FF2B5EF4-FFF2-40B4-BE49-F238E27FC236}">
                <a16:creationId xmlns:a16="http://schemas.microsoft.com/office/drawing/2014/main" id="{E99088CC-19B9-9463-CE42-BE8B5611F2EF}"/>
              </a:ext>
            </a:extLst>
          </p:cNvPr>
          <p:cNvSpPr/>
          <p:nvPr/>
        </p:nvSpPr>
        <p:spPr>
          <a:xfrm>
            <a:off x="9767048" y="5110230"/>
            <a:ext cx="86599" cy="8354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5DA4102-53DB-AF8C-9D62-A5E7963FCBFA}"/>
              </a:ext>
            </a:extLst>
          </p:cNvPr>
          <p:cNvSpPr txBox="1"/>
          <p:nvPr/>
        </p:nvSpPr>
        <p:spPr>
          <a:xfrm>
            <a:off x="1301210" y="1831662"/>
            <a:ext cx="16533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rgbClr val="FF0000"/>
                </a:solidFill>
                <a:latin typeface="Oswald" panose="00000500000000000000" pitchFamily="2" charset="0"/>
              </a:rPr>
              <a:t>Staphylococcus epidermidis 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for 5≠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ds</a:t>
            </a:r>
            <a:endParaRPr lang="fr-FR" b="1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86B90F0-4C63-BD5A-513A-1B70971EE6A9}"/>
              </a:ext>
            </a:extLst>
          </p:cNvPr>
          <p:cNvSpPr txBox="1"/>
          <p:nvPr/>
        </p:nvSpPr>
        <p:spPr>
          <a:xfrm>
            <a:off x="800312" y="5189349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Simple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FE25EC8-606B-C5FB-BDD5-3BC3C89680FE}"/>
              </a:ext>
            </a:extLst>
          </p:cNvPr>
          <p:cNvSpPr txBox="1"/>
          <p:nvPr/>
        </p:nvSpPr>
        <p:spPr>
          <a:xfrm>
            <a:off x="6157331" y="5189349"/>
            <a:ext cx="1266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Partial </a:t>
            </a:r>
            <a:r>
              <a:rPr lang="fr-FR" sz="14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correlations</a:t>
            </a:r>
            <a:endParaRPr lang="fr-FR" sz="1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18512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058AA-67BC-87A5-32F1-1C1A2A2FB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C6A11CA-85CB-2DA2-9D8C-4658D43B8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487" y="0"/>
            <a:ext cx="5019033" cy="685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F31FD8D-F437-80AD-A923-BDD01ADA57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B621F3BC-CEE3-BA86-4989-816E4D3C2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900" y="0"/>
            <a:ext cx="4817806" cy="6858000"/>
          </a:xfrm>
          <a:prstGeom prst="rect">
            <a:avLst/>
          </a:prstGeom>
        </p:spPr>
      </p:pic>
      <p:pic>
        <p:nvPicPr>
          <p:cNvPr id="13" name="Image 1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4C55D0D2-9FF8-8BE1-8365-13C5DDD25C1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245"/>
          <a:stretch>
            <a:fillRect/>
          </a:stretch>
        </p:blipFill>
        <p:spPr>
          <a:xfrm>
            <a:off x="9759114" y="3429000"/>
            <a:ext cx="1967187" cy="191863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A0C8F07-0699-B690-1908-49F9C745FC1B}"/>
              </a:ext>
            </a:extLst>
          </p:cNvPr>
          <p:cNvSpPr txBox="1"/>
          <p:nvPr/>
        </p:nvSpPr>
        <p:spPr>
          <a:xfrm>
            <a:off x="3485386" y="326141"/>
            <a:ext cx="28931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</a:t>
            </a:r>
            <a:r>
              <a:rPr lang="fr-FR" sz="28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to ribosomal </a:t>
            </a:r>
            <a:r>
              <a:rPr lang="fr-FR" sz="28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genes</a:t>
            </a:r>
            <a:endParaRPr lang="fr-FR" sz="28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89BDAC8-838F-CF22-2431-95121C3769C8}"/>
              </a:ext>
            </a:extLst>
          </p:cNvPr>
          <p:cNvSpPr txBox="1"/>
          <p:nvPr/>
        </p:nvSpPr>
        <p:spPr>
          <a:xfrm>
            <a:off x="8175638" y="326141"/>
            <a:ext cx="32218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</a:t>
            </a:r>
            <a:r>
              <a:rPr lang="fr-FR" sz="28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to structural phage </a:t>
            </a:r>
            <a:r>
              <a:rPr lang="fr-FR" sz="28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genes</a:t>
            </a:r>
            <a:endParaRPr lang="fr-FR" sz="28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E4CD893-44D0-DB55-A097-37DF55678C34}"/>
              </a:ext>
            </a:extLst>
          </p:cNvPr>
          <p:cNvSpPr txBox="1"/>
          <p:nvPr/>
        </p:nvSpPr>
        <p:spPr>
          <a:xfrm>
            <a:off x="9594723" y="3090446"/>
            <a:ext cx="1967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</a:t>
            </a:r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strength</a:t>
            </a:r>
            <a:endParaRPr lang="fr-FR" sz="16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11677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1487C-D0D6-0DAE-18E7-747674E9D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F15ED1CF-1D0D-3162-3221-DE60768E0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566" y="50406"/>
            <a:ext cx="4772209" cy="6807594"/>
          </a:xfrm>
          <a:prstGeom prst="rect">
            <a:avLst/>
          </a:prstGeom>
        </p:spPr>
      </p:pic>
      <p:pic>
        <p:nvPicPr>
          <p:cNvPr id="3" name="Image 2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A7B7005E-A490-A8B4-C787-DA9994BD1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75" y="0"/>
            <a:ext cx="4991325" cy="685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1FBD598-A729-8E5B-D17B-11F81DA0F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1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C55C887-DE49-E767-161C-2B1387F775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245"/>
          <a:stretch>
            <a:fillRect/>
          </a:stretch>
        </p:blipFill>
        <p:spPr>
          <a:xfrm>
            <a:off x="9802987" y="1981217"/>
            <a:ext cx="1967187" cy="191863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8313B6CA-33FD-D42A-0BA5-28ADAADE0A2E}"/>
              </a:ext>
            </a:extLst>
          </p:cNvPr>
          <p:cNvSpPr txBox="1"/>
          <p:nvPr/>
        </p:nvSpPr>
        <p:spPr>
          <a:xfrm>
            <a:off x="3075674" y="326141"/>
            <a:ext cx="28931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</a:t>
            </a:r>
            <a:r>
              <a:rPr lang="fr-FR" sz="28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to ribosomal </a:t>
            </a:r>
            <a:r>
              <a:rPr lang="fr-FR" sz="28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genes</a:t>
            </a:r>
            <a:endParaRPr lang="fr-FR" sz="28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416FE6C-9883-75B2-B637-D57FEF694477}"/>
              </a:ext>
            </a:extLst>
          </p:cNvPr>
          <p:cNvSpPr txBox="1"/>
          <p:nvPr/>
        </p:nvSpPr>
        <p:spPr>
          <a:xfrm>
            <a:off x="8027655" y="326141"/>
            <a:ext cx="32218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</a:t>
            </a:r>
            <a:r>
              <a:rPr lang="fr-FR" sz="28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to structural phage </a:t>
            </a:r>
            <a:r>
              <a:rPr lang="fr-FR" sz="28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genes</a:t>
            </a:r>
            <a:endParaRPr lang="fr-FR" sz="28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958D1AD-FC74-2531-93C1-322956BAB2FA}"/>
              </a:ext>
            </a:extLst>
          </p:cNvPr>
          <p:cNvSpPr txBox="1"/>
          <p:nvPr/>
        </p:nvSpPr>
        <p:spPr>
          <a:xfrm>
            <a:off x="9638596" y="1642663"/>
            <a:ext cx="1967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Correlation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</a:t>
            </a:r>
            <a:r>
              <a:rPr lang="fr-FR" sz="1600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strength</a:t>
            </a:r>
            <a:endParaRPr lang="fr-FR" sz="16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784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493E0-DE9D-D183-AC81-AAB075D96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16AF6B90-DD36-3DD2-D1A7-61E3623EA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20E95D87-FA17-06B0-E99F-6144CC3AD8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1364" y="347087"/>
            <a:ext cx="1869223" cy="191863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AF55BC98-F0A0-C20E-CBF4-7F4828E324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94797" y="1080142"/>
            <a:ext cx="10851166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Oswald" panose="00000500000000000000" pitchFamily="2" charset="0"/>
              </a:rPr>
              <a:t>Is DS expression associated with phage replication </a:t>
            </a:r>
            <a:r>
              <a:rPr lang="en-US" sz="2400" b="1" dirty="0">
                <a:latin typeface="Oswald" panose="00000500000000000000" pitchFamily="2" charset="0"/>
              </a:rPr>
              <a:t>beyond growth effects</a:t>
            </a:r>
            <a:r>
              <a:rPr lang="en-US" sz="2400" dirty="0">
                <a:latin typeface="Oswald" panose="00000500000000000000" pitchFamily="2" charset="0"/>
              </a:rPr>
              <a:t>?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</a:pPr>
            <a:endParaRPr lang="en-US" sz="2400" dirty="0">
              <a:latin typeface="Oswald" panose="00000500000000000000" pitchFamily="2" charset="0"/>
            </a:endParaRPr>
          </a:p>
          <a:p>
            <a:pPr lvl="5"/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ppcor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::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pcor.test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(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lvl="5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 x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clr_</a:t>
            </a:r>
            <a:r>
              <a:rPr lang="en-US" b="1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defense_system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,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lvl="5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y =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clr_</a:t>
            </a:r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structural_phage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_genes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,</a:t>
            </a:r>
          </a:p>
          <a:p>
            <a:pPr lvl="5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 z =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clr_</a:t>
            </a:r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ribosomal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_genes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,</a:t>
            </a:r>
          </a:p>
          <a:p>
            <a:pPr lvl="5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method = "spearman"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lvl="5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)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</a:pPr>
            <a:endParaRPr lang="en-US" sz="2400" dirty="0">
              <a:latin typeface="Oswald" panose="00000500000000000000" pitchFamily="2" charset="0"/>
            </a:endParaRP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Oswald" panose="00000500000000000000" pitchFamily="2" charset="0"/>
              </a:rPr>
              <a:t>Is DS expression coupled to growth </a:t>
            </a:r>
            <a:r>
              <a:rPr lang="en-US" sz="2400" b="1" dirty="0">
                <a:latin typeface="Oswald" panose="00000500000000000000" pitchFamily="2" charset="0"/>
              </a:rPr>
              <a:t>independent of infection level</a:t>
            </a:r>
            <a:r>
              <a:rPr lang="en-US" sz="2400" dirty="0">
                <a:latin typeface="Oswald" panose="00000500000000000000" pitchFamily="2" charset="0"/>
              </a:rPr>
              <a:t>?</a:t>
            </a:r>
          </a:p>
          <a:p>
            <a:pPr marL="342900" lvl="0" indent="-342900" algn="ctr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Ø"/>
            </a:pPr>
            <a:endParaRPr lang="en-US" altLang="fr-FR" sz="2400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lvl="5"/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ppcor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::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pcor.test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(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lvl="5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 x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clr_</a:t>
            </a:r>
            <a:r>
              <a:rPr lang="en-US" b="1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defense_system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,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lvl="5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y =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clr_</a:t>
            </a:r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ribosomal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_genes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,</a:t>
            </a:r>
          </a:p>
          <a:p>
            <a:pPr lvl="5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 z =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clr_</a:t>
            </a:r>
            <a:r>
              <a:rPr lang="fr-FR" b="1" dirty="0" err="1">
                <a:solidFill>
                  <a:srgbClr val="FF0000"/>
                </a:solidFill>
                <a:latin typeface="Oswald" panose="00000500000000000000" pitchFamily="2" charset="0"/>
              </a:rPr>
              <a:t>structural_phage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_genes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,</a:t>
            </a:r>
          </a:p>
          <a:p>
            <a:pPr lvl="5"/>
            <a:r>
              <a:rPr lang="fr-FR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 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method = "spearman"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  <a:p>
            <a:pPr lvl="5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Oswald" panose="00000500000000000000" pitchFamily="2" charset="0"/>
              </a:rPr>
              <a:t>)</a:t>
            </a:r>
            <a:endParaRPr lang="fr-FR" dirty="0">
              <a:solidFill>
                <a:schemeClr val="bg2">
                  <a:lumMod val="25000"/>
                </a:schemeClr>
              </a:solidFill>
              <a:latin typeface="Oswal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02213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9127</TotalTime>
  <Words>1320</Words>
  <Application>Microsoft Office PowerPoint</Application>
  <PresentationFormat>Grand écran</PresentationFormat>
  <Paragraphs>286</Paragraphs>
  <Slides>34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Oswald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Mathilde Annette Nicole Roulleau</dc:creator>
  <cp:lastModifiedBy>Mathilde Annette Nicole Roulleau</cp:lastModifiedBy>
  <cp:revision>1</cp:revision>
  <dcterms:created xsi:type="dcterms:W3CDTF">2026-01-22T14:46:49Z</dcterms:created>
  <dcterms:modified xsi:type="dcterms:W3CDTF">2026-02-19T07:23:02Z</dcterms:modified>
</cp:coreProperties>
</file>