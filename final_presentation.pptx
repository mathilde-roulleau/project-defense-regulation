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7E1717-23E1-43D3-83B0-C82DC0CCB609}" v="44" dt="2026-01-23T16:18:01.8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ilde Annette Nicole Roulleau" userId="4ab294c6-1984-4b16-bc43-8e77deede0e4" providerId="ADAL" clId="{79810BCC-BAA2-4D46-8788-90936CCE2327}"/>
    <pc:docChg chg="undo custSel addSld modSld">
      <pc:chgData name="Mathilde Annette Nicole Roulleau" userId="4ab294c6-1984-4b16-bc43-8e77deede0e4" providerId="ADAL" clId="{79810BCC-BAA2-4D46-8788-90936CCE2327}" dt="2026-01-23T16:46:47.413" v="696" actId="1076"/>
      <pc:docMkLst>
        <pc:docMk/>
      </pc:docMkLst>
      <pc:sldChg chg="addSp modSp mod">
        <pc:chgData name="Mathilde Annette Nicole Roulleau" userId="4ab294c6-1984-4b16-bc43-8e77deede0e4" providerId="ADAL" clId="{79810BCC-BAA2-4D46-8788-90936CCE2327}" dt="2026-01-23T10:38:03.797" v="378" actId="403"/>
        <pc:sldMkLst>
          <pc:docMk/>
          <pc:sldMk cId="3050701782" sldId="256"/>
        </pc:sldMkLst>
        <pc:spChg chg="add mod">
          <ac:chgData name="Mathilde Annette Nicole Roulleau" userId="4ab294c6-1984-4b16-bc43-8e77deede0e4" providerId="ADAL" clId="{79810BCC-BAA2-4D46-8788-90936CCE2327}" dt="2026-01-23T10:38:03.797" v="378" actId="403"/>
          <ac:spMkLst>
            <pc:docMk/>
            <pc:sldMk cId="3050701782" sldId="256"/>
            <ac:spMk id="2" creationId="{4E82D06B-C607-2F2F-C56F-3C111CD212C7}"/>
          </ac:spMkLst>
        </pc:spChg>
        <pc:spChg chg="add mod ord">
          <ac:chgData name="Mathilde Annette Nicole Roulleau" userId="4ab294c6-1984-4b16-bc43-8e77deede0e4" providerId="ADAL" clId="{79810BCC-BAA2-4D46-8788-90936CCE2327}" dt="2026-01-23T10:36:35.132" v="370" actId="2085"/>
          <ac:spMkLst>
            <pc:docMk/>
            <pc:sldMk cId="3050701782" sldId="256"/>
            <ac:spMk id="3" creationId="{F0D4A331-2558-686E-2E09-96E96794A2D1}"/>
          </ac:spMkLst>
        </pc:spChg>
        <pc:spChg chg="mod">
          <ac:chgData name="Mathilde Annette Nicole Roulleau" userId="4ab294c6-1984-4b16-bc43-8e77deede0e4" providerId="ADAL" clId="{79810BCC-BAA2-4D46-8788-90936CCE2327}" dt="2026-01-23T10:35:58.415" v="366" actId="207"/>
          <ac:spMkLst>
            <pc:docMk/>
            <pc:sldMk cId="3050701782" sldId="256"/>
            <ac:spMk id="4" creationId="{AA48F40B-9B3E-6BDD-DA3E-627F2D529871}"/>
          </ac:spMkLst>
        </pc:spChg>
        <pc:picChg chg="add mod">
          <ac:chgData name="Mathilde Annette Nicole Roulleau" userId="4ab294c6-1984-4b16-bc43-8e77deede0e4" providerId="ADAL" clId="{79810BCC-BAA2-4D46-8788-90936CCE2327}" dt="2026-01-23T10:36:22.231" v="368" actId="1076"/>
          <ac:picMkLst>
            <pc:docMk/>
            <pc:sldMk cId="3050701782" sldId="256"/>
            <ac:picMk id="5" creationId="{0F804417-C8BC-28EB-FE95-FFC9E4A6F988}"/>
          </ac:picMkLst>
        </pc:picChg>
      </pc:sldChg>
      <pc:sldChg chg="addSp delSp modSp mod">
        <pc:chgData name="Mathilde Annette Nicole Roulleau" userId="4ab294c6-1984-4b16-bc43-8e77deede0e4" providerId="ADAL" clId="{79810BCC-BAA2-4D46-8788-90936CCE2327}" dt="2026-01-23T14:27:48.906" v="562" actId="20577"/>
        <pc:sldMkLst>
          <pc:docMk/>
          <pc:sldMk cId="3910591626" sldId="257"/>
        </pc:sldMkLst>
        <pc:spChg chg="add del mod">
          <ac:chgData name="Mathilde Annette Nicole Roulleau" userId="4ab294c6-1984-4b16-bc43-8e77deede0e4" providerId="ADAL" clId="{79810BCC-BAA2-4D46-8788-90936CCE2327}" dt="2026-01-23T10:27:56.689" v="234" actId="478"/>
          <ac:spMkLst>
            <pc:docMk/>
            <pc:sldMk cId="3910591626" sldId="257"/>
            <ac:spMk id="3" creationId="{35E2E0A0-7313-D127-E130-3594EE6D5255}"/>
          </ac:spMkLst>
        </pc:spChg>
        <pc:spChg chg="mod">
          <ac:chgData name="Mathilde Annette Nicole Roulleau" userId="4ab294c6-1984-4b16-bc43-8e77deede0e4" providerId="ADAL" clId="{79810BCC-BAA2-4D46-8788-90936CCE2327}" dt="2026-01-23T14:27:48.906" v="562" actId="20577"/>
          <ac:spMkLst>
            <pc:docMk/>
            <pc:sldMk cId="3910591626" sldId="257"/>
            <ac:spMk id="5" creationId="{23C1E6CD-7227-E32E-4F39-2CD1E4D06EE9}"/>
          </ac:spMkLst>
        </pc:spChg>
        <pc:spChg chg="add mod">
          <ac:chgData name="Mathilde Annette Nicole Roulleau" userId="4ab294c6-1984-4b16-bc43-8e77deede0e4" providerId="ADAL" clId="{79810BCC-BAA2-4D46-8788-90936CCE2327}" dt="2026-01-23T10:29:25.817" v="241" actId="1076"/>
          <ac:spMkLst>
            <pc:docMk/>
            <pc:sldMk cId="3910591626" sldId="257"/>
            <ac:spMk id="8" creationId="{5E8CAE8A-3BB1-B17E-2524-268DDB11AF60}"/>
          </ac:spMkLst>
        </pc:spChg>
        <pc:spChg chg="mod">
          <ac:chgData name="Mathilde Annette Nicole Roulleau" userId="4ab294c6-1984-4b16-bc43-8e77deede0e4" providerId="ADAL" clId="{79810BCC-BAA2-4D46-8788-90936CCE2327}" dt="2026-01-23T10:29:25.817" v="241" actId="1076"/>
          <ac:spMkLst>
            <pc:docMk/>
            <pc:sldMk cId="3910591626" sldId="257"/>
            <ac:spMk id="12" creationId="{5BCF3795-CC11-B6B6-2372-6207742CD238}"/>
          </ac:spMkLst>
        </pc:spChg>
        <pc:spChg chg="del mod">
          <ac:chgData name="Mathilde Annette Nicole Roulleau" userId="4ab294c6-1984-4b16-bc43-8e77deede0e4" providerId="ADAL" clId="{79810BCC-BAA2-4D46-8788-90936CCE2327}" dt="2026-01-23T10:27:56.689" v="234" actId="478"/>
          <ac:spMkLst>
            <pc:docMk/>
            <pc:sldMk cId="3910591626" sldId="257"/>
            <ac:spMk id="17" creationId="{7AA7B2FD-D0EE-6B90-361D-E33E4E1DDA52}"/>
          </ac:spMkLst>
        </pc:spChg>
        <pc:spChg chg="del mod">
          <ac:chgData name="Mathilde Annette Nicole Roulleau" userId="4ab294c6-1984-4b16-bc43-8e77deede0e4" providerId="ADAL" clId="{79810BCC-BAA2-4D46-8788-90936CCE2327}" dt="2026-01-23T10:27:56.689" v="234" actId="478"/>
          <ac:spMkLst>
            <pc:docMk/>
            <pc:sldMk cId="3910591626" sldId="257"/>
            <ac:spMk id="19" creationId="{35BDED98-BC4A-2278-14CE-77419DE36844}"/>
          </ac:spMkLst>
        </pc:spChg>
        <pc:graphicFrameChg chg="mod modGraphic">
          <ac:chgData name="Mathilde Annette Nicole Roulleau" userId="4ab294c6-1984-4b16-bc43-8e77deede0e4" providerId="ADAL" clId="{79810BCC-BAA2-4D46-8788-90936CCE2327}" dt="2026-01-23T10:30:06.773" v="251" actId="1076"/>
          <ac:graphicFrameMkLst>
            <pc:docMk/>
            <pc:sldMk cId="3910591626" sldId="257"/>
            <ac:graphicFrameMk id="9" creationId="{C2AD98F7-9F31-7CD9-F44B-80FAB0C98626}"/>
          </ac:graphicFrameMkLst>
        </pc:graphicFrameChg>
        <pc:picChg chg="mod">
          <ac:chgData name="Mathilde Annette Nicole Roulleau" userId="4ab294c6-1984-4b16-bc43-8e77deede0e4" providerId="ADAL" clId="{79810BCC-BAA2-4D46-8788-90936CCE2327}" dt="2026-01-23T10:31:06.571" v="275" actId="1076"/>
          <ac:picMkLst>
            <pc:docMk/>
            <pc:sldMk cId="3910591626" sldId="257"/>
            <ac:picMk id="14" creationId="{B158616D-E38F-3802-67DA-DC95E12F8E7C}"/>
          </ac:picMkLst>
        </pc:picChg>
        <pc:cxnChg chg="add mod">
          <ac:chgData name="Mathilde Annette Nicole Roulleau" userId="4ab294c6-1984-4b16-bc43-8e77deede0e4" providerId="ADAL" clId="{79810BCC-BAA2-4D46-8788-90936CCE2327}" dt="2026-01-23T10:29:25.817" v="241" actId="1076"/>
          <ac:cxnSpMkLst>
            <pc:docMk/>
            <pc:sldMk cId="3910591626" sldId="257"/>
            <ac:cxnSpMk id="7" creationId="{2585CA58-23D2-ACFA-2D24-A49FBB5AB4A3}"/>
          </ac:cxnSpMkLst>
        </pc:cxnChg>
        <pc:cxnChg chg="mod">
          <ac:chgData name="Mathilde Annette Nicole Roulleau" userId="4ab294c6-1984-4b16-bc43-8e77deede0e4" providerId="ADAL" clId="{79810BCC-BAA2-4D46-8788-90936CCE2327}" dt="2026-01-23T10:29:25.817" v="241" actId="1076"/>
          <ac:cxnSpMkLst>
            <pc:docMk/>
            <pc:sldMk cId="3910591626" sldId="257"/>
            <ac:cxnSpMk id="11" creationId="{C602F555-7EF0-5718-DB1D-E8B092A23808}"/>
          </ac:cxnSpMkLst>
        </pc:cxnChg>
        <pc:cxnChg chg="del mod">
          <ac:chgData name="Mathilde Annette Nicole Roulleau" userId="4ab294c6-1984-4b16-bc43-8e77deede0e4" providerId="ADAL" clId="{79810BCC-BAA2-4D46-8788-90936CCE2327}" dt="2026-01-23T10:27:56.689" v="234" actId="478"/>
          <ac:cxnSpMkLst>
            <pc:docMk/>
            <pc:sldMk cId="3910591626" sldId="257"/>
            <ac:cxnSpMk id="15" creationId="{75DDB692-2B07-1585-2608-CB4B6A287BC0}"/>
          </ac:cxnSpMkLst>
        </pc:cxnChg>
        <pc:cxnChg chg="del">
          <ac:chgData name="Mathilde Annette Nicole Roulleau" userId="4ab294c6-1984-4b16-bc43-8e77deede0e4" providerId="ADAL" clId="{79810BCC-BAA2-4D46-8788-90936CCE2327}" dt="2026-01-23T10:27:56.689" v="234" actId="478"/>
          <ac:cxnSpMkLst>
            <pc:docMk/>
            <pc:sldMk cId="3910591626" sldId="257"/>
            <ac:cxnSpMk id="18" creationId="{60D4E8A7-C6AF-9BCC-C174-9D5171AE77EB}"/>
          </ac:cxnSpMkLst>
        </pc:cxnChg>
      </pc:sldChg>
      <pc:sldChg chg="addSp delSp modSp add mod">
        <pc:chgData name="Mathilde Annette Nicole Roulleau" userId="4ab294c6-1984-4b16-bc43-8e77deede0e4" providerId="ADAL" clId="{79810BCC-BAA2-4D46-8788-90936CCE2327}" dt="2026-01-23T10:30:58.196" v="274" actId="1076"/>
        <pc:sldMkLst>
          <pc:docMk/>
          <pc:sldMk cId="3938232735" sldId="258"/>
        </pc:sldMkLst>
        <pc:spChg chg="mod">
          <ac:chgData name="Mathilde Annette Nicole Roulleau" userId="4ab294c6-1984-4b16-bc43-8e77deede0e4" providerId="ADAL" clId="{79810BCC-BAA2-4D46-8788-90936CCE2327}" dt="2026-01-23T10:30:54.239" v="273" actId="1036"/>
          <ac:spMkLst>
            <pc:docMk/>
            <pc:sldMk cId="3938232735" sldId="258"/>
            <ac:spMk id="3" creationId="{B5CDBD7F-3EB6-B564-9E1B-30AB9F159168}"/>
          </ac:spMkLst>
        </pc:spChg>
        <pc:spChg chg="del">
          <ac:chgData name="Mathilde Annette Nicole Roulleau" userId="4ab294c6-1984-4b16-bc43-8e77deede0e4" providerId="ADAL" clId="{79810BCC-BAA2-4D46-8788-90936CCE2327}" dt="2026-01-23T10:18:19.532" v="96" actId="478"/>
          <ac:spMkLst>
            <pc:docMk/>
            <pc:sldMk cId="3938232735" sldId="258"/>
            <ac:spMk id="5" creationId="{5E1E9AB1-8D8F-39A9-884F-7E744085142E}"/>
          </ac:spMkLst>
        </pc:spChg>
        <pc:spChg chg="del">
          <ac:chgData name="Mathilde Annette Nicole Roulleau" userId="4ab294c6-1984-4b16-bc43-8e77deede0e4" providerId="ADAL" clId="{79810BCC-BAA2-4D46-8788-90936CCE2327}" dt="2026-01-23T10:18:22.407" v="97" actId="478"/>
          <ac:spMkLst>
            <pc:docMk/>
            <pc:sldMk cId="3938232735" sldId="258"/>
            <ac:spMk id="8" creationId="{13418115-888E-6AE2-C8A3-51C8A1E800EA}"/>
          </ac:spMkLst>
        </pc:spChg>
        <pc:spChg chg="del">
          <ac:chgData name="Mathilde Annette Nicole Roulleau" userId="4ab294c6-1984-4b16-bc43-8e77deede0e4" providerId="ADAL" clId="{79810BCC-BAA2-4D46-8788-90936CCE2327}" dt="2026-01-23T10:18:22.407" v="97" actId="478"/>
          <ac:spMkLst>
            <pc:docMk/>
            <pc:sldMk cId="3938232735" sldId="258"/>
            <ac:spMk id="12" creationId="{8A5E6921-B0AD-20F0-CF62-092B63722A88}"/>
          </ac:spMkLst>
        </pc:spChg>
        <pc:spChg chg="add mod">
          <ac:chgData name="Mathilde Annette Nicole Roulleau" userId="4ab294c6-1984-4b16-bc43-8e77deede0e4" providerId="ADAL" clId="{79810BCC-BAA2-4D46-8788-90936CCE2327}" dt="2026-01-23T10:30:54.239" v="273" actId="1036"/>
          <ac:spMkLst>
            <pc:docMk/>
            <pc:sldMk cId="3938232735" sldId="258"/>
            <ac:spMk id="13" creationId="{CB1BC903-3E47-AA81-67F8-6A2614126569}"/>
          </ac:spMkLst>
        </pc:spChg>
        <pc:spChg chg="mod">
          <ac:chgData name="Mathilde Annette Nicole Roulleau" userId="4ab294c6-1984-4b16-bc43-8e77deede0e4" providerId="ADAL" clId="{79810BCC-BAA2-4D46-8788-90936CCE2327}" dt="2026-01-23T10:30:54.239" v="273" actId="1036"/>
          <ac:spMkLst>
            <pc:docMk/>
            <pc:sldMk cId="3938232735" sldId="258"/>
            <ac:spMk id="17" creationId="{546AF0F5-19C5-14A0-1E08-5AE2180122FE}"/>
          </ac:spMkLst>
        </pc:spChg>
        <pc:spChg chg="mod">
          <ac:chgData name="Mathilde Annette Nicole Roulleau" userId="4ab294c6-1984-4b16-bc43-8e77deede0e4" providerId="ADAL" clId="{79810BCC-BAA2-4D46-8788-90936CCE2327}" dt="2026-01-23T10:30:54.239" v="273" actId="1036"/>
          <ac:spMkLst>
            <pc:docMk/>
            <pc:sldMk cId="3938232735" sldId="258"/>
            <ac:spMk id="19" creationId="{D7161293-4E5E-1E6B-FD57-516EC0032CD1}"/>
          </ac:spMkLst>
        </pc:spChg>
        <pc:spChg chg="add del">
          <ac:chgData name="Mathilde Annette Nicole Roulleau" userId="4ab294c6-1984-4b16-bc43-8e77deede0e4" providerId="ADAL" clId="{79810BCC-BAA2-4D46-8788-90936CCE2327}" dt="2026-01-23T10:30:25.390" v="254" actId="22"/>
          <ac:spMkLst>
            <pc:docMk/>
            <pc:sldMk cId="3938232735" sldId="258"/>
            <ac:spMk id="20" creationId="{56AE926F-F94C-B17C-7A82-495163011379}"/>
          </ac:spMkLst>
        </pc:spChg>
        <pc:graphicFrameChg chg="del mod">
          <ac:chgData name="Mathilde Annette Nicole Roulleau" userId="4ab294c6-1984-4b16-bc43-8e77deede0e4" providerId="ADAL" clId="{79810BCC-BAA2-4D46-8788-90936CCE2327}" dt="2026-01-23T10:30:23.169" v="252" actId="478"/>
          <ac:graphicFrameMkLst>
            <pc:docMk/>
            <pc:sldMk cId="3938232735" sldId="258"/>
            <ac:graphicFrameMk id="9" creationId="{2DD14A8E-02BD-4A06-DD34-AC7037789532}"/>
          </ac:graphicFrameMkLst>
        </pc:graphicFrameChg>
        <pc:graphicFrameChg chg="add mod">
          <ac:chgData name="Mathilde Annette Nicole Roulleau" userId="4ab294c6-1984-4b16-bc43-8e77deede0e4" providerId="ADAL" clId="{79810BCC-BAA2-4D46-8788-90936CCE2327}" dt="2026-01-23T10:30:42.412" v="257" actId="1076"/>
          <ac:graphicFrameMkLst>
            <pc:docMk/>
            <pc:sldMk cId="3938232735" sldId="258"/>
            <ac:graphicFrameMk id="21" creationId="{1E4C2140-FA9D-8C0A-62EF-CC2C3FBBDA28}"/>
          </ac:graphicFrameMkLst>
        </pc:graphicFrameChg>
        <pc:picChg chg="mod">
          <ac:chgData name="Mathilde Annette Nicole Roulleau" userId="4ab294c6-1984-4b16-bc43-8e77deede0e4" providerId="ADAL" clId="{79810BCC-BAA2-4D46-8788-90936CCE2327}" dt="2026-01-23T10:30:58.196" v="274" actId="1076"/>
          <ac:picMkLst>
            <pc:docMk/>
            <pc:sldMk cId="3938232735" sldId="258"/>
            <ac:picMk id="14" creationId="{70F2578D-1451-04D8-AD1F-BCE606955405}"/>
          </ac:picMkLst>
        </pc:picChg>
        <pc:cxnChg chg="add mod">
          <ac:chgData name="Mathilde Annette Nicole Roulleau" userId="4ab294c6-1984-4b16-bc43-8e77deede0e4" providerId="ADAL" clId="{79810BCC-BAA2-4D46-8788-90936CCE2327}" dt="2026-01-23T10:30:54.239" v="273" actId="1036"/>
          <ac:cxnSpMkLst>
            <pc:docMk/>
            <pc:sldMk cId="3938232735" sldId="258"/>
            <ac:cxnSpMk id="2" creationId="{6C94FF7C-D713-4A2F-C298-2363024DDDB9}"/>
          </ac:cxnSpMkLst>
        </pc:cxnChg>
        <pc:cxnChg chg="add mod">
          <ac:chgData name="Mathilde Annette Nicole Roulleau" userId="4ab294c6-1984-4b16-bc43-8e77deede0e4" providerId="ADAL" clId="{79810BCC-BAA2-4D46-8788-90936CCE2327}" dt="2026-01-23T10:30:54.239" v="273" actId="1036"/>
          <ac:cxnSpMkLst>
            <pc:docMk/>
            <pc:sldMk cId="3938232735" sldId="258"/>
            <ac:cxnSpMk id="6" creationId="{16A5F2F2-25A4-51B3-7AC6-736D6FE1E87F}"/>
          </ac:cxnSpMkLst>
        </pc:cxnChg>
        <pc:cxnChg chg="del">
          <ac:chgData name="Mathilde Annette Nicole Roulleau" userId="4ab294c6-1984-4b16-bc43-8e77deede0e4" providerId="ADAL" clId="{79810BCC-BAA2-4D46-8788-90936CCE2327}" dt="2026-01-23T10:18:22.407" v="97" actId="478"/>
          <ac:cxnSpMkLst>
            <pc:docMk/>
            <pc:sldMk cId="3938232735" sldId="258"/>
            <ac:cxnSpMk id="7" creationId="{FF31535A-D26C-073D-47A1-090F4E9EE9BF}"/>
          </ac:cxnSpMkLst>
        </pc:cxnChg>
        <pc:cxnChg chg="add mod">
          <ac:chgData name="Mathilde Annette Nicole Roulleau" userId="4ab294c6-1984-4b16-bc43-8e77deede0e4" providerId="ADAL" clId="{79810BCC-BAA2-4D46-8788-90936CCE2327}" dt="2026-01-23T10:30:54.239" v="273" actId="1036"/>
          <ac:cxnSpMkLst>
            <pc:docMk/>
            <pc:sldMk cId="3938232735" sldId="258"/>
            <ac:cxnSpMk id="10" creationId="{16F926EE-E02B-97B4-06F3-F7BDD8261526}"/>
          </ac:cxnSpMkLst>
        </pc:cxnChg>
        <pc:cxnChg chg="del">
          <ac:chgData name="Mathilde Annette Nicole Roulleau" userId="4ab294c6-1984-4b16-bc43-8e77deede0e4" providerId="ADAL" clId="{79810BCC-BAA2-4D46-8788-90936CCE2327}" dt="2026-01-23T10:18:22.407" v="97" actId="478"/>
          <ac:cxnSpMkLst>
            <pc:docMk/>
            <pc:sldMk cId="3938232735" sldId="258"/>
            <ac:cxnSpMk id="11" creationId="{06428AAD-DCED-F830-BA98-ABBFD2E8F7C2}"/>
          </ac:cxnSpMkLst>
        </pc:cxnChg>
        <pc:cxnChg chg="mod">
          <ac:chgData name="Mathilde Annette Nicole Roulleau" userId="4ab294c6-1984-4b16-bc43-8e77deede0e4" providerId="ADAL" clId="{79810BCC-BAA2-4D46-8788-90936CCE2327}" dt="2026-01-23T10:30:54.239" v="273" actId="1036"/>
          <ac:cxnSpMkLst>
            <pc:docMk/>
            <pc:sldMk cId="3938232735" sldId="258"/>
            <ac:cxnSpMk id="15" creationId="{2FD49BC3-E363-D15F-0DFB-E2BEE855E0E0}"/>
          </ac:cxnSpMkLst>
        </pc:cxnChg>
        <pc:cxnChg chg="del mod">
          <ac:chgData name="Mathilde Annette Nicole Roulleau" userId="4ab294c6-1984-4b16-bc43-8e77deede0e4" providerId="ADAL" clId="{79810BCC-BAA2-4D46-8788-90936CCE2327}" dt="2026-01-23T10:19:35.986" v="119" actId="478"/>
          <ac:cxnSpMkLst>
            <pc:docMk/>
            <pc:sldMk cId="3938232735" sldId="258"/>
            <ac:cxnSpMk id="18" creationId="{ACDCDC92-0592-CA50-45CC-44D2B97A1E69}"/>
          </ac:cxnSpMkLst>
        </pc:cxnChg>
      </pc:sldChg>
      <pc:sldChg chg="addSp delSp modSp add mod">
        <pc:chgData name="Mathilde Annette Nicole Roulleau" userId="4ab294c6-1984-4b16-bc43-8e77deede0e4" providerId="ADAL" clId="{79810BCC-BAA2-4D46-8788-90936CCE2327}" dt="2026-01-23T16:46:47.413" v="696" actId="1076"/>
        <pc:sldMkLst>
          <pc:docMk/>
          <pc:sldMk cId="857520673" sldId="259"/>
        </pc:sldMkLst>
        <pc:spChg chg="del">
          <ac:chgData name="Mathilde Annette Nicole Roulleau" userId="4ab294c6-1984-4b16-bc43-8e77deede0e4" providerId="ADAL" clId="{79810BCC-BAA2-4D46-8788-90936CCE2327}" dt="2026-01-23T10:32:15.668" v="293" actId="478"/>
          <ac:spMkLst>
            <pc:docMk/>
            <pc:sldMk cId="857520673" sldId="259"/>
            <ac:spMk id="3" creationId="{6E51D51C-FF15-D889-E0CE-EB3C9B16CE23}"/>
          </ac:spMkLst>
        </pc:spChg>
        <pc:spChg chg="mod">
          <ac:chgData name="Mathilde Annette Nicole Roulleau" userId="4ab294c6-1984-4b16-bc43-8e77deede0e4" providerId="ADAL" clId="{79810BCC-BAA2-4D46-8788-90936CCE2327}" dt="2026-01-23T15:51:24.542" v="613" actId="1035"/>
          <ac:spMkLst>
            <pc:docMk/>
            <pc:sldMk cId="857520673" sldId="259"/>
            <ac:spMk id="4" creationId="{E243952B-D51D-8CF0-72CF-7E98F6A0F91A}"/>
          </ac:spMkLst>
        </pc:spChg>
        <pc:spChg chg="add mod">
          <ac:chgData name="Mathilde Annette Nicole Roulleau" userId="4ab294c6-1984-4b16-bc43-8e77deede0e4" providerId="ADAL" clId="{79810BCC-BAA2-4D46-8788-90936CCE2327}" dt="2026-01-23T16:45:55.848" v="689" actId="1076"/>
          <ac:spMkLst>
            <pc:docMk/>
            <pc:sldMk cId="857520673" sldId="259"/>
            <ac:spMk id="5" creationId="{46779A8C-C184-1FDA-6731-D89C427FC157}"/>
          </ac:spMkLst>
        </pc:spChg>
        <pc:spChg chg="add mod">
          <ac:chgData name="Mathilde Annette Nicole Roulleau" userId="4ab294c6-1984-4b16-bc43-8e77deede0e4" providerId="ADAL" clId="{79810BCC-BAA2-4D46-8788-90936CCE2327}" dt="2026-01-23T16:45:06.153" v="681" actId="113"/>
          <ac:spMkLst>
            <pc:docMk/>
            <pc:sldMk cId="857520673" sldId="259"/>
            <ac:spMk id="11" creationId="{26B7E9F9-D128-3CD8-E1A2-74F7892D8382}"/>
          </ac:spMkLst>
        </pc:spChg>
        <pc:spChg chg="del">
          <ac:chgData name="Mathilde Annette Nicole Roulleau" userId="4ab294c6-1984-4b16-bc43-8e77deede0e4" providerId="ADAL" clId="{79810BCC-BAA2-4D46-8788-90936CCE2327}" dt="2026-01-23T10:32:15.668" v="293" actId="478"/>
          <ac:spMkLst>
            <pc:docMk/>
            <pc:sldMk cId="857520673" sldId="259"/>
            <ac:spMk id="13" creationId="{3CFC85A0-2F41-1DB6-ADB5-C47F2E4BC4D9}"/>
          </ac:spMkLst>
        </pc:spChg>
        <pc:spChg chg="add mod">
          <ac:chgData name="Mathilde Annette Nicole Roulleau" userId="4ab294c6-1984-4b16-bc43-8e77deede0e4" providerId="ADAL" clId="{79810BCC-BAA2-4D46-8788-90936CCE2327}" dt="2026-01-23T16:46:28.736" v="695" actId="1076"/>
          <ac:spMkLst>
            <pc:docMk/>
            <pc:sldMk cId="857520673" sldId="259"/>
            <ac:spMk id="16" creationId="{864534BD-9D68-D42D-52A5-9F467EE1E6D5}"/>
          </ac:spMkLst>
        </pc:spChg>
        <pc:spChg chg="del">
          <ac:chgData name="Mathilde Annette Nicole Roulleau" userId="4ab294c6-1984-4b16-bc43-8e77deede0e4" providerId="ADAL" clId="{79810BCC-BAA2-4D46-8788-90936CCE2327}" dt="2026-01-23T10:32:15.668" v="293" actId="478"/>
          <ac:spMkLst>
            <pc:docMk/>
            <pc:sldMk cId="857520673" sldId="259"/>
            <ac:spMk id="17" creationId="{8A05D21F-B668-BB87-AED5-65C83619F5B9}"/>
          </ac:spMkLst>
        </pc:spChg>
        <pc:spChg chg="del">
          <ac:chgData name="Mathilde Annette Nicole Roulleau" userId="4ab294c6-1984-4b16-bc43-8e77deede0e4" providerId="ADAL" clId="{79810BCC-BAA2-4D46-8788-90936CCE2327}" dt="2026-01-23T10:32:15.668" v="293" actId="478"/>
          <ac:spMkLst>
            <pc:docMk/>
            <pc:sldMk cId="857520673" sldId="259"/>
            <ac:spMk id="19" creationId="{2AF7CEDA-73AD-1116-E335-BDA238FCCED2}"/>
          </ac:spMkLst>
        </pc:spChg>
        <pc:spChg chg="add del">
          <ac:chgData name="Mathilde Annette Nicole Roulleau" userId="4ab294c6-1984-4b16-bc43-8e77deede0e4" providerId="ADAL" clId="{79810BCC-BAA2-4D46-8788-90936CCE2327}" dt="2026-01-23T15:35:51.442" v="565" actId="478"/>
          <ac:spMkLst>
            <pc:docMk/>
            <pc:sldMk cId="857520673" sldId="259"/>
            <ac:spMk id="22" creationId="{CB725E91-B0BA-5601-1B19-58E4F4503DEC}"/>
          </ac:spMkLst>
        </pc:spChg>
        <pc:spChg chg="add mod ord">
          <ac:chgData name="Mathilde Annette Nicole Roulleau" userId="4ab294c6-1984-4b16-bc43-8e77deede0e4" providerId="ADAL" clId="{79810BCC-BAA2-4D46-8788-90936CCE2327}" dt="2026-01-23T16:46:47.413" v="696" actId="1076"/>
          <ac:spMkLst>
            <pc:docMk/>
            <pc:sldMk cId="857520673" sldId="259"/>
            <ac:spMk id="27" creationId="{C1C1C38E-6FA2-8DF4-4416-F40B98E311AE}"/>
          </ac:spMkLst>
        </pc:spChg>
        <pc:graphicFrameChg chg="del">
          <ac:chgData name="Mathilde Annette Nicole Roulleau" userId="4ab294c6-1984-4b16-bc43-8e77deede0e4" providerId="ADAL" clId="{79810BCC-BAA2-4D46-8788-90936CCE2327}" dt="2026-01-23T10:32:15.668" v="293" actId="478"/>
          <ac:graphicFrameMkLst>
            <pc:docMk/>
            <pc:sldMk cId="857520673" sldId="259"/>
            <ac:graphicFrameMk id="21" creationId="{0E2AAD28-8A7B-891C-B8B6-155AF6F2A681}"/>
          </ac:graphicFrameMkLst>
        </pc:graphicFrameChg>
        <pc:picChg chg="add del mod">
          <ac:chgData name="Mathilde Annette Nicole Roulleau" userId="4ab294c6-1984-4b16-bc43-8e77deede0e4" providerId="ADAL" clId="{79810BCC-BAA2-4D46-8788-90936CCE2327}" dt="2026-01-23T10:44:55.727" v="543" actId="478"/>
          <ac:picMkLst>
            <pc:docMk/>
            <pc:sldMk cId="857520673" sldId="259"/>
            <ac:picMk id="8" creationId="{E9F23265-32C6-EAD0-2AE9-2D541EB9F6AD}"/>
          </ac:picMkLst>
        </pc:picChg>
        <pc:picChg chg="add del mod">
          <ac:chgData name="Mathilde Annette Nicole Roulleau" userId="4ab294c6-1984-4b16-bc43-8e77deede0e4" providerId="ADAL" clId="{79810BCC-BAA2-4D46-8788-90936CCE2327}" dt="2026-01-23T16:16:43.521" v="654" actId="478"/>
          <ac:picMkLst>
            <pc:docMk/>
            <pc:sldMk cId="857520673" sldId="259"/>
            <ac:picMk id="14" creationId="{E64CF91E-06F2-06B3-5943-3E0A7BFF911C}"/>
          </ac:picMkLst>
        </pc:picChg>
        <pc:picChg chg="add del mod">
          <ac:chgData name="Mathilde Annette Nicole Roulleau" userId="4ab294c6-1984-4b16-bc43-8e77deede0e4" providerId="ADAL" clId="{79810BCC-BAA2-4D46-8788-90936CCE2327}" dt="2026-01-23T15:35:49.178" v="563" actId="478"/>
          <ac:picMkLst>
            <pc:docMk/>
            <pc:sldMk cId="857520673" sldId="259"/>
            <ac:picMk id="20" creationId="{BFA34E6F-4B99-85E7-FBD1-207DF3ED8F19}"/>
          </ac:picMkLst>
        </pc:picChg>
        <pc:picChg chg="add mod">
          <ac:chgData name="Mathilde Annette Nicole Roulleau" userId="4ab294c6-1984-4b16-bc43-8e77deede0e4" providerId="ADAL" clId="{79810BCC-BAA2-4D46-8788-90936CCE2327}" dt="2026-01-23T16:18:37.451" v="666" actId="1076"/>
          <ac:picMkLst>
            <pc:docMk/>
            <pc:sldMk cId="857520673" sldId="259"/>
            <ac:picMk id="24" creationId="{340500F3-CFFA-14E7-F866-A129568C4F31}"/>
          </ac:picMkLst>
        </pc:picChg>
        <pc:picChg chg="add mod">
          <ac:chgData name="Mathilde Annette Nicole Roulleau" userId="4ab294c6-1984-4b16-bc43-8e77deede0e4" providerId="ADAL" clId="{79810BCC-BAA2-4D46-8788-90936CCE2327}" dt="2026-01-23T16:46:05.051" v="691" actId="1076"/>
          <ac:picMkLst>
            <pc:docMk/>
            <pc:sldMk cId="857520673" sldId="259"/>
            <ac:picMk id="26" creationId="{603B8219-27C5-C356-FAED-A1E6184EABE3}"/>
          </ac:picMkLst>
        </pc:picChg>
        <pc:picChg chg="add mod">
          <ac:chgData name="Mathilde Annette Nicole Roulleau" userId="4ab294c6-1984-4b16-bc43-8e77deede0e4" providerId="ADAL" clId="{79810BCC-BAA2-4D46-8788-90936CCE2327}" dt="2026-01-23T15:50:57.782" v="595"/>
          <ac:picMkLst>
            <pc:docMk/>
            <pc:sldMk cId="857520673" sldId="259"/>
            <ac:picMk id="29" creationId="{2BE1A4BF-702C-8EFD-6638-E521D556021F}"/>
          </ac:picMkLst>
        </pc:picChg>
        <pc:picChg chg="add mod">
          <ac:chgData name="Mathilde Annette Nicole Roulleau" userId="4ab294c6-1984-4b16-bc43-8e77deede0e4" providerId="ADAL" clId="{79810BCC-BAA2-4D46-8788-90936CCE2327}" dt="2026-01-23T16:46:47.413" v="696" actId="1076"/>
          <ac:picMkLst>
            <pc:docMk/>
            <pc:sldMk cId="857520673" sldId="259"/>
            <ac:picMk id="31" creationId="{9EC9CAC4-C54E-FEF4-C77F-3D071EA70F5F}"/>
          </ac:picMkLst>
        </pc:picChg>
        <pc:picChg chg="add mod modCrop">
          <ac:chgData name="Mathilde Annette Nicole Roulleau" userId="4ab294c6-1984-4b16-bc43-8e77deede0e4" providerId="ADAL" clId="{79810BCC-BAA2-4D46-8788-90936CCE2327}" dt="2026-01-23T16:46:24.513" v="694" actId="1076"/>
          <ac:picMkLst>
            <pc:docMk/>
            <pc:sldMk cId="857520673" sldId="259"/>
            <ac:picMk id="33" creationId="{505EC9DC-EC80-E7A9-5CF6-1D564AC01537}"/>
          </ac:picMkLst>
        </pc:picChg>
        <pc:picChg chg="add mod modCrop">
          <ac:chgData name="Mathilde Annette Nicole Roulleau" userId="4ab294c6-1984-4b16-bc43-8e77deede0e4" providerId="ADAL" clId="{79810BCC-BAA2-4D46-8788-90936CCE2327}" dt="2026-01-23T16:46:23.129" v="693" actId="1076"/>
          <ac:picMkLst>
            <pc:docMk/>
            <pc:sldMk cId="857520673" sldId="259"/>
            <ac:picMk id="34" creationId="{E55404CD-4CFD-39DA-A82C-EC2BE4E450B6}"/>
          </ac:picMkLst>
        </pc:picChg>
        <pc:cxnChg chg="del">
          <ac:chgData name="Mathilde Annette Nicole Roulleau" userId="4ab294c6-1984-4b16-bc43-8e77deede0e4" providerId="ADAL" clId="{79810BCC-BAA2-4D46-8788-90936CCE2327}" dt="2026-01-23T10:32:15.668" v="293" actId="478"/>
          <ac:cxnSpMkLst>
            <pc:docMk/>
            <pc:sldMk cId="857520673" sldId="259"/>
            <ac:cxnSpMk id="2" creationId="{913A1F6A-06CF-060B-D1FA-161DD69A30B6}"/>
          </ac:cxnSpMkLst>
        </pc:cxnChg>
        <pc:cxnChg chg="del">
          <ac:chgData name="Mathilde Annette Nicole Roulleau" userId="4ab294c6-1984-4b16-bc43-8e77deede0e4" providerId="ADAL" clId="{79810BCC-BAA2-4D46-8788-90936CCE2327}" dt="2026-01-23T10:32:15.668" v="293" actId="478"/>
          <ac:cxnSpMkLst>
            <pc:docMk/>
            <pc:sldMk cId="857520673" sldId="259"/>
            <ac:cxnSpMk id="6" creationId="{DB473538-1D10-0C9C-2CEA-529D3558A7A2}"/>
          </ac:cxnSpMkLst>
        </pc:cxnChg>
        <pc:cxnChg chg="del">
          <ac:chgData name="Mathilde Annette Nicole Roulleau" userId="4ab294c6-1984-4b16-bc43-8e77deede0e4" providerId="ADAL" clId="{79810BCC-BAA2-4D46-8788-90936CCE2327}" dt="2026-01-23T10:32:15.668" v="293" actId="478"/>
          <ac:cxnSpMkLst>
            <pc:docMk/>
            <pc:sldMk cId="857520673" sldId="259"/>
            <ac:cxnSpMk id="10" creationId="{8EBA5F51-E28A-C443-8152-F6A73AC89F3D}"/>
          </ac:cxnSpMkLst>
        </pc:cxnChg>
        <pc:cxnChg chg="del">
          <ac:chgData name="Mathilde Annette Nicole Roulleau" userId="4ab294c6-1984-4b16-bc43-8e77deede0e4" providerId="ADAL" clId="{79810BCC-BAA2-4D46-8788-90936CCE2327}" dt="2026-01-23T10:32:15.668" v="293" actId="478"/>
          <ac:cxnSpMkLst>
            <pc:docMk/>
            <pc:sldMk cId="857520673" sldId="259"/>
            <ac:cxnSpMk id="15" creationId="{888FD27E-DDE3-417F-8065-E892249F230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B4608A-25AB-39B3-403C-FAA2CD367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3CCDEB-4534-E07F-3832-D5D5AB7248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64B8D2-1242-43E1-AD2C-8F66C23EE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23C1D1-65EC-1635-1EE9-7A446D806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D66A28-92F1-9923-C779-473DF6D0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1440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788F4-0E33-4298-7A91-EF7BDD710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BC234D-24D5-8041-F807-C8634C9B2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BFD094F-DAB6-64FE-2160-AA0779A78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D8EDEF-7254-07E3-8AF0-605861887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CC1BDF-61C4-2018-A3DE-8E88FD19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9451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086FC9-CDB9-D87C-422E-D4133DD9C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E6C3AA-A95E-E3F1-FB35-1B34ECB91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566E051-71D9-B63E-8A8F-8D22D7E3A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4B595E-9B5C-6733-F893-9BD789631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0BF51-DAF9-0898-A388-A3D6B3D6D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324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5CA9FB-7CD9-1C84-2D98-C0C24C6DD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DF13BF-461C-5ACE-DBD2-9C256B19F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D0B2D1E-F1BF-7C77-6C8D-63560C5E7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FA6324-97D9-A9EC-2A63-E118461BA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EE4828-4419-413B-2B73-BC1FC7491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57942E5-C819-2B42-1E14-E1652264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7266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E52DFA-96C7-F4C6-C88D-850CE4B0F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8DCBE9-6325-B978-42A4-14BEBB9BB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A5E281A-34F9-1B5E-DE8A-095DEA92E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F17CF98-FC4C-5813-BD33-3476224998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E04A78A-1A84-DF39-A8F7-0B13F93F6B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4B31B15-19A1-CC1A-9A0A-72C10BB34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79A0A49-8A7C-EBBB-3260-C1BBA1C55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A682B01-008C-2D6C-2743-432333A80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23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08FC1C-9D87-83F9-7333-F55B26338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492B722-185A-C011-B5C4-73A4854A6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83BEDEE-BF40-3BEC-A866-023426304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96C6E91-9990-BDD0-E542-9CFFA873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501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5A298BB-01C6-D5DE-F7D3-120464FF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8F29A0B-2E69-FE15-97D2-152995FEE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229F51-0213-2861-5D77-6B7F25B68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2831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6B9A4A-B1A6-A50A-A8A4-FD41CFF75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AE3F0AE-F3E9-420D-5532-8161D8F23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42DBF80-8B93-BDF5-F852-560C9EA2F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C701BEF-5F2C-4348-1227-FC1EAB733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9160F44-A618-DA2D-9219-8883383C8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A07A5F-1FD5-270D-36E4-25B59B774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73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BB4D0B-F598-A9F0-6C21-B21C974F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F2EEE50-5C9F-13ED-E394-7E3917496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513F01B-CC54-6D87-58E6-82E3864586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F2372D4-9EE5-C809-E0A0-452A1FBB9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F1BC91E-8482-D8F8-8967-BC469FD5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94E827F-B29E-BF07-EA64-AB2AE4E0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570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4AC44-E60E-9A5B-6439-C83F4828B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7598F78-349D-CF25-6B6F-A0283E9714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617CBA-DE47-4BB6-53FD-185BFEF20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3C6BEE-860A-F328-886E-EE619E384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4736D4-A5F6-7D7A-A829-54EB469A5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4270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F7A07CD-76F8-F0AC-F8EF-4050A6AE35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3D7E8E-1115-1A0E-D53E-8705FCC44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4110FD-6C6D-288C-578F-1080DC0E0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21B36C-5FD2-7DB5-7141-C253EDB49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91EEAC-75C0-BCE5-ECFA-96D1A0C9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9670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367FADF-62CD-14F8-BD55-EC017D2C4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FDB8166-038B-D0F2-8733-BD5CC9DD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AE0BFF-A713-8648-F290-644E156689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605AF-44F8-4C57-B945-CB0A72E9DB1D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E723FF-F169-4DF2-58E1-A1E584392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43BAB3-8BF8-906F-FB6B-D03424A59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5C7B35-E11B-435D-8BAB-DB3A410C0F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5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0D4A331-2558-686E-2E09-96E96794A2D1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A48F40B-9B3E-6BDD-DA3E-627F2D529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4363" y="605176"/>
            <a:ext cx="4976733" cy="58477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Project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defense</a:t>
            </a: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</a:t>
            </a: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regulation</a:t>
            </a:r>
            <a:endParaRPr kumimoji="0" lang="fr-FR" altLang="fr-FR" sz="6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32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32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09/2025-02/2026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32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Mathilde Roulleau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3200" b="1" dirty="0">
              <a:solidFill>
                <a:schemeClr val="bg2">
                  <a:lumMod val="25000"/>
                </a:schemeClr>
              </a:solidFill>
              <a:latin typeface="Oswald" panose="020F0502020204030204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Teacher – Lucas Paoli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2400" dirty="0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Assistant – Agathe </a:t>
            </a:r>
            <a:r>
              <a:rPr lang="fr-FR" altLang="fr-FR" sz="2400" dirty="0" err="1">
                <a:solidFill>
                  <a:schemeClr val="bg2">
                    <a:lumMod val="25000"/>
                  </a:schemeClr>
                </a:solidFill>
                <a:latin typeface="Oswald" panose="020F0502020204030204" pitchFamily="2" charset="0"/>
              </a:rPr>
              <a:t>Bredel</a:t>
            </a:r>
            <a:r>
              <a:rPr kumimoji="0" lang="fr-FR" altLang="fr-FR" sz="240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Oswald" panose="020F0502020204030204" pitchFamily="2" charset="0"/>
              </a:rPr>
              <a:t> </a:t>
            </a:r>
            <a:endParaRPr kumimoji="0" lang="fr-FR" altLang="fr-FR" sz="240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A93E98-DD0F-BF85-9C73-72EFEA96C9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4E82D06B-C607-2F2F-C56F-3C111CD212C7}"/>
              </a:ext>
            </a:extLst>
          </p:cNvPr>
          <p:cNvSpPr txBox="1"/>
          <p:nvPr/>
        </p:nvSpPr>
        <p:spPr>
          <a:xfrm>
            <a:off x="7177584" y="1457017"/>
            <a:ext cx="363761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Oswald" panose="00000500000000000000" pitchFamily="2" charset="0"/>
              </a:rPr>
              <a:t>Transcriptomic analysis of bacterial defense system expression during viral infection across multiple species </a:t>
            </a:r>
            <a:endParaRPr lang="fr-FR" sz="3200" b="1" dirty="0">
              <a:solidFill>
                <a:schemeClr val="bg1"/>
              </a:solidFill>
              <a:latin typeface="Oswald" panose="00000500000000000000" pitchFamily="2" charset="0"/>
            </a:endParaRPr>
          </a:p>
        </p:txBody>
      </p:sp>
      <p:pic>
        <p:nvPicPr>
          <p:cNvPr id="5" name="Image 4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0F804417-C8BC-28EB-FE95-FFC9E4A6F9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049" y="200107"/>
            <a:ext cx="1869223" cy="1918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701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DBCB0-8604-724E-0662-33AADDDA7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09FA4AB-5E6C-5785-2AB8-DEEBF97B6C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582" y="278290"/>
            <a:ext cx="497673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The data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1CDD00-DCDD-73C0-107E-E4AC4AF99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3C1E6CD-7227-E32E-4F39-2CD1E4D06EE9}"/>
              </a:ext>
            </a:extLst>
          </p:cNvPr>
          <p:cNvSpPr txBox="1"/>
          <p:nvPr/>
        </p:nvSpPr>
        <p:spPr>
          <a:xfrm>
            <a:off x="127000" y="1148281"/>
            <a:ext cx="119100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41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projects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(PRJ…),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each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project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=</a:t>
            </a:r>
          </a:p>
          <a:p>
            <a:pPr marL="742950" lvl="1" indent="-285750">
              <a:lnSpc>
                <a:spcPct val="200000"/>
              </a:lnSpc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bg2">
                    <a:lumMod val="25000"/>
                  </a:schemeClr>
                </a:solidFill>
                <a:effectLst/>
              </a:rPr>
              <a:t>Bacterial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effectLst/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  <a:effectLst/>
              </a:rPr>
              <a:t>strain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effectLst/>
              </a:rPr>
              <a:t>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infected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by a 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  <a:effectLst/>
              </a:rPr>
              <a:t>phage</a:t>
            </a:r>
          </a:p>
          <a:p>
            <a:pPr marL="742950" lvl="1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Illumina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RNAseq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on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different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samples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(SRR),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each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sample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= 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</a:t>
            </a:r>
          </a:p>
          <a:p>
            <a:pPr marL="1200150" lvl="2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Specific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conditions (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infected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/ not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infected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, time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after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infection, medium composition,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growth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 stage, light, </a:t>
            </a:r>
            <a:r>
              <a:rPr lang="fr-FR" b="0" dirty="0" err="1">
                <a:solidFill>
                  <a:schemeClr val="bg2">
                    <a:lumMod val="25000"/>
                  </a:schemeClr>
                </a:solidFill>
                <a:effectLst/>
              </a:rPr>
              <a:t>temperature</a:t>
            </a:r>
            <a:r>
              <a:rPr lang="fr-FR" b="0" dirty="0">
                <a:solidFill>
                  <a:schemeClr val="bg2">
                    <a:lumMod val="25000"/>
                  </a:schemeClr>
                </a:solidFill>
                <a:effectLst/>
              </a:rPr>
              <a:t>…)  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C2AD98F7-9F31-7CD9-F44B-80FAB0C986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560440"/>
              </p:ext>
            </p:extLst>
          </p:nvPr>
        </p:nvGraphicFramePr>
        <p:xfrm>
          <a:off x="381833" y="4782619"/>
          <a:ext cx="1140043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72">
                  <a:extLst>
                    <a:ext uri="{9D8B030D-6E8A-4147-A177-3AD203B41FA5}">
                      <a16:colId xmlns:a16="http://schemas.microsoft.com/office/drawing/2014/main" val="249971862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260561520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62479368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4922028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4240036390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721184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Condtion1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Condition1 rep 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Condition2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Condition2 rep2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…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5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69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26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321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238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405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59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3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8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4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99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545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731912"/>
                  </a:ext>
                </a:extLst>
              </a:tr>
            </a:tbl>
          </a:graphicData>
        </a:graphic>
      </p:graphicFrame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C602F555-7EF0-5718-DB1D-E8B092A23808}"/>
              </a:ext>
            </a:extLst>
          </p:cNvPr>
          <p:cNvCxnSpPr>
            <a:cxnSpLocks/>
          </p:cNvCxnSpPr>
          <p:nvPr/>
        </p:nvCxnSpPr>
        <p:spPr>
          <a:xfrm>
            <a:off x="3224599" y="3095449"/>
            <a:ext cx="0" cy="5078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5BCF3795-CC11-B6B6-2372-6207742CD238}"/>
              </a:ext>
            </a:extLst>
          </p:cNvPr>
          <p:cNvSpPr txBox="1"/>
          <p:nvPr/>
        </p:nvSpPr>
        <p:spPr>
          <a:xfrm>
            <a:off x="3224599" y="3026193"/>
            <a:ext cx="1184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Illumina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RNAseq</a:t>
            </a:r>
            <a:endParaRPr lang="fr-FR" dirty="0"/>
          </a:p>
        </p:txBody>
      </p:sp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B158616D-E38F-3802-67DA-DC95E12F8E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6" y="324098"/>
            <a:ext cx="1869223" cy="1918630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585CA58-23D2-ACFA-2D24-A49FBB5AB4A3}"/>
              </a:ext>
            </a:extLst>
          </p:cNvPr>
          <p:cNvCxnSpPr>
            <a:cxnSpLocks/>
          </p:cNvCxnSpPr>
          <p:nvPr/>
        </p:nvCxnSpPr>
        <p:spPr>
          <a:xfrm>
            <a:off x="3224599" y="3796046"/>
            <a:ext cx="0" cy="5078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5E8CAE8A-3BB1-B17E-2524-268DDB11AF60}"/>
              </a:ext>
            </a:extLst>
          </p:cNvPr>
          <p:cNvSpPr txBox="1"/>
          <p:nvPr/>
        </p:nvSpPr>
        <p:spPr>
          <a:xfrm>
            <a:off x="3224599" y="3726790"/>
            <a:ext cx="1184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Lucas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work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???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0591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3681F-F2EB-EDA0-6523-5F333D86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F2825D4A-B38D-0E75-C8A6-2D8B9DC97E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582" y="278290"/>
            <a:ext cx="497673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The data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506AFE5-7708-F60E-6FBA-6A3F93DB1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 13" descr="Une image contenant dessin, croquis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70F2578D-1451-04D8-AD1F-BCE6069554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184" y="3550983"/>
            <a:ext cx="1869223" cy="1918630"/>
          </a:xfrm>
          <a:prstGeom prst="rect">
            <a:avLst/>
          </a:prstGeom>
        </p:spPr>
      </p:pic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2FD49BC3-E363-D15F-0DFB-E2BEE855E0E0}"/>
              </a:ext>
            </a:extLst>
          </p:cNvPr>
          <p:cNvCxnSpPr>
            <a:cxnSpLocks/>
          </p:cNvCxnSpPr>
          <p:nvPr/>
        </p:nvCxnSpPr>
        <p:spPr>
          <a:xfrm>
            <a:off x="4067745" y="3328538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546AF0F5-19C5-14A0-1E08-5AE2180122FE}"/>
              </a:ext>
            </a:extLst>
          </p:cNvPr>
          <p:cNvSpPr txBox="1"/>
          <p:nvPr/>
        </p:nvSpPr>
        <p:spPr>
          <a:xfrm>
            <a:off x="2343713" y="5048609"/>
            <a:ext cx="3419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Normalization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by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gene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length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7161293-4E5E-1E6B-FD57-516EC0032CD1}"/>
              </a:ext>
            </a:extLst>
          </p:cNvPr>
          <p:cNvSpPr txBox="1"/>
          <p:nvPr/>
        </p:nvSpPr>
        <p:spPr>
          <a:xfrm>
            <a:off x="233415" y="5799520"/>
            <a:ext cx="7640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Centered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Log2 Ratio (CLR) -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‘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</a:rPr>
              <a:t>Centres’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 the distribution of values around 0, comparing each gene to the overall mean of the sample transcriptome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5CDBD7F-3EB6-B564-9E1B-30AB9F159168}"/>
              </a:ext>
            </a:extLst>
          </p:cNvPr>
          <p:cNvSpPr txBox="1"/>
          <p:nvPr/>
        </p:nvSpPr>
        <p:spPr>
          <a:xfrm>
            <a:off x="1175579" y="3573039"/>
            <a:ext cx="5872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Variance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Stabilizing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Transformation (VST) -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each gene has roughly constant variance across samples</a:t>
            </a:r>
            <a:endParaRPr lang="fr-FR" dirty="0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6C94FF7C-D713-4A2F-C298-2363024DDDB9}"/>
              </a:ext>
            </a:extLst>
          </p:cNvPr>
          <p:cNvCxnSpPr>
            <a:cxnSpLocks/>
          </p:cNvCxnSpPr>
          <p:nvPr/>
        </p:nvCxnSpPr>
        <p:spPr>
          <a:xfrm>
            <a:off x="4067745" y="4786950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16A5F2F2-25A4-51B3-7AC6-736D6FE1E87F}"/>
              </a:ext>
            </a:extLst>
          </p:cNvPr>
          <p:cNvCxnSpPr>
            <a:cxnSpLocks/>
          </p:cNvCxnSpPr>
          <p:nvPr/>
        </p:nvCxnSpPr>
        <p:spPr>
          <a:xfrm>
            <a:off x="4067745" y="5477901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16F926EE-E02B-97B4-06F3-F7BDD8261526}"/>
              </a:ext>
            </a:extLst>
          </p:cNvPr>
          <p:cNvCxnSpPr>
            <a:cxnSpLocks/>
          </p:cNvCxnSpPr>
          <p:nvPr/>
        </p:nvCxnSpPr>
        <p:spPr>
          <a:xfrm>
            <a:off x="4067745" y="4173964"/>
            <a:ext cx="0" cy="2616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CB1BC903-3E47-AA81-67F8-6A2614126569}"/>
              </a:ext>
            </a:extLst>
          </p:cNvPr>
          <p:cNvSpPr txBox="1"/>
          <p:nvPr/>
        </p:nvSpPr>
        <p:spPr>
          <a:xfrm>
            <a:off x="1175579" y="4418465"/>
            <a:ext cx="5872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2^(VST) 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–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because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VST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function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dirty="0" err="1">
                <a:solidFill>
                  <a:schemeClr val="bg2">
                    <a:lumMod val="25000"/>
                  </a:schemeClr>
                </a:solidFill>
              </a:rPr>
              <a:t>apply</a:t>
            </a:r>
            <a:r>
              <a:rPr lang="fr-FR" dirty="0">
                <a:solidFill>
                  <a:schemeClr val="bg2">
                    <a:lumMod val="25000"/>
                  </a:schemeClr>
                </a:solidFill>
              </a:rPr>
              <a:t> a log2</a:t>
            </a:r>
          </a:p>
        </p:txBody>
      </p:sp>
      <p:graphicFrame>
        <p:nvGraphicFramePr>
          <p:cNvPr id="21" name="Tableau 20">
            <a:extLst>
              <a:ext uri="{FF2B5EF4-FFF2-40B4-BE49-F238E27FC236}">
                <a16:creationId xmlns:a16="http://schemas.microsoft.com/office/drawing/2014/main" id="{1E4C2140-FA9D-8C0A-62EF-CC2C3FBBD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778085"/>
              </p:ext>
            </p:extLst>
          </p:nvPr>
        </p:nvGraphicFramePr>
        <p:xfrm>
          <a:off x="395784" y="1452818"/>
          <a:ext cx="1140043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72">
                  <a:extLst>
                    <a:ext uri="{9D8B030D-6E8A-4147-A177-3AD203B41FA5}">
                      <a16:colId xmlns:a16="http://schemas.microsoft.com/office/drawing/2014/main" val="249971862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260561520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624793688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49220282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4240036390"/>
                    </a:ext>
                  </a:extLst>
                </a:gridCol>
                <a:gridCol w="1900072">
                  <a:extLst>
                    <a:ext uri="{9D8B030D-6E8A-4147-A177-3AD203B41FA5}">
                      <a16:colId xmlns:a16="http://schemas.microsoft.com/office/drawing/2014/main" val="34721184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Condtion1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Condition1 rep 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Condition2 rep 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Condition2 rep2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…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5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69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26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321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238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405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59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3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581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Gene 4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78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99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766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545</a:t>
                      </a:r>
                    </a:p>
                  </a:txBody>
                  <a:tcPr>
                    <a:solidFill>
                      <a:srgbClr val="FF4343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rgbClr val="FF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731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8232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1A6BC-ABB2-7902-ED05-22DC97FDA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E243952B-D51D-8CF0-72CF-7E98F6A0F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5582" y="-66481"/>
            <a:ext cx="737344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66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Quality</a:t>
            </a:r>
            <a:r>
              <a:rPr kumimoji="0" lang="fr-FR" altLang="fr-FR" sz="6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swald" panose="020F0502020204030204" pitchFamily="2" charset="0"/>
              </a:rPr>
              <a:t> control</a:t>
            </a:r>
            <a:endParaRPr kumimoji="0" lang="fr-FR" altLang="fr-F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9655B4-863F-5F46-934B-7373D836A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" y="107066"/>
            <a:ext cx="11049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6779A8C-C184-1FDA-6731-D89C427FC157}"/>
              </a:ext>
            </a:extLst>
          </p:cNvPr>
          <p:cNvSpPr txBox="1"/>
          <p:nvPr/>
        </p:nvSpPr>
        <p:spPr>
          <a:xfrm>
            <a:off x="7390578" y="150958"/>
            <a:ext cx="6310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Number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of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reads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per run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B7E9F9-D128-3CD8-E1A2-74F7892D8382}"/>
              </a:ext>
            </a:extLst>
          </p:cNvPr>
          <p:cNvSpPr txBox="1"/>
          <p:nvPr/>
        </p:nvSpPr>
        <p:spPr>
          <a:xfrm>
            <a:off x="359765" y="3703657"/>
            <a:ext cx="39274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Percentage of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detected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bacterial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and phage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genes</a:t>
            </a:r>
            <a:endParaRPr lang="fr-FR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864534BD-9D68-D42D-52A5-9F467EE1E6D5}"/>
              </a:ext>
            </a:extLst>
          </p:cNvPr>
          <p:cNvSpPr txBox="1"/>
          <p:nvPr/>
        </p:nvSpPr>
        <p:spPr>
          <a:xfrm>
            <a:off x="5738735" y="2904282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CLR </a:t>
            </a: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ranked</a:t>
            </a:r>
            <a:endParaRPr lang="fr-FR" b="1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24" name="Image 23" descr="Une image contenant texte, capture d’écran, Police, Parallèle&#10;&#10;Le contenu généré par l’IA peut être incorrect.">
            <a:extLst>
              <a:ext uri="{FF2B5EF4-FFF2-40B4-BE49-F238E27FC236}">
                <a16:creationId xmlns:a16="http://schemas.microsoft.com/office/drawing/2014/main" id="{340500F3-CFFA-14E7-F866-A129568C4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765" y="4366207"/>
            <a:ext cx="3980064" cy="2456268"/>
          </a:xfrm>
          <a:prstGeom prst="rect">
            <a:avLst/>
          </a:prstGeom>
        </p:spPr>
      </p:pic>
      <p:pic>
        <p:nvPicPr>
          <p:cNvPr id="26" name="Image 25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603B8219-27C5-C356-FAED-A1E6184EAB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0578" y="603691"/>
            <a:ext cx="4321600" cy="2667044"/>
          </a:xfrm>
          <a:prstGeom prst="rect">
            <a:avLst/>
          </a:prstGeom>
        </p:spPr>
      </p:pic>
      <p:pic>
        <p:nvPicPr>
          <p:cNvPr id="31" name="Image 30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9EC9CAC4-C54E-FEF4-C77F-3D071EA70F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1900" y="954026"/>
            <a:ext cx="3966463" cy="2833189"/>
          </a:xfrm>
          <a:prstGeom prst="rect">
            <a:avLst/>
          </a:prstGeom>
        </p:spPr>
      </p:pic>
      <p:pic>
        <p:nvPicPr>
          <p:cNvPr id="33" name="Image 32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505EC9DC-EC80-E7A9-5CF6-1D564AC0153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7117"/>
          <a:stretch>
            <a:fillRect/>
          </a:stretch>
        </p:blipFill>
        <p:spPr>
          <a:xfrm>
            <a:off x="8828001" y="3270735"/>
            <a:ext cx="3004234" cy="3587265"/>
          </a:xfrm>
          <a:prstGeom prst="rect">
            <a:avLst/>
          </a:prstGeom>
        </p:spPr>
      </p:pic>
      <p:pic>
        <p:nvPicPr>
          <p:cNvPr id="34" name="Image 3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E55404CD-4CFD-39DA-A82C-EC2BE4E450B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67117"/>
          <a:stretch>
            <a:fillRect/>
          </a:stretch>
        </p:blipFill>
        <p:spPr>
          <a:xfrm>
            <a:off x="5622958" y="3270735"/>
            <a:ext cx="3004233" cy="3587265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C1C1C38E-6FA2-8DF4-4416-F40B98E311AE}"/>
              </a:ext>
            </a:extLst>
          </p:cNvPr>
          <p:cNvSpPr txBox="1"/>
          <p:nvPr/>
        </p:nvSpPr>
        <p:spPr>
          <a:xfrm>
            <a:off x="1783653" y="950095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bg2">
                    <a:lumMod val="25000"/>
                  </a:schemeClr>
                </a:solidFill>
              </a:rPr>
              <a:t>PCoA</a:t>
            </a:r>
            <a:r>
              <a:rPr lang="fr-FR" b="1" dirty="0">
                <a:solidFill>
                  <a:schemeClr val="bg2">
                    <a:lumMod val="25000"/>
                  </a:schemeClr>
                </a:solidFill>
              </a:rPr>
              <a:t> of CLR</a:t>
            </a:r>
          </a:p>
        </p:txBody>
      </p:sp>
    </p:spTree>
    <p:extLst>
      <p:ext uri="{BB962C8B-B14F-4D97-AF65-F5344CB8AC3E}">
        <p14:creationId xmlns:p14="http://schemas.microsoft.com/office/powerpoint/2010/main" val="8575206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</TotalTime>
  <Words>232</Words>
  <Application>Microsoft Office PowerPoint</Application>
  <PresentationFormat>Grand écran</PresentationFormat>
  <Paragraphs>75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Oswald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Mathilde Annette Nicole Roulleau</dc:creator>
  <cp:lastModifiedBy>Mathilde Annette Nicole Roulleau</cp:lastModifiedBy>
  <cp:revision>1</cp:revision>
  <dcterms:created xsi:type="dcterms:W3CDTF">2026-01-22T14:46:49Z</dcterms:created>
  <dcterms:modified xsi:type="dcterms:W3CDTF">2026-01-23T16:46:56Z</dcterms:modified>
</cp:coreProperties>
</file>